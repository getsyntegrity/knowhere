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5.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activeX/activeX1.xml" ContentType="application/vnd.ms-office.activeX+xml"/>
  <Override PartName="/ppt/activeX/activeX1.bin" ContentType="application/vnd.ms-office.activeX"/>
  <Override PartName="/ppt/activeX/activeX2.xml" ContentType="application/vnd.ms-office.activeX+xml"/>
  <Override PartName="/ppt/activeX/activeX2.bin" ContentType="application/vnd.ms-office.activeX"/>
  <Override PartName="/ppt/activeX/activeX3.xml" ContentType="application/vnd.ms-office.activeX+xml"/>
  <Override PartName="/ppt/activeX/activeX3.bin" ContentType="application/vnd.ms-office.activeX"/>
  <Override PartName="/ppt/activeX/activeX4.xml" ContentType="application/vnd.ms-office.activeX+xml"/>
  <Override PartName="/ppt/activeX/activeX4.bin" ContentType="application/vnd.ms-office.activeX"/>
  <Override PartName="/ppt/activeX/activeX5.xml" ContentType="application/vnd.ms-office.activeX+xml"/>
  <Override PartName="/ppt/activeX/activeX5.bin" ContentType="application/vnd.ms-office.activeX"/>
  <Override PartName="/ppt/activeX/activeX6.xml" ContentType="application/vnd.ms-office.activeX+xml"/>
  <Override PartName="/ppt/activeX/activeX6.bin" ContentType="application/vnd.ms-office.activeX"/>
  <Override PartName="/ppt/activeX/activeX7.xml" ContentType="application/vnd.ms-office.activeX+xml"/>
  <Override PartName="/ppt/activeX/activeX7.bin" ContentType="application/vnd.ms-office.activeX"/>
  <Override PartName="/ppt/activeX/activeX8.xml" ContentType="application/vnd.ms-office.activeX+xml"/>
  <Override PartName="/ppt/activeX/activeX8.bin" ContentType="application/vnd.ms-office.activeX"/>
  <Override PartName="/ppt/activeX/activeX9.xml" ContentType="application/vnd.ms-office.activeX+xml"/>
  <Override PartName="/ppt/activeX/activeX9.bin" ContentType="application/vnd.ms-office.activeX"/>
  <Override PartName="/ppt/activeX/activeX10.xml" ContentType="application/vnd.ms-office.activeX+xml"/>
  <Override PartName="/ppt/activeX/activeX10.bin" ContentType="application/vnd.ms-office.activeX"/>
  <Override PartName="/ppt/activeX/activeX11.xml" ContentType="application/vnd.ms-office.activeX+xml"/>
  <Override PartName="/ppt/activeX/activeX11.bin" ContentType="application/vnd.ms-office.activeX"/>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9" r:id="rId1"/>
    <p:sldMasterId id="2147483655" r:id="rId2"/>
    <p:sldMasterId id="2147483654" r:id="rId3"/>
    <p:sldMasterId id="2147483653" r:id="rId4"/>
    <p:sldMasterId id="2147483652" r:id="rId5"/>
    <p:sldMasterId id="2147483651" r:id="rId6"/>
  </p:sldMasterIdLst>
  <p:notesMasterIdLst>
    <p:notesMasterId r:id="rId83"/>
  </p:notesMasterIdLst>
  <p:handoutMasterIdLst>
    <p:handoutMasterId r:id="rId84"/>
  </p:handoutMasterIdLst>
  <p:sldIdLst>
    <p:sldId id="421" r:id="rId7"/>
    <p:sldId id="632" r:id="rId8"/>
    <p:sldId id="633" r:id="rId9"/>
    <p:sldId id="717" r:id="rId10"/>
    <p:sldId id="718" r:id="rId11"/>
    <p:sldId id="719" r:id="rId12"/>
    <p:sldId id="720" r:id="rId13"/>
    <p:sldId id="721" r:id="rId14"/>
    <p:sldId id="722" r:id="rId15"/>
    <p:sldId id="798" r:id="rId16"/>
    <p:sldId id="724" r:id="rId17"/>
    <p:sldId id="800" r:id="rId18"/>
    <p:sldId id="725" r:id="rId19"/>
    <p:sldId id="799" r:id="rId20"/>
    <p:sldId id="801" r:id="rId21"/>
    <p:sldId id="727" r:id="rId22"/>
    <p:sldId id="728" r:id="rId23"/>
    <p:sldId id="729" r:id="rId24"/>
    <p:sldId id="730" r:id="rId25"/>
    <p:sldId id="731" r:id="rId26"/>
    <p:sldId id="739" r:id="rId27"/>
    <p:sldId id="802" r:id="rId28"/>
    <p:sldId id="803" r:id="rId29"/>
    <p:sldId id="789" r:id="rId30"/>
    <p:sldId id="740" r:id="rId31"/>
    <p:sldId id="790" r:id="rId32"/>
    <p:sldId id="732" r:id="rId33"/>
    <p:sldId id="726" r:id="rId34"/>
    <p:sldId id="733" r:id="rId35"/>
    <p:sldId id="735" r:id="rId36"/>
    <p:sldId id="786" r:id="rId37"/>
    <p:sldId id="736" r:id="rId38"/>
    <p:sldId id="784" r:id="rId39"/>
    <p:sldId id="737" r:id="rId40"/>
    <p:sldId id="787" r:id="rId41"/>
    <p:sldId id="804" r:id="rId42"/>
    <p:sldId id="738" r:id="rId43"/>
    <p:sldId id="788" r:id="rId44"/>
    <p:sldId id="805" r:id="rId45"/>
    <p:sldId id="783" r:id="rId46"/>
    <p:sldId id="741" r:id="rId47"/>
    <p:sldId id="792" r:id="rId48"/>
    <p:sldId id="742" r:id="rId49"/>
    <p:sldId id="807" r:id="rId50"/>
    <p:sldId id="808" r:id="rId51"/>
    <p:sldId id="743" r:id="rId52"/>
    <p:sldId id="744" r:id="rId53"/>
    <p:sldId id="745" r:id="rId54"/>
    <p:sldId id="746" r:id="rId55"/>
    <p:sldId id="747" r:id="rId56"/>
    <p:sldId id="809" r:id="rId57"/>
    <p:sldId id="811" r:id="rId58"/>
    <p:sldId id="810" r:id="rId59"/>
    <p:sldId id="754" r:id="rId60"/>
    <p:sldId id="748" r:id="rId61"/>
    <p:sldId id="749" r:id="rId62"/>
    <p:sldId id="812" r:id="rId63"/>
    <p:sldId id="813" r:id="rId64"/>
    <p:sldId id="814" r:id="rId65"/>
    <p:sldId id="815" r:id="rId66"/>
    <p:sldId id="816" r:id="rId67"/>
    <p:sldId id="817" r:id="rId68"/>
    <p:sldId id="818" r:id="rId69"/>
    <p:sldId id="819" r:id="rId70"/>
    <p:sldId id="767" r:id="rId71"/>
    <p:sldId id="768" r:id="rId72"/>
    <p:sldId id="769" r:id="rId73"/>
    <p:sldId id="772" r:id="rId74"/>
    <p:sldId id="773" r:id="rId75"/>
    <p:sldId id="820" r:id="rId76"/>
    <p:sldId id="797" r:id="rId77"/>
    <p:sldId id="778" r:id="rId78"/>
    <p:sldId id="779" r:id="rId79"/>
    <p:sldId id="780" r:id="rId80"/>
    <p:sldId id="781" r:id="rId81"/>
    <p:sldId id="782" r:id="rId82"/>
  </p:sldIdLst>
  <p:sldSz cx="9144000" cy="6858000" type="screen4x3"/>
  <p:notesSz cx="6997700" cy="9309100"/>
  <p:defaultTextStyle>
    <a:defPPr>
      <a:defRPr lang="en-US"/>
    </a:defPPr>
    <a:lvl1pPr algn="l" rtl="0" fontAlgn="base">
      <a:lnSpc>
        <a:spcPct val="120000"/>
      </a:lnSpc>
      <a:spcBef>
        <a:spcPct val="45000"/>
      </a:spcBef>
      <a:spcAft>
        <a:spcPct val="0"/>
      </a:spcAft>
      <a:buFont typeface="Arial" panose="020B0604020202020204" pitchFamily="34" charset="0"/>
      <a:defRPr sz="2000" i="1" kern="1200">
        <a:solidFill>
          <a:srgbClr val="FFFFFF"/>
        </a:solidFill>
        <a:latin typeface="Times New Roman" panose="02020603050405020304" pitchFamily="18" charset="0"/>
        <a:ea typeface="+mn-ea"/>
        <a:cs typeface="+mn-cs"/>
      </a:defRPr>
    </a:lvl1pPr>
    <a:lvl2pPr marL="457200" algn="l" rtl="0" fontAlgn="base">
      <a:lnSpc>
        <a:spcPct val="120000"/>
      </a:lnSpc>
      <a:spcBef>
        <a:spcPct val="45000"/>
      </a:spcBef>
      <a:spcAft>
        <a:spcPct val="0"/>
      </a:spcAft>
      <a:buFont typeface="Arial" panose="020B0604020202020204" pitchFamily="34" charset="0"/>
      <a:defRPr sz="2000" i="1" kern="1200">
        <a:solidFill>
          <a:srgbClr val="FFFFFF"/>
        </a:solidFill>
        <a:latin typeface="Times New Roman" panose="02020603050405020304" pitchFamily="18" charset="0"/>
        <a:ea typeface="+mn-ea"/>
        <a:cs typeface="+mn-cs"/>
      </a:defRPr>
    </a:lvl2pPr>
    <a:lvl3pPr marL="914400" algn="l" rtl="0" fontAlgn="base">
      <a:lnSpc>
        <a:spcPct val="120000"/>
      </a:lnSpc>
      <a:spcBef>
        <a:spcPct val="45000"/>
      </a:spcBef>
      <a:spcAft>
        <a:spcPct val="0"/>
      </a:spcAft>
      <a:buFont typeface="Arial" panose="020B0604020202020204" pitchFamily="34" charset="0"/>
      <a:defRPr sz="2000" i="1" kern="1200">
        <a:solidFill>
          <a:srgbClr val="FFFFFF"/>
        </a:solidFill>
        <a:latin typeface="Times New Roman" panose="02020603050405020304" pitchFamily="18" charset="0"/>
        <a:ea typeface="+mn-ea"/>
        <a:cs typeface="+mn-cs"/>
      </a:defRPr>
    </a:lvl3pPr>
    <a:lvl4pPr marL="1371600" algn="l" rtl="0" fontAlgn="base">
      <a:lnSpc>
        <a:spcPct val="120000"/>
      </a:lnSpc>
      <a:spcBef>
        <a:spcPct val="45000"/>
      </a:spcBef>
      <a:spcAft>
        <a:spcPct val="0"/>
      </a:spcAft>
      <a:buFont typeface="Arial" panose="020B0604020202020204" pitchFamily="34" charset="0"/>
      <a:defRPr sz="2000" i="1" kern="1200">
        <a:solidFill>
          <a:srgbClr val="FFFFFF"/>
        </a:solidFill>
        <a:latin typeface="Times New Roman" panose="02020603050405020304" pitchFamily="18" charset="0"/>
        <a:ea typeface="+mn-ea"/>
        <a:cs typeface="+mn-cs"/>
      </a:defRPr>
    </a:lvl4pPr>
    <a:lvl5pPr marL="1828800" algn="l" rtl="0" fontAlgn="base">
      <a:lnSpc>
        <a:spcPct val="120000"/>
      </a:lnSpc>
      <a:spcBef>
        <a:spcPct val="45000"/>
      </a:spcBef>
      <a:spcAft>
        <a:spcPct val="0"/>
      </a:spcAft>
      <a:buFont typeface="Arial" panose="020B0604020202020204" pitchFamily="34" charset="0"/>
      <a:defRPr sz="2000" i="1" kern="1200">
        <a:solidFill>
          <a:srgbClr val="FFFFFF"/>
        </a:solidFill>
        <a:latin typeface="Times New Roman" panose="02020603050405020304" pitchFamily="18" charset="0"/>
        <a:ea typeface="+mn-ea"/>
        <a:cs typeface="+mn-cs"/>
      </a:defRPr>
    </a:lvl5pPr>
    <a:lvl6pPr marL="2286000" algn="l" defTabSz="914400" rtl="0" eaLnBrk="1" latinLnBrk="0" hangingPunct="1">
      <a:defRPr sz="2000" i="1" kern="1200">
        <a:solidFill>
          <a:srgbClr val="FFFFFF"/>
        </a:solidFill>
        <a:latin typeface="Times New Roman" panose="02020603050405020304" pitchFamily="18" charset="0"/>
        <a:ea typeface="+mn-ea"/>
        <a:cs typeface="+mn-cs"/>
      </a:defRPr>
    </a:lvl6pPr>
    <a:lvl7pPr marL="2743200" algn="l" defTabSz="914400" rtl="0" eaLnBrk="1" latinLnBrk="0" hangingPunct="1">
      <a:defRPr sz="2000" i="1" kern="1200">
        <a:solidFill>
          <a:srgbClr val="FFFFFF"/>
        </a:solidFill>
        <a:latin typeface="Times New Roman" panose="02020603050405020304" pitchFamily="18" charset="0"/>
        <a:ea typeface="+mn-ea"/>
        <a:cs typeface="+mn-cs"/>
      </a:defRPr>
    </a:lvl7pPr>
    <a:lvl8pPr marL="3200400" algn="l" defTabSz="914400" rtl="0" eaLnBrk="1" latinLnBrk="0" hangingPunct="1">
      <a:defRPr sz="2000" i="1" kern="1200">
        <a:solidFill>
          <a:srgbClr val="FFFFFF"/>
        </a:solidFill>
        <a:latin typeface="Times New Roman" panose="02020603050405020304" pitchFamily="18" charset="0"/>
        <a:ea typeface="+mn-ea"/>
        <a:cs typeface="+mn-cs"/>
      </a:defRPr>
    </a:lvl8pPr>
    <a:lvl9pPr marL="3657600" algn="l" defTabSz="914400" rtl="0" eaLnBrk="1" latinLnBrk="0" hangingPunct="1">
      <a:defRPr sz="2000" i="1" kern="1200">
        <a:solidFill>
          <a:srgbClr val="FFFFFF"/>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0" autoAdjust="0"/>
    <p:restoredTop sz="94682" autoAdjust="0"/>
  </p:normalViewPr>
  <p:slideViewPr>
    <p:cSldViewPr>
      <p:cViewPr varScale="1">
        <p:scale>
          <a:sx n="111" d="100"/>
          <a:sy n="111" d="100"/>
        </p:scale>
        <p:origin x="1661"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slide" Target="slides/slide62.xml"/><Relationship Id="rId84" Type="http://schemas.openxmlformats.org/officeDocument/2006/relationships/handoutMaster" Target="handoutMasters/handoutMaster1.xml"/><Relationship Id="rId16" Type="http://schemas.openxmlformats.org/officeDocument/2006/relationships/slide" Target="slides/slide10.xml"/><Relationship Id="rId11" Type="http://schemas.openxmlformats.org/officeDocument/2006/relationships/slide" Target="slides/slide5.xml"/><Relationship Id="rId32" Type="http://schemas.openxmlformats.org/officeDocument/2006/relationships/slide" Target="slides/slide26.xml"/><Relationship Id="rId37" Type="http://schemas.openxmlformats.org/officeDocument/2006/relationships/slide" Target="slides/slide31.xml"/><Relationship Id="rId53" Type="http://schemas.openxmlformats.org/officeDocument/2006/relationships/slide" Target="slides/slide47.xml"/><Relationship Id="rId58" Type="http://schemas.openxmlformats.org/officeDocument/2006/relationships/slide" Target="slides/slide52.xml"/><Relationship Id="rId74" Type="http://schemas.openxmlformats.org/officeDocument/2006/relationships/slide" Target="slides/slide68.xml"/><Relationship Id="rId79" Type="http://schemas.openxmlformats.org/officeDocument/2006/relationships/slide" Target="slides/slide73.xml"/><Relationship Id="rId5" Type="http://schemas.openxmlformats.org/officeDocument/2006/relationships/slideMaster" Target="slideMasters/slideMaster5.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slide" Target="slides/slide58.xml"/><Relationship Id="rId69" Type="http://schemas.openxmlformats.org/officeDocument/2006/relationships/slide" Target="slides/slide63.xml"/><Relationship Id="rId77" Type="http://schemas.openxmlformats.org/officeDocument/2006/relationships/slide" Target="slides/slide71.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slide" Target="slides/slide66.xml"/><Relationship Id="rId80" Type="http://schemas.openxmlformats.org/officeDocument/2006/relationships/slide" Target="slides/slide74.xml"/><Relationship Id="rId85" Type="http://schemas.openxmlformats.org/officeDocument/2006/relationships/presProps" Target="presProps.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slide" Target="slides/slide6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70" Type="http://schemas.openxmlformats.org/officeDocument/2006/relationships/slide" Target="slides/slide64.xml"/><Relationship Id="rId75" Type="http://schemas.openxmlformats.org/officeDocument/2006/relationships/slide" Target="slides/slide69.xml"/><Relationship Id="rId83" Type="http://schemas.openxmlformats.org/officeDocument/2006/relationships/notesMaster" Target="notesMasters/notesMaster1.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openxmlformats.org/officeDocument/2006/relationships/slide" Target="slides/slide67.xml"/><Relationship Id="rId78" Type="http://schemas.openxmlformats.org/officeDocument/2006/relationships/slide" Target="slides/slide72.xml"/><Relationship Id="rId81" Type="http://schemas.openxmlformats.org/officeDocument/2006/relationships/slide" Target="slides/slide75.xml"/><Relationship Id="rId86"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openxmlformats.org/officeDocument/2006/relationships/slide" Target="slides/slide70.xml"/><Relationship Id="rId7" Type="http://schemas.openxmlformats.org/officeDocument/2006/relationships/slide" Target="slides/slide1.xml"/><Relationship Id="rId71" Type="http://schemas.openxmlformats.org/officeDocument/2006/relationships/slide" Target="slides/slide65.xml"/><Relationship Id="rId2" Type="http://schemas.openxmlformats.org/officeDocument/2006/relationships/slideMaster" Target="slideMasters/slideMaster2.xml"/><Relationship Id="rId29" Type="http://schemas.openxmlformats.org/officeDocument/2006/relationships/slide" Target="slides/slide23.xml"/><Relationship Id="rId24" Type="http://schemas.openxmlformats.org/officeDocument/2006/relationships/slide" Target="slides/slide18.xml"/><Relationship Id="rId40" Type="http://schemas.openxmlformats.org/officeDocument/2006/relationships/slide" Target="slides/slide34.xml"/><Relationship Id="rId45" Type="http://schemas.openxmlformats.org/officeDocument/2006/relationships/slide" Target="slides/slide39.xml"/><Relationship Id="rId66" Type="http://schemas.openxmlformats.org/officeDocument/2006/relationships/slide" Target="slides/slide60.xml"/><Relationship Id="rId87" Type="http://schemas.openxmlformats.org/officeDocument/2006/relationships/theme" Target="theme/theme1.xml"/><Relationship Id="rId61" Type="http://schemas.openxmlformats.org/officeDocument/2006/relationships/slide" Target="slides/slide55.xml"/><Relationship Id="rId82" Type="http://schemas.openxmlformats.org/officeDocument/2006/relationships/slide" Target="slides/slide76.xml"/></Relationships>
</file>

<file path=ppt/activeX/_rels/activeX1.xml.rels><?xml version="1.0" encoding="UTF-8" standalone="yes"?>
<Relationships xmlns="http://schemas.openxmlformats.org/package/2006/relationships"><Relationship Id="rId1" Type="http://schemas.microsoft.com/office/2006/relationships/activeXControlBinary" Target="activeX1.bin"/></Relationships>
</file>

<file path=ppt/activeX/_rels/activeX2.xml.rels><?xml version="1.0" encoding="UTF-8" standalone="yes"?>
<Relationships xmlns="http://schemas.openxmlformats.org/package/2006/relationships"><Relationship Id="rId1" Type="http://schemas.microsoft.com/office/2006/relationships/activeXControlBinary" Target="activeX2.bin"/></Relationships>
</file>

<file path=ppt/activeX/_rels/activeX3.xml.rels><?xml version="1.0" encoding="UTF-8" standalone="yes"?>
<Relationships xmlns="http://schemas.openxmlformats.org/package/2006/relationships"><Relationship Id="rId1" Type="http://schemas.microsoft.com/office/2006/relationships/activeXControlBinary" Target="activeX3.bin"/></Relationships>
</file>

<file path=ppt/activeX/_rels/activeX4.xml.rels><?xml version="1.0" encoding="UTF-8" standalone="yes"?>
<Relationships xmlns="http://schemas.openxmlformats.org/package/2006/relationships"><Relationship Id="rId1" Type="http://schemas.microsoft.com/office/2006/relationships/activeXControlBinary" Target="activeX4.bin"/></Relationships>
</file>

<file path=ppt/activeX/_rels/activeX5.xml.rels><?xml version="1.0" encoding="UTF-8" standalone="yes"?>
<Relationships xmlns="http://schemas.openxmlformats.org/package/2006/relationships"><Relationship Id="rId1" Type="http://schemas.microsoft.com/office/2006/relationships/activeXControlBinary" Target="activeX5.bin"/></Relationships>
</file>

<file path=ppt/activeX/_rels/activeX6.xml.rels><?xml version="1.0" encoding="UTF-8" standalone="yes"?>
<Relationships xmlns="http://schemas.openxmlformats.org/package/2006/relationships"><Relationship Id="rId1" Type="http://schemas.microsoft.com/office/2006/relationships/activeXControlBinary" Target="activeX6.bin"/></Relationships>
</file>

<file path=ppt/activeX/_rels/activeX7.xml.rels><?xml version="1.0" encoding="UTF-8" standalone="yes"?>
<Relationships xmlns="http://schemas.openxmlformats.org/package/2006/relationships"><Relationship Id="rId1" Type="http://schemas.microsoft.com/office/2006/relationships/activeXControlBinary" Target="activeX7.bin"/></Relationships>
</file>

<file path=ppt/activeX/_rels/activeX8.xml.rels><?xml version="1.0" encoding="UTF-8" standalone="yes"?>
<Relationships xmlns="http://schemas.openxmlformats.org/package/2006/relationships"><Relationship Id="rId1" Type="http://schemas.microsoft.com/office/2006/relationships/activeXControlBinary" Target="activeX8.bin"/></Relationships>
</file>

<file path=ppt/activeX/_rels/activeX9.xml.rels><?xml version="1.0" encoding="UTF-8" standalone="yes"?>
<Relationships xmlns="http://schemas.openxmlformats.org/package/2006/relationships"><Relationship Id="rId1" Type="http://schemas.microsoft.com/office/2006/relationships/activeXControlBinary" Target="activeX9.bin"/></Relationships>
</file>

<file path=ppt/activeX/_rels/activeX10.xml.rels><?xml version="1.0" encoding="UTF-8" standalone="yes"?>
<Relationships xmlns="http://schemas.openxmlformats.org/package/2006/relationships"><Relationship Id="rId1" Type="http://schemas.microsoft.com/office/2006/relationships/activeXControlBinary" Target="activeX10.bin"/></Relationships>
</file>

<file path=ppt/activeX/_rels/activeX11.xml.rels><?xml version="1.0" encoding="UTF-8" standalone="yes"?>
<Relationships xmlns="http://schemas.openxmlformats.org/package/2006/relationships"><Relationship Id="rId1" Type="http://schemas.microsoft.com/office/2006/relationships/activeXControlBinary" Target="activeX11.bin"/></Relationships>
</file>

<file path=ppt/activeX/activeX1.xml><?xml version="1.0" encoding="utf-8"?>
<ax:ocx xmlns:ax="http://schemas.microsoft.com/office/2006/activeX" xmlns:r="http://schemas.openxmlformats.org/officeDocument/2006/relationships" ax:classid="{8BD21D10-EC42-11CE-9E0D-00AA006002F3}" ax:persistence="persistStorage" r:id="rId1"/>
</file>

<file path=ppt/activeX/activeX2.xml><?xml version="1.0" encoding="utf-8"?>
<ax:ocx xmlns:ax="http://schemas.microsoft.com/office/2006/activeX" xmlns:r="http://schemas.openxmlformats.org/officeDocument/2006/relationships" ax:classid="{8BD21D10-EC42-11CE-9E0D-00AA006002F3}" ax:persistence="persistStorage" r:id="rId1"/>
</file>

<file path=ppt/activeX/activeX3.xml><?xml version="1.0" encoding="utf-8"?>
<ax:ocx xmlns:ax="http://schemas.microsoft.com/office/2006/activeX" xmlns:r="http://schemas.openxmlformats.org/officeDocument/2006/relationships" ax:classid="{8BD21D10-EC42-11CE-9E0D-00AA006002F3}" ax:persistence="persistStorage" r:id="rId1"/>
</file>

<file path=ppt/activeX/activeX4.xml><?xml version="1.0" encoding="utf-8"?>
<ax:ocx xmlns:ax="http://schemas.microsoft.com/office/2006/activeX" xmlns:r="http://schemas.openxmlformats.org/officeDocument/2006/relationships" ax:classid="{8BD21D10-EC42-11CE-9E0D-00AA006002F3}" ax:persistence="persistStorage" r:id="rId1"/>
</file>

<file path=ppt/activeX/activeX5.xml><?xml version="1.0" encoding="utf-8"?>
<ax:ocx xmlns:ax="http://schemas.microsoft.com/office/2006/activeX" xmlns:r="http://schemas.openxmlformats.org/officeDocument/2006/relationships" ax:classid="{8BD21D10-EC42-11CE-9E0D-00AA006002F3}" ax:persistence="persistStorage" r:id="rId1"/>
</file>

<file path=ppt/activeX/activeX6.xml><?xml version="1.0" encoding="utf-8"?>
<ax:ocx xmlns:ax="http://schemas.microsoft.com/office/2006/activeX" xmlns:r="http://schemas.openxmlformats.org/officeDocument/2006/relationships" ax:classid="{8BD21D10-EC42-11CE-9E0D-00AA006002F3}" ax:persistence="persistStorage" r:id="rId1"/>
</file>

<file path=ppt/activeX/activeX7.xml><?xml version="1.0" encoding="utf-8"?>
<ax:ocx xmlns:ax="http://schemas.microsoft.com/office/2006/activeX" xmlns:r="http://schemas.openxmlformats.org/officeDocument/2006/relationships" ax:classid="{8BD21D10-EC42-11CE-9E0D-00AA006002F3}" ax:persistence="persistStorage" r:id="rId1"/>
</file>

<file path=ppt/activeX/activeX8.xml><?xml version="1.0" encoding="utf-8"?>
<ax:ocx xmlns:ax="http://schemas.microsoft.com/office/2006/activeX" xmlns:r="http://schemas.openxmlformats.org/officeDocument/2006/relationships" ax:classid="{8BD21D10-EC42-11CE-9E0D-00AA006002F3}" ax:persistence="persistStorage" r:id="rId1"/>
</file>

<file path=ppt/activeX/activeX9.xml><?xml version="1.0" encoding="utf-8"?>
<ax:ocx xmlns:ax="http://schemas.microsoft.com/office/2006/activeX" xmlns:r="http://schemas.openxmlformats.org/officeDocument/2006/relationships" ax:classid="{8BD21D10-EC42-11CE-9E0D-00AA006002F3}" ax:persistence="persistStorage" r:id="rId1"/>
</file>

<file path=ppt/activeX/activeX10.xml><?xml version="1.0" encoding="utf-8"?>
<ax:ocx xmlns:ax="http://schemas.microsoft.com/office/2006/activeX" xmlns:r="http://schemas.openxmlformats.org/officeDocument/2006/relationships" ax:classid="{8BD21D10-EC42-11CE-9E0D-00AA006002F3}" ax:persistence="persistStorage" r:id="rId1"/>
</file>

<file path=ppt/activeX/activeX11.xml><?xml version="1.0" encoding="utf-8"?>
<ax:ocx xmlns:ax="http://schemas.microsoft.com/office/2006/activeX" xmlns:r="http://schemas.openxmlformats.org/officeDocument/2006/relationships" ax:classid="{8BD21D10-EC42-11CE-9E0D-00AA006002F3}" ax:persistence="persistStorage" r:id="rId1"/>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7650" name="Header Placeholder 27649">
            <a:extLst>
              <a:ext uri="{FF2B5EF4-FFF2-40B4-BE49-F238E27FC236}">
                <a16:creationId xmlns:a16="http://schemas.microsoft.com/office/drawing/2014/main" id="{DF686115-B14E-F7D4-BBEE-726DBF6D33B1}"/>
              </a:ext>
            </a:extLst>
          </p:cNvPr>
          <p:cNvSpPr>
            <a:spLocks noGrp="1"/>
          </p:cNvSpPr>
          <p:nvPr>
            <p:ph type="hdr" sz="quarter"/>
          </p:nvPr>
        </p:nvSpPr>
        <p:spPr>
          <a:xfrm>
            <a:off x="0" y="0"/>
            <a:ext cx="3052763" cy="458788"/>
          </a:xfrm>
          <a:prstGeom prst="rect">
            <a:avLst/>
          </a:prstGeom>
          <a:noFill/>
          <a:ln w="9525">
            <a:noFill/>
          </a:ln>
        </p:spPr>
        <p:txBody>
          <a:bodyPr lIns="91723" tIns="45862" rIns="91723" bIns="45862"/>
          <a:lstStyle>
            <a:lvl1pPr defTabSz="917575">
              <a:defRPr sz="1200" i="0" noProof="1" dirty="0"/>
            </a:lvl1pPr>
          </a:lstStyle>
          <a:p>
            <a:endParaRPr lang="zh-CN" altLang="en-AU"/>
          </a:p>
        </p:txBody>
      </p:sp>
      <p:sp>
        <p:nvSpPr>
          <p:cNvPr id="27651" name="Date Placeholder 27650">
            <a:extLst>
              <a:ext uri="{FF2B5EF4-FFF2-40B4-BE49-F238E27FC236}">
                <a16:creationId xmlns:a16="http://schemas.microsoft.com/office/drawing/2014/main" id="{ADF569A7-9C80-A120-97E3-2B152628FD93}"/>
              </a:ext>
            </a:extLst>
          </p:cNvPr>
          <p:cNvSpPr>
            <a:spLocks noGrp="1"/>
          </p:cNvSpPr>
          <p:nvPr>
            <p:ph type="dt" sz="quarter" idx="1"/>
          </p:nvPr>
        </p:nvSpPr>
        <p:spPr>
          <a:xfrm>
            <a:off x="3970338" y="0"/>
            <a:ext cx="3052762" cy="458788"/>
          </a:xfrm>
          <a:prstGeom prst="rect">
            <a:avLst/>
          </a:prstGeom>
          <a:noFill/>
          <a:ln w="9525">
            <a:noFill/>
          </a:ln>
        </p:spPr>
        <p:txBody>
          <a:bodyPr lIns="91723" tIns="45862" rIns="91723" bIns="45862"/>
          <a:lstStyle>
            <a:lvl1pPr algn="r" defTabSz="917575">
              <a:defRPr sz="1200" i="0" noProof="1" dirty="0"/>
            </a:lvl1pPr>
          </a:lstStyle>
          <a:p>
            <a:endParaRPr lang="zh-CN" altLang="en-AU"/>
          </a:p>
        </p:txBody>
      </p:sp>
      <p:sp>
        <p:nvSpPr>
          <p:cNvPr id="27652" name="Footer Placeholder 27651">
            <a:extLst>
              <a:ext uri="{FF2B5EF4-FFF2-40B4-BE49-F238E27FC236}">
                <a16:creationId xmlns:a16="http://schemas.microsoft.com/office/drawing/2014/main" id="{9E0DBF03-BBC4-BE8D-F327-C415CCFB1FB4}"/>
              </a:ext>
            </a:extLst>
          </p:cNvPr>
          <p:cNvSpPr>
            <a:spLocks noGrp="1"/>
          </p:cNvSpPr>
          <p:nvPr>
            <p:ph type="ftr" sz="quarter" idx="2"/>
          </p:nvPr>
        </p:nvSpPr>
        <p:spPr>
          <a:xfrm>
            <a:off x="0" y="8875713"/>
            <a:ext cx="3052763" cy="458787"/>
          </a:xfrm>
          <a:prstGeom prst="rect">
            <a:avLst/>
          </a:prstGeom>
          <a:noFill/>
          <a:ln w="9525">
            <a:noFill/>
          </a:ln>
        </p:spPr>
        <p:txBody>
          <a:bodyPr lIns="91723" tIns="45862" rIns="91723" bIns="45862" anchor="b"/>
          <a:lstStyle>
            <a:lvl1pPr defTabSz="917575">
              <a:defRPr sz="1200" i="0" noProof="1" dirty="0"/>
            </a:lvl1pPr>
          </a:lstStyle>
          <a:p>
            <a:endParaRPr lang="zh-CN" altLang="en-AU"/>
          </a:p>
        </p:txBody>
      </p:sp>
      <p:sp>
        <p:nvSpPr>
          <p:cNvPr id="27653" name="Slide Number Placeholder 27652">
            <a:extLst>
              <a:ext uri="{FF2B5EF4-FFF2-40B4-BE49-F238E27FC236}">
                <a16:creationId xmlns:a16="http://schemas.microsoft.com/office/drawing/2014/main" id="{CBB19E1C-6B6B-86CD-0DEC-B61BFFC5F541}"/>
              </a:ext>
            </a:extLst>
          </p:cNvPr>
          <p:cNvSpPr>
            <a:spLocks noGrp="1"/>
          </p:cNvSpPr>
          <p:nvPr>
            <p:ph type="sldNum" sz="quarter" idx="3"/>
          </p:nvPr>
        </p:nvSpPr>
        <p:spPr>
          <a:xfrm>
            <a:off x="3970338" y="8875713"/>
            <a:ext cx="3052762" cy="458787"/>
          </a:xfrm>
          <a:prstGeom prst="rect">
            <a:avLst/>
          </a:prstGeom>
          <a:noFill/>
          <a:ln w="9525">
            <a:noFill/>
          </a:ln>
        </p:spPr>
        <p:txBody>
          <a:bodyPr vert="horz" wrap="square" lIns="91723" tIns="45862" rIns="91723" bIns="45862" numCol="1" anchor="b" anchorCtr="0" compatLnSpc="1">
            <a:prstTxWarp prst="textNoShape">
              <a:avLst/>
            </a:prstTxWarp>
          </a:bodyPr>
          <a:lstStyle>
            <a:lvl1pPr algn="r" defTabSz="917575" eaLnBrk="0" hangingPunct="0">
              <a:defRPr sz="1200" i="0"/>
            </a:lvl1pPr>
          </a:lstStyle>
          <a:p>
            <a:fld id="{5EEDF959-E06E-421E-A5ED-89F57CA65C64}" type="slidenum">
              <a:rPr lang="zh-CN" altLang="en-AU"/>
              <a:pPr/>
              <a:t>‹#›</a:t>
            </a:fld>
            <a:endParaRPr lang="zh-CN" altLang="en-AU"/>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3794" name="Header Placeholder 33793">
            <a:extLst>
              <a:ext uri="{FF2B5EF4-FFF2-40B4-BE49-F238E27FC236}">
                <a16:creationId xmlns:a16="http://schemas.microsoft.com/office/drawing/2014/main" id="{6AA1ACDF-95DE-4D52-5C6F-A779B2BBADEE}"/>
              </a:ext>
            </a:extLst>
          </p:cNvPr>
          <p:cNvSpPr>
            <a:spLocks noGrp="1"/>
          </p:cNvSpPr>
          <p:nvPr>
            <p:ph type="hdr" sz="quarter"/>
          </p:nvPr>
        </p:nvSpPr>
        <p:spPr>
          <a:xfrm>
            <a:off x="0" y="0"/>
            <a:ext cx="3052763" cy="458788"/>
          </a:xfrm>
          <a:prstGeom prst="rect">
            <a:avLst/>
          </a:prstGeom>
          <a:noFill/>
          <a:ln w="9525">
            <a:noFill/>
          </a:ln>
        </p:spPr>
        <p:txBody>
          <a:bodyPr lIns="91723" tIns="45862" rIns="91723" bIns="45862"/>
          <a:lstStyle>
            <a:lvl1pPr defTabSz="917575">
              <a:defRPr sz="1200" i="0" noProof="1" dirty="0">
                <a:latin typeface="Arial" charset="0"/>
              </a:defRPr>
            </a:lvl1pPr>
          </a:lstStyle>
          <a:p>
            <a:endParaRPr lang="zh-CN" altLang="en-AU"/>
          </a:p>
        </p:txBody>
      </p:sp>
      <p:sp>
        <p:nvSpPr>
          <p:cNvPr id="33795" name="Date Placeholder 33794">
            <a:extLst>
              <a:ext uri="{FF2B5EF4-FFF2-40B4-BE49-F238E27FC236}">
                <a16:creationId xmlns:a16="http://schemas.microsoft.com/office/drawing/2014/main" id="{38AA77B8-121C-111B-6A63-268A95FB24BD}"/>
              </a:ext>
            </a:extLst>
          </p:cNvPr>
          <p:cNvSpPr>
            <a:spLocks noGrp="1"/>
          </p:cNvSpPr>
          <p:nvPr>
            <p:ph type="dt" idx="1"/>
          </p:nvPr>
        </p:nvSpPr>
        <p:spPr>
          <a:xfrm>
            <a:off x="3970338" y="0"/>
            <a:ext cx="3052762" cy="458788"/>
          </a:xfrm>
          <a:prstGeom prst="rect">
            <a:avLst/>
          </a:prstGeom>
          <a:noFill/>
          <a:ln w="9525">
            <a:noFill/>
          </a:ln>
        </p:spPr>
        <p:txBody>
          <a:bodyPr lIns="91723" tIns="45862" rIns="91723" bIns="45862"/>
          <a:lstStyle>
            <a:lvl1pPr algn="r" defTabSz="917575">
              <a:defRPr sz="1200" i="0" noProof="1" dirty="0">
                <a:latin typeface="Arial" charset="0"/>
              </a:defRPr>
            </a:lvl1pPr>
          </a:lstStyle>
          <a:p>
            <a:endParaRPr lang="zh-CN" altLang="en-AU"/>
          </a:p>
        </p:txBody>
      </p:sp>
      <p:sp>
        <p:nvSpPr>
          <p:cNvPr id="9220" name="Slide Image Placeholder 33795">
            <a:extLst>
              <a:ext uri="{FF2B5EF4-FFF2-40B4-BE49-F238E27FC236}">
                <a16:creationId xmlns:a16="http://schemas.microsoft.com/office/drawing/2014/main" id="{03DF9077-482B-BCC0-49A4-48A4D994E328}"/>
              </a:ext>
            </a:extLst>
          </p:cNvPr>
          <p:cNvSpPr>
            <a:spLocks noChangeArrowheads="1" noTextEdit="1"/>
          </p:cNvSpPr>
          <p:nvPr>
            <p:ph type="sldImg" idx="4294967295"/>
          </p:nvPr>
        </p:nvSpPr>
        <p:spPr bwMode="auto">
          <a:xfrm>
            <a:off x="1127125" y="688975"/>
            <a:ext cx="4692650" cy="35194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21" name="Text Placeholder 33796">
            <a:extLst>
              <a:ext uri="{FF2B5EF4-FFF2-40B4-BE49-F238E27FC236}">
                <a16:creationId xmlns:a16="http://schemas.microsoft.com/office/drawing/2014/main" id="{30CBFE1F-2A14-3A27-EA13-D27DEE0E9113}"/>
              </a:ext>
            </a:extLst>
          </p:cNvPr>
          <p:cNvSpPr>
            <a:spLocks noGrp="1" noChangeArrowheads="1"/>
          </p:cNvSpPr>
          <p:nvPr>
            <p:ph type="body" sz="quarter" idx="4294967295"/>
          </p:nvPr>
        </p:nvSpPr>
        <p:spPr bwMode="auto">
          <a:xfrm>
            <a:off x="915988" y="4437063"/>
            <a:ext cx="5114925" cy="420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723" tIns="45862" rIns="91723" bIns="45862" numCol="1" anchor="t" anchorCtr="0" compatLnSpc="1">
            <a:prstTxWarp prst="textNoShape">
              <a:avLst/>
            </a:prstTxWarp>
          </a:bodyPr>
          <a:lstStyle/>
          <a:p>
            <a:pPr lvl="0"/>
            <a:r>
              <a:rPr lang="en-AU" altLang="zh-CN"/>
              <a:t>Click to edit Master text styles</a:t>
            </a:r>
          </a:p>
          <a:p>
            <a:pPr lvl="1"/>
            <a:r>
              <a:rPr lang="en-AU" altLang="zh-CN"/>
              <a:t>Second level</a:t>
            </a:r>
          </a:p>
          <a:p>
            <a:pPr lvl="2"/>
            <a:r>
              <a:rPr lang="en-AU" altLang="zh-CN"/>
              <a:t>Third level</a:t>
            </a:r>
          </a:p>
          <a:p>
            <a:pPr lvl="3"/>
            <a:r>
              <a:rPr lang="en-AU" altLang="zh-CN"/>
              <a:t>Fourth level</a:t>
            </a:r>
          </a:p>
          <a:p>
            <a:pPr lvl="4"/>
            <a:r>
              <a:rPr lang="en-AU" altLang="zh-CN"/>
              <a:t>Fifth level</a:t>
            </a:r>
          </a:p>
        </p:txBody>
      </p:sp>
      <p:sp>
        <p:nvSpPr>
          <p:cNvPr id="33798" name="Footer Placeholder 33797">
            <a:extLst>
              <a:ext uri="{FF2B5EF4-FFF2-40B4-BE49-F238E27FC236}">
                <a16:creationId xmlns:a16="http://schemas.microsoft.com/office/drawing/2014/main" id="{A640318A-2E8B-D645-5E7E-DADE11F3D0D3}"/>
              </a:ext>
            </a:extLst>
          </p:cNvPr>
          <p:cNvSpPr>
            <a:spLocks noGrp="1"/>
          </p:cNvSpPr>
          <p:nvPr>
            <p:ph type="ftr" sz="quarter" idx="4"/>
          </p:nvPr>
        </p:nvSpPr>
        <p:spPr>
          <a:xfrm>
            <a:off x="0" y="8875713"/>
            <a:ext cx="3052763" cy="458787"/>
          </a:xfrm>
          <a:prstGeom prst="rect">
            <a:avLst/>
          </a:prstGeom>
          <a:noFill/>
          <a:ln w="9525">
            <a:noFill/>
          </a:ln>
        </p:spPr>
        <p:txBody>
          <a:bodyPr lIns="91723" tIns="45862" rIns="91723" bIns="45862" anchor="b"/>
          <a:lstStyle>
            <a:lvl1pPr defTabSz="917575">
              <a:defRPr sz="1200" i="0" noProof="1" dirty="0">
                <a:latin typeface="Arial" charset="0"/>
              </a:defRPr>
            </a:lvl1pPr>
          </a:lstStyle>
          <a:p>
            <a:endParaRPr lang="zh-CN" altLang="en-AU"/>
          </a:p>
        </p:txBody>
      </p:sp>
      <p:sp>
        <p:nvSpPr>
          <p:cNvPr id="33799" name="Slide Number Placeholder 33798">
            <a:extLst>
              <a:ext uri="{FF2B5EF4-FFF2-40B4-BE49-F238E27FC236}">
                <a16:creationId xmlns:a16="http://schemas.microsoft.com/office/drawing/2014/main" id="{3D6F783D-F808-8C06-E53E-C6AD2373562D}"/>
              </a:ext>
            </a:extLst>
          </p:cNvPr>
          <p:cNvSpPr>
            <a:spLocks noGrp="1"/>
          </p:cNvSpPr>
          <p:nvPr>
            <p:ph type="sldNum" sz="quarter" idx="5"/>
          </p:nvPr>
        </p:nvSpPr>
        <p:spPr>
          <a:xfrm>
            <a:off x="3970338" y="8875713"/>
            <a:ext cx="3052762" cy="458787"/>
          </a:xfrm>
          <a:prstGeom prst="rect">
            <a:avLst/>
          </a:prstGeom>
          <a:noFill/>
          <a:ln w="9525">
            <a:noFill/>
          </a:ln>
        </p:spPr>
        <p:txBody>
          <a:bodyPr vert="horz" wrap="square" lIns="91723" tIns="45862" rIns="91723" bIns="45862" numCol="1" anchor="b" anchorCtr="0" compatLnSpc="1">
            <a:prstTxWarp prst="textNoShape">
              <a:avLst/>
            </a:prstTxWarp>
          </a:bodyPr>
          <a:lstStyle>
            <a:lvl1pPr algn="r" defTabSz="917575" eaLnBrk="0" hangingPunct="0">
              <a:defRPr sz="1200" i="0">
                <a:latin typeface="Arial" panose="020B0604020202020204" pitchFamily="34" charset="0"/>
              </a:defRPr>
            </a:lvl1pPr>
          </a:lstStyle>
          <a:p>
            <a:fld id="{0DDF6DF7-65B4-452B-9D1C-4AC572394CBF}" type="slidenum">
              <a:rPr lang="zh-CN" altLang="en-AU"/>
              <a:pPr/>
              <a:t>‹#›</a:t>
            </a:fld>
            <a:endParaRPr lang="zh-CN" altLang="en-AU"/>
          </a:p>
        </p:txBody>
      </p:sp>
    </p:spTree>
  </p:cSld>
  <p:clrMap bg1="lt1" tx1="dk1" bg2="lt2" tx2="dk2" accent1="accent1" accent2="accent2" accent3="accent3" accent4="accent4" accent5="accent5" accent6="accent6" hlink="hlink" folHlink="folHlink"/>
  <p:notesStyle>
    <a:lvl1pPr marL="123825" indent="-123825" algn="l" rtl="0" fontAlgn="base">
      <a:spcBef>
        <a:spcPct val="30000"/>
      </a:spcBef>
      <a:spcAft>
        <a:spcPct val="0"/>
      </a:spcAft>
      <a:buFont typeface="Arial" panose="020B0604020202020204" pitchFamily="34" charset="0"/>
      <a:buChar char="•"/>
      <a:defRPr sz="1200" kern="1200">
        <a:solidFill>
          <a:schemeClr val="tx1"/>
        </a:solidFill>
        <a:latin typeface="Arial" charset="0"/>
        <a:ea typeface="宋体" charset="-122"/>
      </a:defRPr>
    </a:lvl1pPr>
    <a:lvl2pPr marL="579438" lvl="1" indent="-122238" algn="l" rtl="0" fontAlgn="base">
      <a:spcBef>
        <a:spcPct val="30000"/>
      </a:spcBef>
      <a:spcAft>
        <a:spcPct val="0"/>
      </a:spcAft>
      <a:buFont typeface="Arial" panose="020B0604020202020204" pitchFamily="34" charset="0"/>
      <a:buChar char="•"/>
      <a:defRPr sz="1200" kern="1200">
        <a:solidFill>
          <a:schemeClr val="tx1"/>
        </a:solidFill>
        <a:latin typeface="Arial" charset="0"/>
        <a:ea typeface="宋体" charset="-122"/>
      </a:defRPr>
    </a:lvl2pPr>
    <a:lvl3pPr marL="1035050" lvl="2" indent="-120650" algn="l" rtl="0" fontAlgn="base">
      <a:spcBef>
        <a:spcPct val="30000"/>
      </a:spcBef>
      <a:spcAft>
        <a:spcPct val="0"/>
      </a:spcAft>
      <a:buFont typeface="Arial" panose="020B0604020202020204" pitchFamily="34" charset="0"/>
      <a:buChar char="•"/>
      <a:defRPr sz="1200" kern="1200">
        <a:solidFill>
          <a:schemeClr val="tx1"/>
        </a:solidFill>
        <a:latin typeface="Arial" charset="0"/>
        <a:ea typeface="宋体" charset="-122"/>
      </a:defRPr>
    </a:lvl3pPr>
    <a:lvl4pPr marL="1490663" lvl="3" indent="-119063" algn="l" rtl="0" fontAlgn="base">
      <a:spcBef>
        <a:spcPct val="30000"/>
      </a:spcBef>
      <a:spcAft>
        <a:spcPct val="0"/>
      </a:spcAft>
      <a:buFont typeface="Arial" panose="020B0604020202020204" pitchFamily="34" charset="0"/>
      <a:buChar char="•"/>
      <a:defRPr sz="1200" kern="1200">
        <a:solidFill>
          <a:schemeClr val="tx1"/>
        </a:solidFill>
        <a:latin typeface="Arial" charset="0"/>
        <a:ea typeface="宋体" charset="-122"/>
      </a:defRPr>
    </a:lvl4pPr>
    <a:lvl5pPr marL="1946275" lvl="4" indent="-117475" algn="l" rtl="0" fontAlgn="base">
      <a:spcBef>
        <a:spcPct val="30000"/>
      </a:spcBef>
      <a:spcAft>
        <a:spcPct val="0"/>
      </a:spcAft>
      <a:buFont typeface="Arial" panose="020B0604020202020204" pitchFamily="34" charset="0"/>
      <a:buChar char="•"/>
      <a:defRPr sz="1200" kern="1200">
        <a:solidFill>
          <a:schemeClr val="tx1"/>
        </a:solidFill>
        <a:latin typeface="Arial" charset="0"/>
        <a:ea typeface="宋体" charset="-122"/>
      </a:defRPr>
    </a:lvl5pPr>
    <a:lvl6pPr marL="2286000" lvl="5" indent="-117475" algn="l" defTabSz="914400" eaLnBrk="1" fontAlgn="base" latinLnBrk="0" hangingPunct="1">
      <a:lnSpc>
        <a:spcPct val="100000"/>
      </a:lnSpc>
      <a:spcBef>
        <a:spcPct val="30000"/>
      </a:spcBef>
      <a:spcAft>
        <a:spcPct val="0"/>
      </a:spcAft>
      <a:buChar char="•"/>
      <a:defRPr sz="1200" b="0" i="0" u="none" kern="1200" baseline="0">
        <a:solidFill>
          <a:schemeClr val="tx1"/>
        </a:solidFill>
        <a:latin typeface="Arial" charset="0"/>
        <a:ea typeface="宋体" charset="-122"/>
      </a:defRPr>
    </a:lvl6pPr>
    <a:lvl7pPr marL="2743200" lvl="6" indent="-117475" algn="l" defTabSz="914400" eaLnBrk="1" fontAlgn="base" latinLnBrk="0" hangingPunct="1">
      <a:lnSpc>
        <a:spcPct val="100000"/>
      </a:lnSpc>
      <a:spcBef>
        <a:spcPct val="30000"/>
      </a:spcBef>
      <a:spcAft>
        <a:spcPct val="0"/>
      </a:spcAft>
      <a:buChar char="•"/>
      <a:defRPr sz="1200" b="0" i="0" u="none" kern="1200" baseline="0">
        <a:solidFill>
          <a:schemeClr val="tx1"/>
        </a:solidFill>
        <a:latin typeface="Arial" charset="0"/>
        <a:ea typeface="宋体" charset="-122"/>
      </a:defRPr>
    </a:lvl7pPr>
    <a:lvl8pPr marL="3200400" lvl="7" indent="-117475" algn="l" defTabSz="914400" eaLnBrk="1" fontAlgn="base" latinLnBrk="0" hangingPunct="1">
      <a:lnSpc>
        <a:spcPct val="100000"/>
      </a:lnSpc>
      <a:spcBef>
        <a:spcPct val="30000"/>
      </a:spcBef>
      <a:spcAft>
        <a:spcPct val="0"/>
      </a:spcAft>
      <a:buChar char="•"/>
      <a:defRPr sz="1200" b="0" i="0" u="none" kern="1200" baseline="0">
        <a:solidFill>
          <a:schemeClr val="tx1"/>
        </a:solidFill>
        <a:latin typeface="Arial" charset="0"/>
        <a:ea typeface="宋体" charset="-122"/>
      </a:defRPr>
    </a:lvl8pPr>
    <a:lvl9pPr marL="3657600" lvl="8" indent="-117475" algn="l" defTabSz="914400" eaLnBrk="1" fontAlgn="base" latinLnBrk="0" hangingPunct="1">
      <a:lnSpc>
        <a:spcPct val="100000"/>
      </a:lnSpc>
      <a:spcBef>
        <a:spcPct val="30000"/>
      </a:spcBef>
      <a:spcAft>
        <a:spcPct val="0"/>
      </a:spcAft>
      <a:buChar char="•"/>
      <a:defRPr sz="1200" b="0" i="0" u="none" kern="1200" baseline="0">
        <a:solidFill>
          <a:schemeClr val="tx1"/>
        </a:solidFill>
        <a:latin typeface="Arial" charset="0"/>
        <a:ea typeface="宋体" charset="-122"/>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Slide Image Placeholder 568321">
            <a:extLst>
              <a:ext uri="{FF2B5EF4-FFF2-40B4-BE49-F238E27FC236}">
                <a16:creationId xmlns:a16="http://schemas.microsoft.com/office/drawing/2014/main" id="{A7A8B4AE-D529-0F99-54B3-986C155A447A}"/>
              </a:ext>
            </a:extLst>
          </p:cNvPr>
          <p:cNvSpPr>
            <a:spLocks noChangeArrowheads="1"/>
          </p:cNvSpPr>
          <p:nvPr>
            <p:ph type="sldImg" idx="4294967295"/>
          </p:nvPr>
        </p:nvSpPr>
        <p:spPr bwMode="auto">
          <a:xfrm>
            <a:off x="1127125" y="688975"/>
            <a:ext cx="4692650" cy="3519488"/>
          </a:xfrm>
          <a:solidFill>
            <a:srgbClr val="FFFFFF"/>
          </a:solidFill>
          <a:ln cap="flat">
            <a:solidFill>
              <a:srgbClr val="000000"/>
            </a:solidFill>
            <a:miter lim="800000"/>
            <a:headEnd/>
            <a:tailEnd/>
          </a:ln>
        </p:spPr>
      </p:sp>
      <p:sp>
        <p:nvSpPr>
          <p:cNvPr id="11266" name="Text Placeholder 568322">
            <a:extLst>
              <a:ext uri="{FF2B5EF4-FFF2-40B4-BE49-F238E27FC236}">
                <a16:creationId xmlns:a16="http://schemas.microsoft.com/office/drawing/2014/main" id="{4C5B42DD-E056-F6C3-13E8-DAFB1339F1E6}"/>
              </a:ext>
            </a:extLst>
          </p:cNvPr>
          <p:cNvSpPr>
            <a:spLocks noChangeArrowheads="1"/>
          </p:cNvSpPr>
          <p:nvPr>
            <p:ph type="body" idx="4294967295"/>
          </p:nvPr>
        </p:nvSpPr>
        <p:spPr bwMode="auto">
          <a:xfrm>
            <a:off x="915988" y="4437063"/>
            <a:ext cx="5114925" cy="4208462"/>
          </a:xfrm>
          <a:prstGeom prst="rect">
            <a:avLst/>
          </a:prstGeom>
          <a:solidFill>
            <a:srgbClr val="FFFFFF"/>
          </a:solidFill>
          <a:ln cap="flat">
            <a:solidFill>
              <a:srgbClr val="000000"/>
            </a:solidFill>
            <a:miter lim="800000"/>
            <a:headEnd/>
            <a:tailEnd/>
          </a:ln>
        </p:spPr>
        <p:txBody>
          <a:bodyPr lIns="91723" tIns="45862" rIns="91723" bIns="45862"/>
          <a:lstStyle/>
          <a:p>
            <a:endParaRPr lang="zh-CN" altLang="en-US">
              <a:latin typeface="Arial" panose="020B0604020202020204" pitchFamily="34" charset="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cSld name="标题幻灯片">
    <p:bg>
      <p:bgPr>
        <a:solidFill>
          <a:srgbClr val="134781"/>
        </a:solidFill>
        <a:effectLst>
          <a:outerShdw dist="107763" dir="2699999" algn="ctr" rotWithShape="0">
            <a:srgbClr val="020000"/>
          </a:outerShdw>
        </a:effectLst>
      </p:bgPr>
    </p:bg>
    <p:spTree>
      <p:nvGrpSpPr>
        <p:cNvPr id="1" name=""/>
        <p:cNvGrpSpPr/>
        <p:nvPr/>
      </p:nvGrpSpPr>
      <p:grpSpPr>
        <a:xfrm>
          <a:off x="0" y="0"/>
          <a:ext cx="0" cy="0"/>
          <a:chOff x="0" y="0"/>
          <a:chExt cx="0" cy="0"/>
        </a:xfrm>
      </p:grpSpPr>
      <p:sp>
        <p:nvSpPr>
          <p:cNvPr id="2" name="矩形 3133">
            <a:extLst>
              <a:ext uri="{FF2B5EF4-FFF2-40B4-BE49-F238E27FC236}">
                <a16:creationId xmlns:a16="http://schemas.microsoft.com/office/drawing/2014/main" id="{92379E59-C7EB-1618-4F37-22EB84A278BB}"/>
              </a:ext>
            </a:extLst>
          </p:cNvPr>
          <p:cNvSpPr>
            <a:spLocks noChangeArrowheads="1"/>
          </p:cNvSpPr>
          <p:nvPr/>
        </p:nvSpPr>
        <p:spPr bwMode="auto">
          <a:xfrm>
            <a:off x="0" y="1333500"/>
            <a:ext cx="9144000" cy="2247900"/>
          </a:xfrm>
          <a:prstGeom prst="rect">
            <a:avLst/>
          </a:prstGeom>
          <a:solidFill>
            <a:srgbClr val="FFFFFF"/>
          </a:solidFill>
          <a:ln w="9525">
            <a:solidFill>
              <a:schemeClr val="tx1"/>
            </a:solidFill>
            <a:miter lim="800000"/>
            <a:headEnd/>
            <a:tailEnd/>
          </a:ln>
        </p:spPr>
        <p:txBody>
          <a:bodyPr/>
          <a:lstStyle/>
          <a:p>
            <a:pPr algn="ctr" eaLnBrk="0" hangingPunct="0"/>
            <a:endParaRPr lang="zh-CN" altLang="en-US"/>
          </a:p>
        </p:txBody>
      </p:sp>
      <p:sp>
        <p:nvSpPr>
          <p:cNvPr id="3" name="矩形 3134">
            <a:extLst>
              <a:ext uri="{FF2B5EF4-FFF2-40B4-BE49-F238E27FC236}">
                <a16:creationId xmlns:a16="http://schemas.microsoft.com/office/drawing/2014/main" id="{37A67BDF-0AC0-6454-049B-CAC8C99EEBD2}"/>
              </a:ext>
            </a:extLst>
          </p:cNvPr>
          <p:cNvSpPr>
            <a:spLocks noChangeArrowheads="1"/>
          </p:cNvSpPr>
          <p:nvPr/>
        </p:nvSpPr>
        <p:spPr bwMode="auto">
          <a:xfrm>
            <a:off x="0" y="1400175"/>
            <a:ext cx="9144000" cy="2112963"/>
          </a:xfrm>
          <a:prstGeom prst="rect">
            <a:avLst/>
          </a:prstGeom>
          <a:solidFill>
            <a:srgbClr val="99CCFF"/>
          </a:solidFill>
          <a:ln w="9525">
            <a:solidFill>
              <a:schemeClr val="tx1"/>
            </a:solidFill>
            <a:miter lim="800000"/>
            <a:headEnd/>
            <a:tailEnd/>
          </a:ln>
        </p:spPr>
        <p:txBody>
          <a:bodyPr/>
          <a:lstStyle/>
          <a:p>
            <a:pPr algn="ctr" eaLnBrk="0" hangingPunct="0"/>
            <a:endParaRPr lang="zh-CN" altLang="en-US"/>
          </a:p>
        </p:txBody>
      </p:sp>
      <p:grpSp>
        <p:nvGrpSpPr>
          <p:cNvPr id="4" name="组合 3141">
            <a:extLst>
              <a:ext uri="{FF2B5EF4-FFF2-40B4-BE49-F238E27FC236}">
                <a16:creationId xmlns:a16="http://schemas.microsoft.com/office/drawing/2014/main" id="{DB9EB2A0-7B20-EA1D-0ECF-1116A6E7217D}"/>
              </a:ext>
            </a:extLst>
          </p:cNvPr>
          <p:cNvGrpSpPr>
            <a:grpSpLocks/>
          </p:cNvGrpSpPr>
          <p:nvPr/>
        </p:nvGrpSpPr>
        <p:grpSpPr bwMode="auto">
          <a:xfrm>
            <a:off x="1143000" y="4202113"/>
            <a:ext cx="533400" cy="338137"/>
            <a:chOff x="613" y="2617"/>
            <a:chExt cx="491" cy="311"/>
          </a:xfrm>
        </p:grpSpPr>
        <p:sp>
          <p:nvSpPr>
            <p:cNvPr id="5" name="椭圆 3125">
              <a:extLst>
                <a:ext uri="{FF2B5EF4-FFF2-40B4-BE49-F238E27FC236}">
                  <a16:creationId xmlns:a16="http://schemas.microsoft.com/office/drawing/2014/main" id="{E0D9C1D9-6FDB-DFBB-D193-958B8E5F3F80}"/>
                </a:ext>
              </a:extLst>
            </p:cNvPr>
            <p:cNvSpPr>
              <a:spLocks noChangeArrowheads="1"/>
            </p:cNvSpPr>
            <p:nvPr/>
          </p:nvSpPr>
          <p:spPr bwMode="auto">
            <a:xfrm>
              <a:off x="613" y="2617"/>
              <a:ext cx="95" cy="95"/>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6" name="椭圆 3126">
              <a:extLst>
                <a:ext uri="{FF2B5EF4-FFF2-40B4-BE49-F238E27FC236}">
                  <a16:creationId xmlns:a16="http://schemas.microsoft.com/office/drawing/2014/main" id="{50B658FD-520D-7FB5-B004-BEE7A2E98061}"/>
                </a:ext>
              </a:extLst>
            </p:cNvPr>
            <p:cNvSpPr>
              <a:spLocks noChangeArrowheads="1"/>
            </p:cNvSpPr>
            <p:nvPr/>
          </p:nvSpPr>
          <p:spPr bwMode="auto">
            <a:xfrm>
              <a:off x="721" y="2722"/>
              <a:ext cx="95" cy="96"/>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7" name="椭圆 3127">
              <a:extLst>
                <a:ext uri="{FF2B5EF4-FFF2-40B4-BE49-F238E27FC236}">
                  <a16:creationId xmlns:a16="http://schemas.microsoft.com/office/drawing/2014/main" id="{59746705-689D-A840-43CE-C9D7330C9B66}"/>
                </a:ext>
              </a:extLst>
            </p:cNvPr>
            <p:cNvSpPr>
              <a:spLocks noChangeArrowheads="1"/>
            </p:cNvSpPr>
            <p:nvPr/>
          </p:nvSpPr>
          <p:spPr bwMode="auto">
            <a:xfrm>
              <a:off x="613" y="2833"/>
              <a:ext cx="95" cy="95"/>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8" name="椭圆 3138">
              <a:extLst>
                <a:ext uri="{FF2B5EF4-FFF2-40B4-BE49-F238E27FC236}">
                  <a16:creationId xmlns:a16="http://schemas.microsoft.com/office/drawing/2014/main" id="{2558BA44-F645-DC44-EC38-82DF42B3EDE2}"/>
                </a:ext>
              </a:extLst>
            </p:cNvPr>
            <p:cNvSpPr>
              <a:spLocks noChangeArrowheads="1"/>
            </p:cNvSpPr>
            <p:nvPr/>
          </p:nvSpPr>
          <p:spPr bwMode="auto">
            <a:xfrm>
              <a:off x="901" y="2617"/>
              <a:ext cx="95" cy="95"/>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9" name="椭圆 3139">
              <a:extLst>
                <a:ext uri="{FF2B5EF4-FFF2-40B4-BE49-F238E27FC236}">
                  <a16:creationId xmlns:a16="http://schemas.microsoft.com/office/drawing/2014/main" id="{7576EDDF-95BB-5ED6-CD6D-618E8BDD1DBF}"/>
                </a:ext>
              </a:extLst>
            </p:cNvPr>
            <p:cNvSpPr>
              <a:spLocks noChangeArrowheads="1"/>
            </p:cNvSpPr>
            <p:nvPr/>
          </p:nvSpPr>
          <p:spPr bwMode="auto">
            <a:xfrm>
              <a:off x="1009" y="2722"/>
              <a:ext cx="95" cy="96"/>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10" name="椭圆 3140">
              <a:extLst>
                <a:ext uri="{FF2B5EF4-FFF2-40B4-BE49-F238E27FC236}">
                  <a16:creationId xmlns:a16="http://schemas.microsoft.com/office/drawing/2014/main" id="{0A8E0ED7-01D7-C9F3-B344-57A5C7676F51}"/>
                </a:ext>
              </a:extLst>
            </p:cNvPr>
            <p:cNvSpPr>
              <a:spLocks noChangeArrowheads="1"/>
            </p:cNvSpPr>
            <p:nvPr/>
          </p:nvSpPr>
          <p:spPr bwMode="auto">
            <a:xfrm>
              <a:off x="901" y="2833"/>
              <a:ext cx="95" cy="95"/>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grpSp>
      <p:sp>
        <p:nvSpPr>
          <p:cNvPr id="3082" name="Title 3081"/>
          <p:cNvSpPr>
            <a:spLocks noGrp="1"/>
          </p:cNvSpPr>
          <p:nvPr>
            <p:ph type="ctrTitle"/>
          </p:nvPr>
        </p:nvSpPr>
        <p:spPr>
          <a:xfrm>
            <a:off x="1827213" y="3810000"/>
            <a:ext cx="7010400" cy="1143000"/>
          </a:xfrm>
          <a:prstGeom prst="rect">
            <a:avLst/>
          </a:prstGeom>
          <a:noFill/>
          <a:ln w="9525">
            <a:noFill/>
          </a:ln>
          <a:effectLst>
            <a:outerShdw dist="17961" dir="2699999" algn="ctr" rotWithShape="0">
              <a:schemeClr val="bg2"/>
            </a:outerShdw>
          </a:effectLst>
        </p:spPr>
        <p:txBody>
          <a:bodyPr/>
          <a:lstStyle>
            <a:lvl1pPr marL="0" lvl="0" indent="0" algn="l" defTabSz="914400" eaLnBrk="0" fontAlgn="base" latinLnBrk="0" hangingPunct="0">
              <a:lnSpc>
                <a:spcPct val="100000"/>
              </a:lnSpc>
              <a:spcBef>
                <a:spcPct val="0"/>
              </a:spcBef>
              <a:spcAft>
                <a:spcPct val="0"/>
              </a:spcAft>
              <a:buClr>
                <a:srgbClr val="000000"/>
              </a:buClr>
              <a:buNone/>
              <a:defRPr sz="3600" b="1" i="0" u="none" kern="1200" baseline="0">
                <a:solidFill>
                  <a:srgbClr val="FFFFFF"/>
                </a:solidFill>
                <a:latin typeface="+mj-lt"/>
                <a:ea typeface="+mj-ea"/>
                <a:cs typeface="+mj-cs"/>
              </a:defRPr>
            </a:lvl1pPr>
          </a:lstStyle>
          <a:p>
            <a:pPr lvl="0"/>
            <a:r>
              <a:rPr lang="en-AU" altLang="zh-CN" noProof="1"/>
              <a:t>Click to edit Master title style</a:t>
            </a:r>
          </a:p>
        </p:txBody>
      </p:sp>
      <p:sp>
        <p:nvSpPr>
          <p:cNvPr id="3083" name="Subtitle 3082"/>
          <p:cNvSpPr>
            <a:spLocks noGrp="1"/>
          </p:cNvSpPr>
          <p:nvPr>
            <p:ph type="subTitle" idx="1"/>
          </p:nvPr>
        </p:nvSpPr>
        <p:spPr>
          <a:xfrm>
            <a:off x="1827213" y="4724400"/>
            <a:ext cx="6934200" cy="1752600"/>
          </a:xfrm>
          <a:prstGeom prst="rect">
            <a:avLst/>
          </a:prstGeom>
          <a:noFill/>
          <a:ln w="9525">
            <a:noFill/>
          </a:ln>
          <a:effectLst>
            <a:outerShdw dist="35921" dir="2699999" algn="ctr" rotWithShape="0">
              <a:schemeClr val="bg2"/>
            </a:outerShdw>
          </a:effectLst>
        </p:spPr>
        <p:txBody>
          <a:bodyPr/>
          <a:lstStyle>
            <a:lvl1pPr marL="0" lvl="0" indent="0" algn="l" defTabSz="914400" eaLnBrk="0" fontAlgn="base" latinLnBrk="0" hangingPunct="0">
              <a:lnSpc>
                <a:spcPct val="100000"/>
              </a:lnSpc>
              <a:spcBef>
                <a:spcPct val="45000"/>
              </a:spcBef>
              <a:spcAft>
                <a:spcPct val="0"/>
              </a:spcAft>
              <a:buClr>
                <a:srgbClr val="99CCCC"/>
              </a:buClr>
              <a:buNone/>
              <a:defRPr sz="1800" b="0" i="0" u="none" kern="1200" baseline="0">
                <a:solidFill>
                  <a:srgbClr val="FFFFFF"/>
                </a:solidFill>
                <a:latin typeface="+mn-lt"/>
                <a:ea typeface="+mn-ea"/>
                <a:cs typeface="+mn-cs"/>
              </a:defRPr>
            </a:lvl1pPr>
            <a:lvl2pPr marL="457200" lvl="1" indent="-457200" algn="ctr" defTabSz="914400" eaLnBrk="0" fontAlgn="base" latinLnBrk="0" hangingPunct="0">
              <a:lnSpc>
                <a:spcPct val="100000"/>
              </a:lnSpc>
              <a:spcBef>
                <a:spcPct val="45000"/>
              </a:spcBef>
              <a:spcAft>
                <a:spcPct val="0"/>
              </a:spcAft>
              <a:buClr>
                <a:srgbClr val="99CCCC"/>
              </a:buClr>
              <a:buFont typeface="Arial" charset="0"/>
              <a:buNone/>
              <a:defRPr sz="2400" b="0" i="0" u="none" kern="1200" baseline="0">
                <a:solidFill>
                  <a:srgbClr val="FFFFFF"/>
                </a:solidFill>
                <a:latin typeface="+mn-lt"/>
                <a:ea typeface="+mn-ea"/>
                <a:cs typeface="+mn-cs"/>
              </a:defRPr>
            </a:lvl2pPr>
            <a:lvl3pPr marL="914400" lvl="2" indent="-914400" algn="ctr" defTabSz="914400" eaLnBrk="0" fontAlgn="base" latinLnBrk="0" hangingPunct="0">
              <a:lnSpc>
                <a:spcPct val="100000"/>
              </a:lnSpc>
              <a:spcBef>
                <a:spcPct val="45000"/>
              </a:spcBef>
              <a:spcAft>
                <a:spcPct val="0"/>
              </a:spcAft>
              <a:buClr>
                <a:srgbClr val="99CCCC"/>
              </a:buClr>
              <a:buFont typeface="Arial" charset="0"/>
              <a:buNone/>
              <a:defRPr sz="2400" b="0" i="0" u="none" kern="1200" baseline="0">
                <a:solidFill>
                  <a:srgbClr val="FFFFFF"/>
                </a:solidFill>
                <a:latin typeface="+mn-lt"/>
                <a:ea typeface="+mn-ea"/>
                <a:cs typeface="+mn-cs"/>
              </a:defRPr>
            </a:lvl3pPr>
            <a:lvl4pPr marL="1371600" lvl="3" indent="-1371600" algn="ctr" defTabSz="914400" eaLnBrk="0" fontAlgn="base" latinLnBrk="0" hangingPunct="0">
              <a:lnSpc>
                <a:spcPct val="100000"/>
              </a:lnSpc>
              <a:spcBef>
                <a:spcPct val="45000"/>
              </a:spcBef>
              <a:spcAft>
                <a:spcPct val="0"/>
              </a:spcAft>
              <a:buClr>
                <a:srgbClr val="99CCCC"/>
              </a:buClr>
              <a:buFont typeface="Arial" charset="0"/>
              <a:buNone/>
              <a:defRPr sz="2400" b="0" i="0" u="none" kern="1200" baseline="0">
                <a:solidFill>
                  <a:srgbClr val="FFFFFF"/>
                </a:solidFill>
                <a:latin typeface="+mn-lt"/>
                <a:ea typeface="+mn-ea"/>
                <a:cs typeface="+mn-cs"/>
              </a:defRPr>
            </a:lvl4pPr>
            <a:lvl5pPr marL="1828800" lvl="4" indent="-1828800" algn="ctr" defTabSz="914400" eaLnBrk="0" fontAlgn="base" latinLnBrk="0" hangingPunct="0">
              <a:lnSpc>
                <a:spcPct val="100000"/>
              </a:lnSpc>
              <a:spcBef>
                <a:spcPct val="20000"/>
              </a:spcBef>
              <a:spcAft>
                <a:spcPct val="0"/>
              </a:spcAft>
              <a:buClr>
                <a:srgbClr val="C2B515"/>
              </a:buClr>
              <a:buFont typeface="Arial" charset="0"/>
              <a:buNone/>
              <a:defRPr sz="2000" b="0" i="0" u="none" kern="1200" baseline="0">
                <a:solidFill>
                  <a:srgbClr val="FFFFFF"/>
                </a:solidFill>
                <a:latin typeface="+mn-lt"/>
                <a:ea typeface="+mn-ea"/>
                <a:cs typeface="+mn-cs"/>
              </a:defRPr>
            </a:lvl5pPr>
          </a:lstStyle>
          <a:p>
            <a:pPr lvl="0"/>
            <a:r>
              <a:rPr lang="en-AU" altLang="zh-CN" noProof="1"/>
              <a:t>Click to edit Master subtitle style</a:t>
            </a:r>
          </a:p>
        </p:txBody>
      </p:sp>
    </p:spTree>
    <p:extLst>
      <p:ext uri="{BB962C8B-B14F-4D97-AF65-F5344CB8AC3E}">
        <p14:creationId xmlns:p14="http://schemas.microsoft.com/office/powerpoint/2010/main" val="2806033477"/>
      </p:ext>
    </p:extLst>
  </p:cSld>
  <p:clrMapOvr>
    <a:masterClrMapping/>
  </p:clrMapOvr>
  <p:transition spd="med">
    <p:zoom/>
  </p:transition>
  <p:hf hdr="0" ft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2059">
            <a:extLst>
              <a:ext uri="{FF2B5EF4-FFF2-40B4-BE49-F238E27FC236}">
                <a16:creationId xmlns:a16="http://schemas.microsoft.com/office/drawing/2014/main" id="{0440B32E-9163-BD74-9E38-4D85D72014BA}"/>
              </a:ext>
            </a:extLst>
          </p:cNvPr>
          <p:cNvSpPr>
            <a:spLocks noGrp="1"/>
          </p:cNvSpPr>
          <p:nvPr>
            <p:ph type="dt" sz="half" idx="10"/>
          </p:nvPr>
        </p:nvSpPr>
        <p:spPr>
          <a:ln/>
        </p:spPr>
        <p:txBody>
          <a:bodyPr/>
          <a:lstStyle>
            <a:lvl1pPr>
              <a:defRPr/>
            </a:lvl1pPr>
          </a:lstStyle>
          <a:p>
            <a:endParaRPr lang="zh-CN" altLang="en-AU"/>
          </a:p>
        </p:txBody>
      </p:sp>
      <p:sp>
        <p:nvSpPr>
          <p:cNvPr id="5" name="Footer Placeholder 2060">
            <a:extLst>
              <a:ext uri="{FF2B5EF4-FFF2-40B4-BE49-F238E27FC236}">
                <a16:creationId xmlns:a16="http://schemas.microsoft.com/office/drawing/2014/main" id="{021611F7-ED41-5C75-8D93-38F3F8545F36}"/>
              </a:ext>
            </a:extLst>
          </p:cNvPr>
          <p:cNvSpPr>
            <a:spLocks noGrp="1"/>
          </p:cNvSpPr>
          <p:nvPr>
            <p:ph type="ftr" sz="quarter" idx="11"/>
          </p:nvPr>
        </p:nvSpPr>
        <p:spPr>
          <a:ln/>
        </p:spPr>
        <p:txBody>
          <a:bodyPr/>
          <a:lstStyle>
            <a:lvl1pPr>
              <a:defRPr/>
            </a:lvl1pPr>
          </a:lstStyle>
          <a:p>
            <a:endParaRPr lang="zh-CN" altLang="en-AU"/>
          </a:p>
        </p:txBody>
      </p:sp>
      <p:sp>
        <p:nvSpPr>
          <p:cNvPr id="6" name="Slide Number Placeholder 2061">
            <a:extLst>
              <a:ext uri="{FF2B5EF4-FFF2-40B4-BE49-F238E27FC236}">
                <a16:creationId xmlns:a16="http://schemas.microsoft.com/office/drawing/2014/main" id="{B98724A1-E769-1A59-72CC-CCA48E2ECB97}"/>
              </a:ext>
            </a:extLst>
          </p:cNvPr>
          <p:cNvSpPr>
            <a:spLocks noGrp="1"/>
          </p:cNvSpPr>
          <p:nvPr>
            <p:ph type="sldNum" sz="quarter" idx="12"/>
          </p:nvPr>
        </p:nvSpPr>
        <p:spPr>
          <a:ln/>
        </p:spPr>
        <p:txBody>
          <a:bodyPr/>
          <a:lstStyle>
            <a:lvl1pPr>
              <a:defRPr/>
            </a:lvl1pPr>
          </a:lstStyle>
          <a:p>
            <a:r>
              <a:rPr lang="en-AU" altLang="zh-CN"/>
              <a:t> </a:t>
            </a:r>
            <a:fld id="{23D8B03B-1B49-4513-BFA8-AC8F01969FB4}" type="slidenum">
              <a:rPr lang="en-AU" altLang="zh-CN"/>
              <a:pPr/>
              <a:t>‹#›</a:t>
            </a:fld>
            <a:endParaRPr lang="en-AU" altLang="zh-CN"/>
          </a:p>
        </p:txBody>
      </p:sp>
    </p:spTree>
    <p:extLst>
      <p:ext uri="{BB962C8B-B14F-4D97-AF65-F5344CB8AC3E}">
        <p14:creationId xmlns:p14="http://schemas.microsoft.com/office/powerpoint/2010/main" val="2829023420"/>
      </p:ext>
    </p:extLst>
  </p:cSld>
  <p:clrMapOvr>
    <a:masterClrMapping/>
  </p:clrMapOvr>
  <p:transition spd="med">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p>
        </p:txBody>
      </p:sp>
      <p:sp>
        <p:nvSpPr>
          <p:cNvPr id="4" name="Date Placeholder 2059">
            <a:extLst>
              <a:ext uri="{FF2B5EF4-FFF2-40B4-BE49-F238E27FC236}">
                <a16:creationId xmlns:a16="http://schemas.microsoft.com/office/drawing/2014/main" id="{741048FF-69C5-A722-6BCD-F02636AA532D}"/>
              </a:ext>
            </a:extLst>
          </p:cNvPr>
          <p:cNvSpPr>
            <a:spLocks noGrp="1"/>
          </p:cNvSpPr>
          <p:nvPr>
            <p:ph type="dt" sz="half" idx="10"/>
          </p:nvPr>
        </p:nvSpPr>
        <p:spPr>
          <a:ln/>
        </p:spPr>
        <p:txBody>
          <a:bodyPr/>
          <a:lstStyle>
            <a:lvl1pPr>
              <a:defRPr/>
            </a:lvl1pPr>
          </a:lstStyle>
          <a:p>
            <a:endParaRPr lang="zh-CN" altLang="en-AU"/>
          </a:p>
        </p:txBody>
      </p:sp>
      <p:sp>
        <p:nvSpPr>
          <p:cNvPr id="5" name="Footer Placeholder 2060">
            <a:extLst>
              <a:ext uri="{FF2B5EF4-FFF2-40B4-BE49-F238E27FC236}">
                <a16:creationId xmlns:a16="http://schemas.microsoft.com/office/drawing/2014/main" id="{A2DFCC5E-0E66-5030-7E29-BFF0A532BBCE}"/>
              </a:ext>
            </a:extLst>
          </p:cNvPr>
          <p:cNvSpPr>
            <a:spLocks noGrp="1"/>
          </p:cNvSpPr>
          <p:nvPr>
            <p:ph type="ftr" sz="quarter" idx="11"/>
          </p:nvPr>
        </p:nvSpPr>
        <p:spPr>
          <a:ln/>
        </p:spPr>
        <p:txBody>
          <a:bodyPr/>
          <a:lstStyle>
            <a:lvl1pPr>
              <a:defRPr/>
            </a:lvl1pPr>
          </a:lstStyle>
          <a:p>
            <a:endParaRPr lang="zh-CN" altLang="en-AU"/>
          </a:p>
        </p:txBody>
      </p:sp>
      <p:sp>
        <p:nvSpPr>
          <p:cNvPr id="6" name="Slide Number Placeholder 2061">
            <a:extLst>
              <a:ext uri="{FF2B5EF4-FFF2-40B4-BE49-F238E27FC236}">
                <a16:creationId xmlns:a16="http://schemas.microsoft.com/office/drawing/2014/main" id="{F65C3F20-0FBA-5DDC-8BF6-C40C527F5ED2}"/>
              </a:ext>
            </a:extLst>
          </p:cNvPr>
          <p:cNvSpPr>
            <a:spLocks noGrp="1"/>
          </p:cNvSpPr>
          <p:nvPr>
            <p:ph type="sldNum" sz="quarter" idx="12"/>
          </p:nvPr>
        </p:nvSpPr>
        <p:spPr>
          <a:ln/>
        </p:spPr>
        <p:txBody>
          <a:bodyPr/>
          <a:lstStyle>
            <a:lvl1pPr>
              <a:defRPr/>
            </a:lvl1pPr>
          </a:lstStyle>
          <a:p>
            <a:r>
              <a:rPr lang="en-AU" altLang="zh-CN"/>
              <a:t> </a:t>
            </a:r>
            <a:fld id="{B6810BBF-4F41-4657-B0E2-59DA115FEE09}" type="slidenum">
              <a:rPr lang="en-AU" altLang="zh-CN"/>
              <a:pPr/>
              <a:t>‹#›</a:t>
            </a:fld>
            <a:endParaRPr lang="en-AU" altLang="zh-CN"/>
          </a:p>
        </p:txBody>
      </p:sp>
    </p:spTree>
    <p:extLst>
      <p:ext uri="{BB962C8B-B14F-4D97-AF65-F5344CB8AC3E}">
        <p14:creationId xmlns:p14="http://schemas.microsoft.com/office/powerpoint/2010/main" val="3021975426"/>
      </p:ext>
    </p:extLst>
  </p:cSld>
  <p:clrMapOvr>
    <a:masterClrMapping/>
  </p:clrMapOvr>
  <p:transition spd="med">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838200" y="1219200"/>
            <a:ext cx="3659124" cy="457041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6676" y="1219200"/>
            <a:ext cx="3659124" cy="457041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Date Placeholder 2059">
            <a:extLst>
              <a:ext uri="{FF2B5EF4-FFF2-40B4-BE49-F238E27FC236}">
                <a16:creationId xmlns:a16="http://schemas.microsoft.com/office/drawing/2014/main" id="{71B96F11-B089-E7AB-9B83-AFAC578FC640}"/>
              </a:ext>
            </a:extLst>
          </p:cNvPr>
          <p:cNvSpPr>
            <a:spLocks noGrp="1"/>
          </p:cNvSpPr>
          <p:nvPr>
            <p:ph type="dt" sz="half" idx="10"/>
          </p:nvPr>
        </p:nvSpPr>
        <p:spPr>
          <a:ln/>
        </p:spPr>
        <p:txBody>
          <a:bodyPr/>
          <a:lstStyle>
            <a:lvl1pPr>
              <a:defRPr/>
            </a:lvl1pPr>
          </a:lstStyle>
          <a:p>
            <a:endParaRPr lang="zh-CN" altLang="en-AU"/>
          </a:p>
        </p:txBody>
      </p:sp>
      <p:sp>
        <p:nvSpPr>
          <p:cNvPr id="6" name="Footer Placeholder 2060">
            <a:extLst>
              <a:ext uri="{FF2B5EF4-FFF2-40B4-BE49-F238E27FC236}">
                <a16:creationId xmlns:a16="http://schemas.microsoft.com/office/drawing/2014/main" id="{0C0D7769-CD77-564F-7428-1C47E12C3020}"/>
              </a:ext>
            </a:extLst>
          </p:cNvPr>
          <p:cNvSpPr>
            <a:spLocks noGrp="1"/>
          </p:cNvSpPr>
          <p:nvPr>
            <p:ph type="ftr" sz="quarter" idx="11"/>
          </p:nvPr>
        </p:nvSpPr>
        <p:spPr>
          <a:ln/>
        </p:spPr>
        <p:txBody>
          <a:bodyPr/>
          <a:lstStyle>
            <a:lvl1pPr>
              <a:defRPr/>
            </a:lvl1pPr>
          </a:lstStyle>
          <a:p>
            <a:endParaRPr lang="zh-CN" altLang="en-AU"/>
          </a:p>
        </p:txBody>
      </p:sp>
      <p:sp>
        <p:nvSpPr>
          <p:cNvPr id="7" name="Slide Number Placeholder 2061">
            <a:extLst>
              <a:ext uri="{FF2B5EF4-FFF2-40B4-BE49-F238E27FC236}">
                <a16:creationId xmlns:a16="http://schemas.microsoft.com/office/drawing/2014/main" id="{A51B58FE-BAD5-93A9-78AE-37E9484183CD}"/>
              </a:ext>
            </a:extLst>
          </p:cNvPr>
          <p:cNvSpPr>
            <a:spLocks noGrp="1"/>
          </p:cNvSpPr>
          <p:nvPr>
            <p:ph type="sldNum" sz="quarter" idx="12"/>
          </p:nvPr>
        </p:nvSpPr>
        <p:spPr>
          <a:ln/>
        </p:spPr>
        <p:txBody>
          <a:bodyPr/>
          <a:lstStyle>
            <a:lvl1pPr>
              <a:defRPr/>
            </a:lvl1pPr>
          </a:lstStyle>
          <a:p>
            <a:r>
              <a:rPr lang="en-AU" altLang="zh-CN"/>
              <a:t> </a:t>
            </a:r>
            <a:fld id="{D110D60A-DA8F-4390-99C8-7E23BD7F80AF}" type="slidenum">
              <a:rPr lang="en-AU" altLang="zh-CN"/>
              <a:pPr/>
              <a:t>‹#›</a:t>
            </a:fld>
            <a:endParaRPr lang="en-AU" altLang="zh-CN"/>
          </a:p>
        </p:txBody>
      </p:sp>
    </p:spTree>
    <p:extLst>
      <p:ext uri="{BB962C8B-B14F-4D97-AF65-F5344CB8AC3E}">
        <p14:creationId xmlns:p14="http://schemas.microsoft.com/office/powerpoint/2010/main" val="4248566931"/>
      </p:ext>
    </p:extLst>
  </p:cSld>
  <p:clrMapOvr>
    <a:masterClrMapping/>
  </p:clrMapOvr>
  <p:transition spd="med">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890081" y="1778438"/>
            <a:ext cx="3655181"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92704" y="1778438"/>
            <a:ext cx="3673182"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Date Placeholder 2059">
            <a:extLst>
              <a:ext uri="{FF2B5EF4-FFF2-40B4-BE49-F238E27FC236}">
                <a16:creationId xmlns:a16="http://schemas.microsoft.com/office/drawing/2014/main" id="{A8C7644D-60E8-55FC-4CD4-9BD3B09B073C}"/>
              </a:ext>
            </a:extLst>
          </p:cNvPr>
          <p:cNvSpPr>
            <a:spLocks noGrp="1"/>
          </p:cNvSpPr>
          <p:nvPr>
            <p:ph type="dt" sz="half" idx="10"/>
          </p:nvPr>
        </p:nvSpPr>
        <p:spPr>
          <a:ln/>
        </p:spPr>
        <p:txBody>
          <a:bodyPr/>
          <a:lstStyle>
            <a:lvl1pPr>
              <a:defRPr/>
            </a:lvl1pPr>
          </a:lstStyle>
          <a:p>
            <a:endParaRPr lang="zh-CN" altLang="en-AU"/>
          </a:p>
        </p:txBody>
      </p:sp>
      <p:sp>
        <p:nvSpPr>
          <p:cNvPr id="8" name="Footer Placeholder 2060">
            <a:extLst>
              <a:ext uri="{FF2B5EF4-FFF2-40B4-BE49-F238E27FC236}">
                <a16:creationId xmlns:a16="http://schemas.microsoft.com/office/drawing/2014/main" id="{295F4CF1-05AB-34E6-0548-FC5C621064C5}"/>
              </a:ext>
            </a:extLst>
          </p:cNvPr>
          <p:cNvSpPr>
            <a:spLocks noGrp="1"/>
          </p:cNvSpPr>
          <p:nvPr>
            <p:ph type="ftr" sz="quarter" idx="11"/>
          </p:nvPr>
        </p:nvSpPr>
        <p:spPr>
          <a:ln/>
        </p:spPr>
        <p:txBody>
          <a:bodyPr/>
          <a:lstStyle>
            <a:lvl1pPr>
              <a:defRPr/>
            </a:lvl1pPr>
          </a:lstStyle>
          <a:p>
            <a:endParaRPr lang="zh-CN" altLang="en-AU"/>
          </a:p>
        </p:txBody>
      </p:sp>
      <p:sp>
        <p:nvSpPr>
          <p:cNvPr id="9" name="Slide Number Placeholder 2061">
            <a:extLst>
              <a:ext uri="{FF2B5EF4-FFF2-40B4-BE49-F238E27FC236}">
                <a16:creationId xmlns:a16="http://schemas.microsoft.com/office/drawing/2014/main" id="{1871C1E6-D77F-08C5-B206-AC914E044410}"/>
              </a:ext>
            </a:extLst>
          </p:cNvPr>
          <p:cNvSpPr>
            <a:spLocks noGrp="1"/>
          </p:cNvSpPr>
          <p:nvPr>
            <p:ph type="sldNum" sz="quarter" idx="12"/>
          </p:nvPr>
        </p:nvSpPr>
        <p:spPr>
          <a:ln/>
        </p:spPr>
        <p:txBody>
          <a:bodyPr/>
          <a:lstStyle>
            <a:lvl1pPr>
              <a:defRPr/>
            </a:lvl1pPr>
          </a:lstStyle>
          <a:p>
            <a:r>
              <a:rPr lang="en-AU" altLang="zh-CN"/>
              <a:t> </a:t>
            </a:r>
            <a:fld id="{DB8A6202-4D54-488B-8ADD-5D53C43F571D}" type="slidenum">
              <a:rPr lang="en-AU" altLang="zh-CN"/>
              <a:pPr/>
              <a:t>‹#›</a:t>
            </a:fld>
            <a:endParaRPr lang="en-AU" altLang="zh-CN"/>
          </a:p>
        </p:txBody>
      </p:sp>
    </p:spTree>
    <p:extLst>
      <p:ext uri="{BB962C8B-B14F-4D97-AF65-F5344CB8AC3E}">
        <p14:creationId xmlns:p14="http://schemas.microsoft.com/office/powerpoint/2010/main" val="2447862836"/>
      </p:ext>
    </p:extLst>
  </p:cSld>
  <p:clrMapOvr>
    <a:masterClrMapping/>
  </p:clrMapOvr>
  <p:transition spd="med">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Date Placeholder 2059">
            <a:extLst>
              <a:ext uri="{FF2B5EF4-FFF2-40B4-BE49-F238E27FC236}">
                <a16:creationId xmlns:a16="http://schemas.microsoft.com/office/drawing/2014/main" id="{D5C267C5-654C-B290-BDAB-CAFF6E803FF3}"/>
              </a:ext>
            </a:extLst>
          </p:cNvPr>
          <p:cNvSpPr>
            <a:spLocks noGrp="1"/>
          </p:cNvSpPr>
          <p:nvPr>
            <p:ph type="dt" sz="half" idx="10"/>
          </p:nvPr>
        </p:nvSpPr>
        <p:spPr>
          <a:ln/>
        </p:spPr>
        <p:txBody>
          <a:bodyPr/>
          <a:lstStyle>
            <a:lvl1pPr>
              <a:defRPr/>
            </a:lvl1pPr>
          </a:lstStyle>
          <a:p>
            <a:endParaRPr lang="zh-CN" altLang="en-AU"/>
          </a:p>
        </p:txBody>
      </p:sp>
      <p:sp>
        <p:nvSpPr>
          <p:cNvPr id="4" name="Footer Placeholder 2060">
            <a:extLst>
              <a:ext uri="{FF2B5EF4-FFF2-40B4-BE49-F238E27FC236}">
                <a16:creationId xmlns:a16="http://schemas.microsoft.com/office/drawing/2014/main" id="{7D8A6215-0178-EA98-8CE5-C97F98AB3F0D}"/>
              </a:ext>
            </a:extLst>
          </p:cNvPr>
          <p:cNvSpPr>
            <a:spLocks noGrp="1"/>
          </p:cNvSpPr>
          <p:nvPr>
            <p:ph type="ftr" sz="quarter" idx="11"/>
          </p:nvPr>
        </p:nvSpPr>
        <p:spPr>
          <a:ln/>
        </p:spPr>
        <p:txBody>
          <a:bodyPr/>
          <a:lstStyle>
            <a:lvl1pPr>
              <a:defRPr/>
            </a:lvl1pPr>
          </a:lstStyle>
          <a:p>
            <a:endParaRPr lang="zh-CN" altLang="en-AU"/>
          </a:p>
        </p:txBody>
      </p:sp>
      <p:sp>
        <p:nvSpPr>
          <p:cNvPr id="5" name="Slide Number Placeholder 2061">
            <a:extLst>
              <a:ext uri="{FF2B5EF4-FFF2-40B4-BE49-F238E27FC236}">
                <a16:creationId xmlns:a16="http://schemas.microsoft.com/office/drawing/2014/main" id="{3E889496-8FBE-4E99-AA8E-1A28641F8ABD}"/>
              </a:ext>
            </a:extLst>
          </p:cNvPr>
          <p:cNvSpPr>
            <a:spLocks noGrp="1"/>
          </p:cNvSpPr>
          <p:nvPr>
            <p:ph type="sldNum" sz="quarter" idx="12"/>
          </p:nvPr>
        </p:nvSpPr>
        <p:spPr>
          <a:ln/>
        </p:spPr>
        <p:txBody>
          <a:bodyPr/>
          <a:lstStyle>
            <a:lvl1pPr>
              <a:defRPr/>
            </a:lvl1pPr>
          </a:lstStyle>
          <a:p>
            <a:r>
              <a:rPr lang="en-AU" altLang="zh-CN"/>
              <a:t> </a:t>
            </a:r>
            <a:fld id="{ECF9644B-F2D6-411E-B4D4-25CAF49E4242}" type="slidenum">
              <a:rPr lang="en-AU" altLang="zh-CN"/>
              <a:pPr/>
              <a:t>‹#›</a:t>
            </a:fld>
            <a:endParaRPr lang="en-AU" altLang="zh-CN"/>
          </a:p>
        </p:txBody>
      </p:sp>
    </p:spTree>
    <p:extLst>
      <p:ext uri="{BB962C8B-B14F-4D97-AF65-F5344CB8AC3E}">
        <p14:creationId xmlns:p14="http://schemas.microsoft.com/office/powerpoint/2010/main" val="460209550"/>
      </p:ext>
    </p:extLst>
  </p:cSld>
  <p:clrMapOvr>
    <a:masterClrMapping/>
  </p:clrMapOvr>
  <p:transition spd="med">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2059">
            <a:extLst>
              <a:ext uri="{FF2B5EF4-FFF2-40B4-BE49-F238E27FC236}">
                <a16:creationId xmlns:a16="http://schemas.microsoft.com/office/drawing/2014/main" id="{D7E16EFA-4877-48B7-1A7E-D9B33F780442}"/>
              </a:ext>
            </a:extLst>
          </p:cNvPr>
          <p:cNvSpPr>
            <a:spLocks noGrp="1"/>
          </p:cNvSpPr>
          <p:nvPr>
            <p:ph type="dt" sz="half" idx="10"/>
          </p:nvPr>
        </p:nvSpPr>
        <p:spPr>
          <a:ln/>
        </p:spPr>
        <p:txBody>
          <a:bodyPr/>
          <a:lstStyle>
            <a:lvl1pPr>
              <a:defRPr/>
            </a:lvl1pPr>
          </a:lstStyle>
          <a:p>
            <a:endParaRPr lang="zh-CN" altLang="en-AU"/>
          </a:p>
        </p:txBody>
      </p:sp>
      <p:sp>
        <p:nvSpPr>
          <p:cNvPr id="3" name="Footer Placeholder 2060">
            <a:extLst>
              <a:ext uri="{FF2B5EF4-FFF2-40B4-BE49-F238E27FC236}">
                <a16:creationId xmlns:a16="http://schemas.microsoft.com/office/drawing/2014/main" id="{827BCBB4-2E0F-E9F4-F1E1-C04535179056}"/>
              </a:ext>
            </a:extLst>
          </p:cNvPr>
          <p:cNvSpPr>
            <a:spLocks noGrp="1"/>
          </p:cNvSpPr>
          <p:nvPr>
            <p:ph type="ftr" sz="quarter" idx="11"/>
          </p:nvPr>
        </p:nvSpPr>
        <p:spPr>
          <a:ln/>
        </p:spPr>
        <p:txBody>
          <a:bodyPr/>
          <a:lstStyle>
            <a:lvl1pPr>
              <a:defRPr/>
            </a:lvl1pPr>
          </a:lstStyle>
          <a:p>
            <a:endParaRPr lang="zh-CN" altLang="en-AU"/>
          </a:p>
        </p:txBody>
      </p:sp>
      <p:sp>
        <p:nvSpPr>
          <p:cNvPr id="4" name="Slide Number Placeholder 2061">
            <a:extLst>
              <a:ext uri="{FF2B5EF4-FFF2-40B4-BE49-F238E27FC236}">
                <a16:creationId xmlns:a16="http://schemas.microsoft.com/office/drawing/2014/main" id="{C42854E8-424E-23F1-DA53-D4E52E89B25F}"/>
              </a:ext>
            </a:extLst>
          </p:cNvPr>
          <p:cNvSpPr>
            <a:spLocks noGrp="1"/>
          </p:cNvSpPr>
          <p:nvPr>
            <p:ph type="sldNum" sz="quarter" idx="12"/>
          </p:nvPr>
        </p:nvSpPr>
        <p:spPr>
          <a:ln/>
        </p:spPr>
        <p:txBody>
          <a:bodyPr/>
          <a:lstStyle>
            <a:lvl1pPr>
              <a:defRPr/>
            </a:lvl1pPr>
          </a:lstStyle>
          <a:p>
            <a:r>
              <a:rPr lang="en-AU" altLang="zh-CN"/>
              <a:t> </a:t>
            </a:r>
            <a:fld id="{72AABE6A-E214-4CBF-BBE9-3A666F8595F8}" type="slidenum">
              <a:rPr lang="en-AU" altLang="zh-CN"/>
              <a:pPr/>
              <a:t>‹#›</a:t>
            </a:fld>
            <a:endParaRPr lang="en-AU" altLang="zh-CN"/>
          </a:p>
        </p:txBody>
      </p:sp>
    </p:spTree>
    <p:extLst>
      <p:ext uri="{BB962C8B-B14F-4D97-AF65-F5344CB8AC3E}">
        <p14:creationId xmlns:p14="http://schemas.microsoft.com/office/powerpoint/2010/main" val="3664896918"/>
      </p:ext>
    </p:extLst>
  </p:cSld>
  <p:clrMapOvr>
    <a:masterClrMapping/>
  </p:clrMapOvr>
  <p:transition spd="med">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Date Placeholder 2059">
            <a:extLst>
              <a:ext uri="{FF2B5EF4-FFF2-40B4-BE49-F238E27FC236}">
                <a16:creationId xmlns:a16="http://schemas.microsoft.com/office/drawing/2014/main" id="{F81422C6-C8D9-9BB0-8508-345D9C147239}"/>
              </a:ext>
            </a:extLst>
          </p:cNvPr>
          <p:cNvSpPr>
            <a:spLocks noGrp="1"/>
          </p:cNvSpPr>
          <p:nvPr>
            <p:ph type="dt" sz="half" idx="10"/>
          </p:nvPr>
        </p:nvSpPr>
        <p:spPr>
          <a:ln/>
        </p:spPr>
        <p:txBody>
          <a:bodyPr/>
          <a:lstStyle>
            <a:lvl1pPr>
              <a:defRPr/>
            </a:lvl1pPr>
          </a:lstStyle>
          <a:p>
            <a:endParaRPr lang="zh-CN" altLang="en-AU"/>
          </a:p>
        </p:txBody>
      </p:sp>
      <p:sp>
        <p:nvSpPr>
          <p:cNvPr id="6" name="Footer Placeholder 2060">
            <a:extLst>
              <a:ext uri="{FF2B5EF4-FFF2-40B4-BE49-F238E27FC236}">
                <a16:creationId xmlns:a16="http://schemas.microsoft.com/office/drawing/2014/main" id="{69893131-B244-08BF-2416-43DDE2CD4706}"/>
              </a:ext>
            </a:extLst>
          </p:cNvPr>
          <p:cNvSpPr>
            <a:spLocks noGrp="1"/>
          </p:cNvSpPr>
          <p:nvPr>
            <p:ph type="ftr" sz="quarter" idx="11"/>
          </p:nvPr>
        </p:nvSpPr>
        <p:spPr>
          <a:ln/>
        </p:spPr>
        <p:txBody>
          <a:bodyPr/>
          <a:lstStyle>
            <a:lvl1pPr>
              <a:defRPr/>
            </a:lvl1pPr>
          </a:lstStyle>
          <a:p>
            <a:endParaRPr lang="zh-CN" altLang="en-AU"/>
          </a:p>
        </p:txBody>
      </p:sp>
      <p:sp>
        <p:nvSpPr>
          <p:cNvPr id="7" name="Slide Number Placeholder 2061">
            <a:extLst>
              <a:ext uri="{FF2B5EF4-FFF2-40B4-BE49-F238E27FC236}">
                <a16:creationId xmlns:a16="http://schemas.microsoft.com/office/drawing/2014/main" id="{C5286EF0-A1EB-86CA-A1F8-99505E7353AB}"/>
              </a:ext>
            </a:extLst>
          </p:cNvPr>
          <p:cNvSpPr>
            <a:spLocks noGrp="1"/>
          </p:cNvSpPr>
          <p:nvPr>
            <p:ph type="sldNum" sz="quarter" idx="12"/>
          </p:nvPr>
        </p:nvSpPr>
        <p:spPr>
          <a:ln/>
        </p:spPr>
        <p:txBody>
          <a:bodyPr/>
          <a:lstStyle>
            <a:lvl1pPr>
              <a:defRPr/>
            </a:lvl1pPr>
          </a:lstStyle>
          <a:p>
            <a:r>
              <a:rPr lang="en-AU" altLang="zh-CN"/>
              <a:t> </a:t>
            </a:r>
            <a:fld id="{3E11C2FB-27D0-4759-B190-2205A251043B}" type="slidenum">
              <a:rPr lang="en-AU" altLang="zh-CN"/>
              <a:pPr/>
              <a:t>‹#›</a:t>
            </a:fld>
            <a:endParaRPr lang="en-AU" altLang="zh-CN"/>
          </a:p>
        </p:txBody>
      </p:sp>
    </p:spTree>
    <p:extLst>
      <p:ext uri="{BB962C8B-B14F-4D97-AF65-F5344CB8AC3E}">
        <p14:creationId xmlns:p14="http://schemas.microsoft.com/office/powerpoint/2010/main" val="2902572411"/>
      </p:ext>
    </p:extLst>
  </p:cSld>
  <p:clrMapOvr>
    <a:masterClrMapping/>
  </p:clrMapOvr>
  <p:transition spd="med">
    <p:zo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noProof="1"/>
              <a:t>单击此处编辑母版标题样式</a:t>
            </a:r>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noProof="1"/>
              <a:t>单击此处编辑母版文本样式</a:t>
            </a:r>
          </a:p>
        </p:txBody>
      </p:sp>
      <p:sp>
        <p:nvSpPr>
          <p:cNvPr id="5" name="Date Placeholder 2059">
            <a:extLst>
              <a:ext uri="{FF2B5EF4-FFF2-40B4-BE49-F238E27FC236}">
                <a16:creationId xmlns:a16="http://schemas.microsoft.com/office/drawing/2014/main" id="{E4BC2821-0F31-902F-1BDB-C0B5C002961B}"/>
              </a:ext>
            </a:extLst>
          </p:cNvPr>
          <p:cNvSpPr>
            <a:spLocks noGrp="1"/>
          </p:cNvSpPr>
          <p:nvPr>
            <p:ph type="dt" sz="half" idx="10"/>
          </p:nvPr>
        </p:nvSpPr>
        <p:spPr>
          <a:ln/>
        </p:spPr>
        <p:txBody>
          <a:bodyPr/>
          <a:lstStyle>
            <a:lvl1pPr>
              <a:defRPr/>
            </a:lvl1pPr>
          </a:lstStyle>
          <a:p>
            <a:endParaRPr lang="zh-CN" altLang="en-AU"/>
          </a:p>
        </p:txBody>
      </p:sp>
      <p:sp>
        <p:nvSpPr>
          <p:cNvPr id="6" name="Footer Placeholder 2060">
            <a:extLst>
              <a:ext uri="{FF2B5EF4-FFF2-40B4-BE49-F238E27FC236}">
                <a16:creationId xmlns:a16="http://schemas.microsoft.com/office/drawing/2014/main" id="{423E2A84-3C0C-9612-4897-1BB45B854C21}"/>
              </a:ext>
            </a:extLst>
          </p:cNvPr>
          <p:cNvSpPr>
            <a:spLocks noGrp="1"/>
          </p:cNvSpPr>
          <p:nvPr>
            <p:ph type="ftr" sz="quarter" idx="11"/>
          </p:nvPr>
        </p:nvSpPr>
        <p:spPr>
          <a:ln/>
        </p:spPr>
        <p:txBody>
          <a:bodyPr/>
          <a:lstStyle>
            <a:lvl1pPr>
              <a:defRPr/>
            </a:lvl1pPr>
          </a:lstStyle>
          <a:p>
            <a:endParaRPr lang="zh-CN" altLang="en-AU"/>
          </a:p>
        </p:txBody>
      </p:sp>
      <p:sp>
        <p:nvSpPr>
          <p:cNvPr id="7" name="Slide Number Placeholder 2061">
            <a:extLst>
              <a:ext uri="{FF2B5EF4-FFF2-40B4-BE49-F238E27FC236}">
                <a16:creationId xmlns:a16="http://schemas.microsoft.com/office/drawing/2014/main" id="{EA22B2AD-0FE5-940F-1203-9AEF467E1FF4}"/>
              </a:ext>
            </a:extLst>
          </p:cNvPr>
          <p:cNvSpPr>
            <a:spLocks noGrp="1"/>
          </p:cNvSpPr>
          <p:nvPr>
            <p:ph type="sldNum" sz="quarter" idx="12"/>
          </p:nvPr>
        </p:nvSpPr>
        <p:spPr>
          <a:ln/>
        </p:spPr>
        <p:txBody>
          <a:bodyPr/>
          <a:lstStyle>
            <a:lvl1pPr>
              <a:defRPr/>
            </a:lvl1pPr>
          </a:lstStyle>
          <a:p>
            <a:r>
              <a:rPr lang="en-AU" altLang="zh-CN"/>
              <a:t> </a:t>
            </a:r>
            <a:fld id="{6C83D70D-0630-42F1-A29F-3D62664144EE}" type="slidenum">
              <a:rPr lang="en-AU" altLang="zh-CN"/>
              <a:pPr/>
              <a:t>‹#›</a:t>
            </a:fld>
            <a:endParaRPr lang="en-AU" altLang="zh-CN"/>
          </a:p>
        </p:txBody>
      </p:sp>
    </p:spTree>
    <p:extLst>
      <p:ext uri="{BB962C8B-B14F-4D97-AF65-F5344CB8AC3E}">
        <p14:creationId xmlns:p14="http://schemas.microsoft.com/office/powerpoint/2010/main" val="4235001374"/>
      </p:ext>
    </p:extLst>
  </p:cSld>
  <p:clrMapOvr>
    <a:masterClrMapping/>
  </p:clrMapOvr>
  <p:transition spd="med">
    <p:zo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2059">
            <a:extLst>
              <a:ext uri="{FF2B5EF4-FFF2-40B4-BE49-F238E27FC236}">
                <a16:creationId xmlns:a16="http://schemas.microsoft.com/office/drawing/2014/main" id="{C9472C14-A201-4DD2-420A-EA4D08A406E3}"/>
              </a:ext>
            </a:extLst>
          </p:cNvPr>
          <p:cNvSpPr>
            <a:spLocks noGrp="1"/>
          </p:cNvSpPr>
          <p:nvPr>
            <p:ph type="dt" sz="half" idx="10"/>
          </p:nvPr>
        </p:nvSpPr>
        <p:spPr>
          <a:ln/>
        </p:spPr>
        <p:txBody>
          <a:bodyPr/>
          <a:lstStyle>
            <a:lvl1pPr>
              <a:defRPr/>
            </a:lvl1pPr>
          </a:lstStyle>
          <a:p>
            <a:endParaRPr lang="zh-CN" altLang="en-AU"/>
          </a:p>
        </p:txBody>
      </p:sp>
      <p:sp>
        <p:nvSpPr>
          <p:cNvPr id="5" name="Footer Placeholder 2060">
            <a:extLst>
              <a:ext uri="{FF2B5EF4-FFF2-40B4-BE49-F238E27FC236}">
                <a16:creationId xmlns:a16="http://schemas.microsoft.com/office/drawing/2014/main" id="{4E921189-F17F-0396-0C72-28996682C075}"/>
              </a:ext>
            </a:extLst>
          </p:cNvPr>
          <p:cNvSpPr>
            <a:spLocks noGrp="1"/>
          </p:cNvSpPr>
          <p:nvPr>
            <p:ph type="ftr" sz="quarter" idx="11"/>
          </p:nvPr>
        </p:nvSpPr>
        <p:spPr>
          <a:ln/>
        </p:spPr>
        <p:txBody>
          <a:bodyPr/>
          <a:lstStyle>
            <a:lvl1pPr>
              <a:defRPr/>
            </a:lvl1pPr>
          </a:lstStyle>
          <a:p>
            <a:endParaRPr lang="zh-CN" altLang="en-AU"/>
          </a:p>
        </p:txBody>
      </p:sp>
      <p:sp>
        <p:nvSpPr>
          <p:cNvPr id="6" name="Slide Number Placeholder 2061">
            <a:extLst>
              <a:ext uri="{FF2B5EF4-FFF2-40B4-BE49-F238E27FC236}">
                <a16:creationId xmlns:a16="http://schemas.microsoft.com/office/drawing/2014/main" id="{F740D637-62E7-574E-9A07-6E91D0FA1BA5}"/>
              </a:ext>
            </a:extLst>
          </p:cNvPr>
          <p:cNvSpPr>
            <a:spLocks noGrp="1"/>
          </p:cNvSpPr>
          <p:nvPr>
            <p:ph type="sldNum" sz="quarter" idx="12"/>
          </p:nvPr>
        </p:nvSpPr>
        <p:spPr>
          <a:ln/>
        </p:spPr>
        <p:txBody>
          <a:bodyPr/>
          <a:lstStyle>
            <a:lvl1pPr>
              <a:defRPr/>
            </a:lvl1pPr>
          </a:lstStyle>
          <a:p>
            <a:r>
              <a:rPr lang="en-AU" altLang="zh-CN"/>
              <a:t> </a:t>
            </a:r>
            <a:fld id="{61EE1AFB-D5A0-4191-8FD3-8150091ECAAE}" type="slidenum">
              <a:rPr lang="en-AU" altLang="zh-CN"/>
              <a:pPr/>
              <a:t>‹#›</a:t>
            </a:fld>
            <a:endParaRPr lang="en-AU" altLang="zh-CN"/>
          </a:p>
        </p:txBody>
      </p:sp>
    </p:spTree>
    <p:extLst>
      <p:ext uri="{BB962C8B-B14F-4D97-AF65-F5344CB8AC3E}">
        <p14:creationId xmlns:p14="http://schemas.microsoft.com/office/powerpoint/2010/main" val="3503617323"/>
      </p:ext>
    </p:extLst>
  </p:cSld>
  <p:clrMapOvr>
    <a:masterClrMapping/>
  </p:clrMapOvr>
  <p:transition spd="med">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67550" y="0"/>
            <a:ext cx="2076450" cy="5789613"/>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838200" y="0"/>
            <a:ext cx="6108976" cy="5789613"/>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2059">
            <a:extLst>
              <a:ext uri="{FF2B5EF4-FFF2-40B4-BE49-F238E27FC236}">
                <a16:creationId xmlns:a16="http://schemas.microsoft.com/office/drawing/2014/main" id="{03D34CBC-AEAC-7D03-B8A5-E6ABB39D01DE}"/>
              </a:ext>
            </a:extLst>
          </p:cNvPr>
          <p:cNvSpPr>
            <a:spLocks noGrp="1"/>
          </p:cNvSpPr>
          <p:nvPr>
            <p:ph type="dt" sz="half" idx="10"/>
          </p:nvPr>
        </p:nvSpPr>
        <p:spPr>
          <a:ln/>
        </p:spPr>
        <p:txBody>
          <a:bodyPr/>
          <a:lstStyle>
            <a:lvl1pPr>
              <a:defRPr/>
            </a:lvl1pPr>
          </a:lstStyle>
          <a:p>
            <a:endParaRPr lang="zh-CN" altLang="en-AU"/>
          </a:p>
        </p:txBody>
      </p:sp>
      <p:sp>
        <p:nvSpPr>
          <p:cNvPr id="5" name="Footer Placeholder 2060">
            <a:extLst>
              <a:ext uri="{FF2B5EF4-FFF2-40B4-BE49-F238E27FC236}">
                <a16:creationId xmlns:a16="http://schemas.microsoft.com/office/drawing/2014/main" id="{30D6B6AD-12CC-0A9E-1277-23C3A5C48777}"/>
              </a:ext>
            </a:extLst>
          </p:cNvPr>
          <p:cNvSpPr>
            <a:spLocks noGrp="1"/>
          </p:cNvSpPr>
          <p:nvPr>
            <p:ph type="ftr" sz="quarter" idx="11"/>
          </p:nvPr>
        </p:nvSpPr>
        <p:spPr>
          <a:ln/>
        </p:spPr>
        <p:txBody>
          <a:bodyPr/>
          <a:lstStyle>
            <a:lvl1pPr>
              <a:defRPr/>
            </a:lvl1pPr>
          </a:lstStyle>
          <a:p>
            <a:endParaRPr lang="zh-CN" altLang="en-AU"/>
          </a:p>
        </p:txBody>
      </p:sp>
      <p:sp>
        <p:nvSpPr>
          <p:cNvPr id="6" name="Slide Number Placeholder 2061">
            <a:extLst>
              <a:ext uri="{FF2B5EF4-FFF2-40B4-BE49-F238E27FC236}">
                <a16:creationId xmlns:a16="http://schemas.microsoft.com/office/drawing/2014/main" id="{57DFEDCE-3486-AA14-D40A-7ECDB3D56E73}"/>
              </a:ext>
            </a:extLst>
          </p:cNvPr>
          <p:cNvSpPr>
            <a:spLocks noGrp="1"/>
          </p:cNvSpPr>
          <p:nvPr>
            <p:ph type="sldNum" sz="quarter" idx="12"/>
          </p:nvPr>
        </p:nvSpPr>
        <p:spPr>
          <a:ln/>
        </p:spPr>
        <p:txBody>
          <a:bodyPr/>
          <a:lstStyle>
            <a:lvl1pPr>
              <a:defRPr/>
            </a:lvl1pPr>
          </a:lstStyle>
          <a:p>
            <a:r>
              <a:rPr lang="en-AU" altLang="zh-CN"/>
              <a:t> </a:t>
            </a:r>
            <a:fld id="{9A835F7E-1169-4A03-B70C-AC7E52776BFE}" type="slidenum">
              <a:rPr lang="en-AU" altLang="zh-CN"/>
              <a:pPr/>
              <a:t>‹#›</a:t>
            </a:fld>
            <a:endParaRPr lang="en-AU" altLang="zh-CN"/>
          </a:p>
        </p:txBody>
      </p:sp>
    </p:spTree>
    <p:extLst>
      <p:ext uri="{BB962C8B-B14F-4D97-AF65-F5344CB8AC3E}">
        <p14:creationId xmlns:p14="http://schemas.microsoft.com/office/powerpoint/2010/main" val="3078370088"/>
      </p:ext>
    </p:extLst>
  </p:cSld>
  <p:clrMapOvr>
    <a:masterClrMapping/>
  </p:clrMapOvr>
  <p:transition spd="med">
    <p:zo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文本占位符 2"/>
          <p:cNvSpPr>
            <a:spLocks noGrp="1"/>
          </p:cNvSpPr>
          <p:nvPr>
            <p:ph type="body" sz="half" idx="1"/>
          </p:nvPr>
        </p:nvSpPr>
        <p:spPr>
          <a:xfrm>
            <a:off x="628650" y="1825625"/>
            <a:ext cx="3886200" cy="435133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29150" y="1825625"/>
            <a:ext cx="3886200" cy="435133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Date Placeholder 2059">
            <a:extLst>
              <a:ext uri="{FF2B5EF4-FFF2-40B4-BE49-F238E27FC236}">
                <a16:creationId xmlns:a16="http://schemas.microsoft.com/office/drawing/2014/main" id="{1FC9B058-5BA4-5BD8-FF40-1A916331EF14}"/>
              </a:ext>
            </a:extLst>
          </p:cNvPr>
          <p:cNvSpPr>
            <a:spLocks noGrp="1"/>
          </p:cNvSpPr>
          <p:nvPr>
            <p:ph type="dt" sz="half" idx="10"/>
          </p:nvPr>
        </p:nvSpPr>
        <p:spPr>
          <a:ln/>
        </p:spPr>
        <p:txBody>
          <a:bodyPr/>
          <a:lstStyle>
            <a:lvl1pPr>
              <a:defRPr/>
            </a:lvl1pPr>
          </a:lstStyle>
          <a:p>
            <a:endParaRPr lang="zh-CN" altLang="en-AU"/>
          </a:p>
        </p:txBody>
      </p:sp>
      <p:sp>
        <p:nvSpPr>
          <p:cNvPr id="6" name="Footer Placeholder 2060">
            <a:extLst>
              <a:ext uri="{FF2B5EF4-FFF2-40B4-BE49-F238E27FC236}">
                <a16:creationId xmlns:a16="http://schemas.microsoft.com/office/drawing/2014/main" id="{35C5D1F7-90B2-0102-2B93-557903283B6A}"/>
              </a:ext>
            </a:extLst>
          </p:cNvPr>
          <p:cNvSpPr>
            <a:spLocks noGrp="1"/>
          </p:cNvSpPr>
          <p:nvPr>
            <p:ph type="ftr" sz="quarter" idx="11"/>
          </p:nvPr>
        </p:nvSpPr>
        <p:spPr>
          <a:ln/>
        </p:spPr>
        <p:txBody>
          <a:bodyPr/>
          <a:lstStyle>
            <a:lvl1pPr>
              <a:defRPr/>
            </a:lvl1pPr>
          </a:lstStyle>
          <a:p>
            <a:endParaRPr lang="zh-CN" altLang="en-AU"/>
          </a:p>
        </p:txBody>
      </p:sp>
      <p:sp>
        <p:nvSpPr>
          <p:cNvPr id="7" name="Slide Number Placeholder 2061">
            <a:extLst>
              <a:ext uri="{FF2B5EF4-FFF2-40B4-BE49-F238E27FC236}">
                <a16:creationId xmlns:a16="http://schemas.microsoft.com/office/drawing/2014/main" id="{E198F877-7C7F-0503-D966-A155ED184043}"/>
              </a:ext>
            </a:extLst>
          </p:cNvPr>
          <p:cNvSpPr>
            <a:spLocks noGrp="1"/>
          </p:cNvSpPr>
          <p:nvPr>
            <p:ph type="sldNum" sz="quarter" idx="12"/>
          </p:nvPr>
        </p:nvSpPr>
        <p:spPr>
          <a:ln/>
        </p:spPr>
        <p:txBody>
          <a:bodyPr/>
          <a:lstStyle>
            <a:lvl1pPr>
              <a:defRPr/>
            </a:lvl1pPr>
          </a:lstStyle>
          <a:p>
            <a:r>
              <a:rPr lang="en-AU" altLang="zh-CN"/>
              <a:t> </a:t>
            </a:r>
            <a:fld id="{04CB57D1-F0AB-4363-B92A-BE183C4E8644}" type="slidenum">
              <a:rPr lang="en-AU" altLang="zh-CN"/>
              <a:pPr/>
              <a:t>‹#›</a:t>
            </a:fld>
            <a:endParaRPr lang="en-AU" altLang="zh-CN"/>
          </a:p>
        </p:txBody>
      </p:sp>
    </p:spTree>
    <p:extLst>
      <p:ext uri="{BB962C8B-B14F-4D97-AF65-F5344CB8AC3E}">
        <p14:creationId xmlns:p14="http://schemas.microsoft.com/office/powerpoint/2010/main" val="1921108967"/>
      </p:ext>
    </p:extLst>
  </p:cSld>
  <p:clrMapOvr>
    <a:masterClrMapping/>
  </p:clrMapOvr>
  <p:transition spd="med">
    <p:zo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x" preserve="1">
  <p:cSld name="标题，内容与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628650" y="1825625"/>
            <a:ext cx="3886200" cy="435133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629150" y="1825625"/>
            <a:ext cx="3886200" cy="435133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Date Placeholder 2059">
            <a:extLst>
              <a:ext uri="{FF2B5EF4-FFF2-40B4-BE49-F238E27FC236}">
                <a16:creationId xmlns:a16="http://schemas.microsoft.com/office/drawing/2014/main" id="{9029ACDC-5AED-E3C0-C102-B6557AC3719D}"/>
              </a:ext>
            </a:extLst>
          </p:cNvPr>
          <p:cNvSpPr>
            <a:spLocks noGrp="1"/>
          </p:cNvSpPr>
          <p:nvPr>
            <p:ph type="dt" sz="half" idx="10"/>
          </p:nvPr>
        </p:nvSpPr>
        <p:spPr>
          <a:ln/>
        </p:spPr>
        <p:txBody>
          <a:bodyPr/>
          <a:lstStyle>
            <a:lvl1pPr>
              <a:defRPr/>
            </a:lvl1pPr>
          </a:lstStyle>
          <a:p>
            <a:endParaRPr lang="zh-CN" altLang="en-AU"/>
          </a:p>
        </p:txBody>
      </p:sp>
      <p:sp>
        <p:nvSpPr>
          <p:cNvPr id="6" name="Footer Placeholder 2060">
            <a:extLst>
              <a:ext uri="{FF2B5EF4-FFF2-40B4-BE49-F238E27FC236}">
                <a16:creationId xmlns:a16="http://schemas.microsoft.com/office/drawing/2014/main" id="{6F0F2312-1B3A-D71A-C0F6-721F7C642919}"/>
              </a:ext>
            </a:extLst>
          </p:cNvPr>
          <p:cNvSpPr>
            <a:spLocks noGrp="1"/>
          </p:cNvSpPr>
          <p:nvPr>
            <p:ph type="ftr" sz="quarter" idx="11"/>
          </p:nvPr>
        </p:nvSpPr>
        <p:spPr>
          <a:ln/>
        </p:spPr>
        <p:txBody>
          <a:bodyPr/>
          <a:lstStyle>
            <a:lvl1pPr>
              <a:defRPr/>
            </a:lvl1pPr>
          </a:lstStyle>
          <a:p>
            <a:endParaRPr lang="zh-CN" altLang="en-AU"/>
          </a:p>
        </p:txBody>
      </p:sp>
      <p:sp>
        <p:nvSpPr>
          <p:cNvPr id="7" name="Slide Number Placeholder 2061">
            <a:extLst>
              <a:ext uri="{FF2B5EF4-FFF2-40B4-BE49-F238E27FC236}">
                <a16:creationId xmlns:a16="http://schemas.microsoft.com/office/drawing/2014/main" id="{46604B72-0A4B-E3C0-293E-5BD5484D2AC1}"/>
              </a:ext>
            </a:extLst>
          </p:cNvPr>
          <p:cNvSpPr>
            <a:spLocks noGrp="1"/>
          </p:cNvSpPr>
          <p:nvPr>
            <p:ph type="sldNum" sz="quarter" idx="12"/>
          </p:nvPr>
        </p:nvSpPr>
        <p:spPr>
          <a:ln/>
        </p:spPr>
        <p:txBody>
          <a:bodyPr/>
          <a:lstStyle>
            <a:lvl1pPr>
              <a:defRPr/>
            </a:lvl1pPr>
          </a:lstStyle>
          <a:p>
            <a:r>
              <a:rPr lang="en-AU" altLang="zh-CN"/>
              <a:t> </a:t>
            </a:r>
            <a:fld id="{26D5505C-3360-41D6-8540-927EEFE3DE5D}" type="slidenum">
              <a:rPr lang="en-AU" altLang="zh-CN"/>
              <a:pPr/>
              <a:t>‹#›</a:t>
            </a:fld>
            <a:endParaRPr lang="en-AU" altLang="zh-CN"/>
          </a:p>
        </p:txBody>
      </p:sp>
    </p:spTree>
    <p:extLst>
      <p:ext uri="{BB962C8B-B14F-4D97-AF65-F5344CB8AC3E}">
        <p14:creationId xmlns:p14="http://schemas.microsoft.com/office/powerpoint/2010/main" val="3826413920"/>
      </p:ext>
    </p:extLst>
  </p:cSld>
  <p:clrMapOvr>
    <a:masterClrMapping/>
  </p:clrMapOvr>
  <p:transition spd="med">
    <p:zoom/>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noProof="1"/>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a:t>单击此处编辑母版副标题样式</a:t>
            </a:r>
          </a:p>
        </p:txBody>
      </p:sp>
      <p:sp>
        <p:nvSpPr>
          <p:cNvPr id="4" name="Date Placeholder 900099">
            <a:extLst>
              <a:ext uri="{FF2B5EF4-FFF2-40B4-BE49-F238E27FC236}">
                <a16:creationId xmlns:a16="http://schemas.microsoft.com/office/drawing/2014/main" id="{538F61FE-B824-31EB-EEB1-3477E59FE8DD}"/>
              </a:ext>
            </a:extLst>
          </p:cNvPr>
          <p:cNvSpPr>
            <a:spLocks noGrp="1"/>
          </p:cNvSpPr>
          <p:nvPr>
            <p:ph type="dt" sz="half" idx="10"/>
          </p:nvPr>
        </p:nvSpPr>
        <p:spPr>
          <a:ln/>
        </p:spPr>
        <p:txBody>
          <a:bodyPr/>
          <a:lstStyle>
            <a:lvl1pPr>
              <a:defRPr/>
            </a:lvl1pPr>
          </a:lstStyle>
          <a:p>
            <a:endParaRPr lang="zh-CN" altLang="en-US"/>
          </a:p>
        </p:txBody>
      </p:sp>
      <p:sp>
        <p:nvSpPr>
          <p:cNvPr id="5" name="Footer Placeholder 900100">
            <a:extLst>
              <a:ext uri="{FF2B5EF4-FFF2-40B4-BE49-F238E27FC236}">
                <a16:creationId xmlns:a16="http://schemas.microsoft.com/office/drawing/2014/main" id="{E82043A1-C5F2-0BC3-4ABE-BD7D03DD9515}"/>
              </a:ext>
            </a:extLst>
          </p:cNvPr>
          <p:cNvSpPr>
            <a:spLocks noGrp="1"/>
          </p:cNvSpPr>
          <p:nvPr>
            <p:ph type="ftr" sz="quarter" idx="11"/>
          </p:nvPr>
        </p:nvSpPr>
        <p:spPr>
          <a:ln/>
        </p:spPr>
        <p:txBody>
          <a:bodyPr/>
          <a:lstStyle>
            <a:lvl1pPr>
              <a:defRPr/>
            </a:lvl1pPr>
          </a:lstStyle>
          <a:p>
            <a:endParaRPr lang="zh-CN" altLang="en-US"/>
          </a:p>
        </p:txBody>
      </p:sp>
      <p:sp>
        <p:nvSpPr>
          <p:cNvPr id="6" name="Slide Number Placeholder 900101">
            <a:extLst>
              <a:ext uri="{FF2B5EF4-FFF2-40B4-BE49-F238E27FC236}">
                <a16:creationId xmlns:a16="http://schemas.microsoft.com/office/drawing/2014/main" id="{85F2C6A9-FADA-05B4-9FCB-4D95EF2A0360}"/>
              </a:ext>
            </a:extLst>
          </p:cNvPr>
          <p:cNvSpPr>
            <a:spLocks noGrp="1"/>
          </p:cNvSpPr>
          <p:nvPr>
            <p:ph type="sldNum" sz="quarter" idx="12"/>
          </p:nvPr>
        </p:nvSpPr>
        <p:spPr>
          <a:ln/>
        </p:spPr>
        <p:txBody>
          <a:bodyPr/>
          <a:lstStyle>
            <a:lvl1pPr>
              <a:defRPr/>
            </a:lvl1pPr>
          </a:lstStyle>
          <a:p>
            <a:fld id="{010F8A4F-DCA5-4820-A4BD-A33EAC3719E3}" type="slidenum">
              <a:rPr lang="zh-CN" altLang="en-US"/>
              <a:pPr/>
              <a:t>‹#›</a:t>
            </a:fld>
            <a:endParaRPr lang="zh-CN" altLang="en-US"/>
          </a:p>
        </p:txBody>
      </p:sp>
    </p:spTree>
    <p:extLst>
      <p:ext uri="{BB962C8B-B14F-4D97-AF65-F5344CB8AC3E}">
        <p14:creationId xmlns:p14="http://schemas.microsoft.com/office/powerpoint/2010/main" val="8493873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900099">
            <a:extLst>
              <a:ext uri="{FF2B5EF4-FFF2-40B4-BE49-F238E27FC236}">
                <a16:creationId xmlns:a16="http://schemas.microsoft.com/office/drawing/2014/main" id="{D9A37605-5947-B7C3-B5B3-E9548733CEE1}"/>
              </a:ext>
            </a:extLst>
          </p:cNvPr>
          <p:cNvSpPr>
            <a:spLocks noGrp="1"/>
          </p:cNvSpPr>
          <p:nvPr>
            <p:ph type="dt" sz="half" idx="10"/>
          </p:nvPr>
        </p:nvSpPr>
        <p:spPr>
          <a:ln/>
        </p:spPr>
        <p:txBody>
          <a:bodyPr/>
          <a:lstStyle>
            <a:lvl1pPr>
              <a:defRPr/>
            </a:lvl1pPr>
          </a:lstStyle>
          <a:p>
            <a:endParaRPr lang="zh-CN" altLang="en-US"/>
          </a:p>
        </p:txBody>
      </p:sp>
      <p:sp>
        <p:nvSpPr>
          <p:cNvPr id="5" name="Footer Placeholder 900100">
            <a:extLst>
              <a:ext uri="{FF2B5EF4-FFF2-40B4-BE49-F238E27FC236}">
                <a16:creationId xmlns:a16="http://schemas.microsoft.com/office/drawing/2014/main" id="{81909598-DD5D-8F4A-76FB-D834069FDF01}"/>
              </a:ext>
            </a:extLst>
          </p:cNvPr>
          <p:cNvSpPr>
            <a:spLocks noGrp="1"/>
          </p:cNvSpPr>
          <p:nvPr>
            <p:ph type="ftr" sz="quarter" idx="11"/>
          </p:nvPr>
        </p:nvSpPr>
        <p:spPr>
          <a:ln/>
        </p:spPr>
        <p:txBody>
          <a:bodyPr/>
          <a:lstStyle>
            <a:lvl1pPr>
              <a:defRPr/>
            </a:lvl1pPr>
          </a:lstStyle>
          <a:p>
            <a:endParaRPr lang="zh-CN" altLang="en-US"/>
          </a:p>
        </p:txBody>
      </p:sp>
      <p:sp>
        <p:nvSpPr>
          <p:cNvPr id="6" name="Slide Number Placeholder 900101">
            <a:extLst>
              <a:ext uri="{FF2B5EF4-FFF2-40B4-BE49-F238E27FC236}">
                <a16:creationId xmlns:a16="http://schemas.microsoft.com/office/drawing/2014/main" id="{2CC2C54A-9BEE-78EC-5060-04B86528B212}"/>
              </a:ext>
            </a:extLst>
          </p:cNvPr>
          <p:cNvSpPr>
            <a:spLocks noGrp="1"/>
          </p:cNvSpPr>
          <p:nvPr>
            <p:ph type="sldNum" sz="quarter" idx="12"/>
          </p:nvPr>
        </p:nvSpPr>
        <p:spPr>
          <a:ln/>
        </p:spPr>
        <p:txBody>
          <a:bodyPr/>
          <a:lstStyle>
            <a:lvl1pPr>
              <a:defRPr/>
            </a:lvl1pPr>
          </a:lstStyle>
          <a:p>
            <a:fld id="{E5AF0A21-9540-48BB-8FAB-1DBC556A582F}" type="slidenum">
              <a:rPr lang="zh-CN" altLang="en-US"/>
              <a:pPr/>
              <a:t>‹#›</a:t>
            </a:fld>
            <a:endParaRPr lang="zh-CN" altLang="en-US"/>
          </a:p>
        </p:txBody>
      </p:sp>
    </p:spTree>
    <p:extLst>
      <p:ext uri="{BB962C8B-B14F-4D97-AF65-F5344CB8AC3E}">
        <p14:creationId xmlns:p14="http://schemas.microsoft.com/office/powerpoint/2010/main" val="27513825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p>
        </p:txBody>
      </p:sp>
      <p:sp>
        <p:nvSpPr>
          <p:cNvPr id="4" name="Date Placeholder 900099">
            <a:extLst>
              <a:ext uri="{FF2B5EF4-FFF2-40B4-BE49-F238E27FC236}">
                <a16:creationId xmlns:a16="http://schemas.microsoft.com/office/drawing/2014/main" id="{71FC71A0-A3A9-6D9E-38F1-93B71567C422}"/>
              </a:ext>
            </a:extLst>
          </p:cNvPr>
          <p:cNvSpPr>
            <a:spLocks noGrp="1"/>
          </p:cNvSpPr>
          <p:nvPr>
            <p:ph type="dt" sz="half" idx="10"/>
          </p:nvPr>
        </p:nvSpPr>
        <p:spPr>
          <a:ln/>
        </p:spPr>
        <p:txBody>
          <a:bodyPr/>
          <a:lstStyle>
            <a:lvl1pPr>
              <a:defRPr/>
            </a:lvl1pPr>
          </a:lstStyle>
          <a:p>
            <a:endParaRPr lang="zh-CN" altLang="en-US"/>
          </a:p>
        </p:txBody>
      </p:sp>
      <p:sp>
        <p:nvSpPr>
          <p:cNvPr id="5" name="Footer Placeholder 900100">
            <a:extLst>
              <a:ext uri="{FF2B5EF4-FFF2-40B4-BE49-F238E27FC236}">
                <a16:creationId xmlns:a16="http://schemas.microsoft.com/office/drawing/2014/main" id="{5BE8E3A2-4985-36C6-03A8-40C874B5A247}"/>
              </a:ext>
            </a:extLst>
          </p:cNvPr>
          <p:cNvSpPr>
            <a:spLocks noGrp="1"/>
          </p:cNvSpPr>
          <p:nvPr>
            <p:ph type="ftr" sz="quarter" idx="11"/>
          </p:nvPr>
        </p:nvSpPr>
        <p:spPr>
          <a:ln/>
        </p:spPr>
        <p:txBody>
          <a:bodyPr/>
          <a:lstStyle>
            <a:lvl1pPr>
              <a:defRPr/>
            </a:lvl1pPr>
          </a:lstStyle>
          <a:p>
            <a:endParaRPr lang="zh-CN" altLang="en-US"/>
          </a:p>
        </p:txBody>
      </p:sp>
      <p:sp>
        <p:nvSpPr>
          <p:cNvPr id="6" name="Slide Number Placeholder 900101">
            <a:extLst>
              <a:ext uri="{FF2B5EF4-FFF2-40B4-BE49-F238E27FC236}">
                <a16:creationId xmlns:a16="http://schemas.microsoft.com/office/drawing/2014/main" id="{2C2CEE75-B19A-FA24-B5D1-13C0FB68DC9C}"/>
              </a:ext>
            </a:extLst>
          </p:cNvPr>
          <p:cNvSpPr>
            <a:spLocks noGrp="1"/>
          </p:cNvSpPr>
          <p:nvPr>
            <p:ph type="sldNum" sz="quarter" idx="12"/>
          </p:nvPr>
        </p:nvSpPr>
        <p:spPr>
          <a:ln/>
        </p:spPr>
        <p:txBody>
          <a:bodyPr/>
          <a:lstStyle>
            <a:lvl1pPr>
              <a:defRPr/>
            </a:lvl1pPr>
          </a:lstStyle>
          <a:p>
            <a:fld id="{54BA6D57-FD82-48A7-B68D-C60F599DC02E}" type="slidenum">
              <a:rPr lang="zh-CN" altLang="en-US"/>
              <a:pPr/>
              <a:t>‹#›</a:t>
            </a:fld>
            <a:endParaRPr lang="zh-CN" altLang="en-US"/>
          </a:p>
        </p:txBody>
      </p:sp>
    </p:spTree>
    <p:extLst>
      <p:ext uri="{BB962C8B-B14F-4D97-AF65-F5344CB8AC3E}">
        <p14:creationId xmlns:p14="http://schemas.microsoft.com/office/powerpoint/2010/main" val="136669133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2504"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54296" y="1600200"/>
            <a:ext cx="4032504"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Date Placeholder 900099">
            <a:extLst>
              <a:ext uri="{FF2B5EF4-FFF2-40B4-BE49-F238E27FC236}">
                <a16:creationId xmlns:a16="http://schemas.microsoft.com/office/drawing/2014/main" id="{6F1E1DFC-C62C-40AA-DD15-2157380CE552}"/>
              </a:ext>
            </a:extLst>
          </p:cNvPr>
          <p:cNvSpPr>
            <a:spLocks noGrp="1"/>
          </p:cNvSpPr>
          <p:nvPr>
            <p:ph type="dt" sz="half" idx="10"/>
          </p:nvPr>
        </p:nvSpPr>
        <p:spPr>
          <a:ln/>
        </p:spPr>
        <p:txBody>
          <a:bodyPr/>
          <a:lstStyle>
            <a:lvl1pPr>
              <a:defRPr/>
            </a:lvl1pPr>
          </a:lstStyle>
          <a:p>
            <a:endParaRPr lang="zh-CN" altLang="en-US"/>
          </a:p>
        </p:txBody>
      </p:sp>
      <p:sp>
        <p:nvSpPr>
          <p:cNvPr id="6" name="Footer Placeholder 900100">
            <a:extLst>
              <a:ext uri="{FF2B5EF4-FFF2-40B4-BE49-F238E27FC236}">
                <a16:creationId xmlns:a16="http://schemas.microsoft.com/office/drawing/2014/main" id="{EAA0CA75-FDC6-3C82-3E38-04548DCA7BD5}"/>
              </a:ext>
            </a:extLst>
          </p:cNvPr>
          <p:cNvSpPr>
            <a:spLocks noGrp="1"/>
          </p:cNvSpPr>
          <p:nvPr>
            <p:ph type="ftr" sz="quarter" idx="11"/>
          </p:nvPr>
        </p:nvSpPr>
        <p:spPr>
          <a:ln/>
        </p:spPr>
        <p:txBody>
          <a:bodyPr/>
          <a:lstStyle>
            <a:lvl1pPr>
              <a:defRPr/>
            </a:lvl1pPr>
          </a:lstStyle>
          <a:p>
            <a:endParaRPr lang="zh-CN" altLang="en-US"/>
          </a:p>
        </p:txBody>
      </p:sp>
      <p:sp>
        <p:nvSpPr>
          <p:cNvPr id="7" name="Slide Number Placeholder 900101">
            <a:extLst>
              <a:ext uri="{FF2B5EF4-FFF2-40B4-BE49-F238E27FC236}">
                <a16:creationId xmlns:a16="http://schemas.microsoft.com/office/drawing/2014/main" id="{B07D11E7-1F98-D2E4-3FB7-1D9AB05E8399}"/>
              </a:ext>
            </a:extLst>
          </p:cNvPr>
          <p:cNvSpPr>
            <a:spLocks noGrp="1"/>
          </p:cNvSpPr>
          <p:nvPr>
            <p:ph type="sldNum" sz="quarter" idx="12"/>
          </p:nvPr>
        </p:nvSpPr>
        <p:spPr>
          <a:ln/>
        </p:spPr>
        <p:txBody>
          <a:bodyPr/>
          <a:lstStyle>
            <a:lvl1pPr>
              <a:defRPr/>
            </a:lvl1pPr>
          </a:lstStyle>
          <a:p>
            <a:fld id="{053011AA-275A-4B76-88A0-F5CA21D61C5D}" type="slidenum">
              <a:rPr lang="zh-CN" altLang="en-US"/>
              <a:pPr/>
              <a:t>‹#›</a:t>
            </a:fld>
            <a:endParaRPr lang="zh-CN" altLang="en-US"/>
          </a:p>
        </p:txBody>
      </p:sp>
    </p:spTree>
    <p:extLst>
      <p:ext uri="{BB962C8B-B14F-4D97-AF65-F5344CB8AC3E}">
        <p14:creationId xmlns:p14="http://schemas.microsoft.com/office/powerpoint/2010/main" val="27883356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890081" y="1778438"/>
            <a:ext cx="3655181"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92704" y="1778438"/>
            <a:ext cx="3673182"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Date Placeholder 900099">
            <a:extLst>
              <a:ext uri="{FF2B5EF4-FFF2-40B4-BE49-F238E27FC236}">
                <a16:creationId xmlns:a16="http://schemas.microsoft.com/office/drawing/2014/main" id="{8F49E06F-D182-D890-6C6A-B309659744BA}"/>
              </a:ext>
            </a:extLst>
          </p:cNvPr>
          <p:cNvSpPr>
            <a:spLocks noGrp="1"/>
          </p:cNvSpPr>
          <p:nvPr>
            <p:ph type="dt" sz="half" idx="10"/>
          </p:nvPr>
        </p:nvSpPr>
        <p:spPr>
          <a:ln/>
        </p:spPr>
        <p:txBody>
          <a:bodyPr/>
          <a:lstStyle>
            <a:lvl1pPr>
              <a:defRPr/>
            </a:lvl1pPr>
          </a:lstStyle>
          <a:p>
            <a:endParaRPr lang="zh-CN" altLang="en-US"/>
          </a:p>
        </p:txBody>
      </p:sp>
      <p:sp>
        <p:nvSpPr>
          <p:cNvPr id="8" name="Footer Placeholder 900100">
            <a:extLst>
              <a:ext uri="{FF2B5EF4-FFF2-40B4-BE49-F238E27FC236}">
                <a16:creationId xmlns:a16="http://schemas.microsoft.com/office/drawing/2014/main" id="{C2D9CBED-6A04-8545-7DF8-09718FC2D617}"/>
              </a:ext>
            </a:extLst>
          </p:cNvPr>
          <p:cNvSpPr>
            <a:spLocks noGrp="1"/>
          </p:cNvSpPr>
          <p:nvPr>
            <p:ph type="ftr" sz="quarter" idx="11"/>
          </p:nvPr>
        </p:nvSpPr>
        <p:spPr>
          <a:ln/>
        </p:spPr>
        <p:txBody>
          <a:bodyPr/>
          <a:lstStyle>
            <a:lvl1pPr>
              <a:defRPr/>
            </a:lvl1pPr>
          </a:lstStyle>
          <a:p>
            <a:endParaRPr lang="zh-CN" altLang="en-US"/>
          </a:p>
        </p:txBody>
      </p:sp>
      <p:sp>
        <p:nvSpPr>
          <p:cNvPr id="9" name="Slide Number Placeholder 900101">
            <a:extLst>
              <a:ext uri="{FF2B5EF4-FFF2-40B4-BE49-F238E27FC236}">
                <a16:creationId xmlns:a16="http://schemas.microsoft.com/office/drawing/2014/main" id="{77032E36-1A55-CA91-8EA0-99299E36ABBF}"/>
              </a:ext>
            </a:extLst>
          </p:cNvPr>
          <p:cNvSpPr>
            <a:spLocks noGrp="1"/>
          </p:cNvSpPr>
          <p:nvPr>
            <p:ph type="sldNum" sz="quarter" idx="12"/>
          </p:nvPr>
        </p:nvSpPr>
        <p:spPr>
          <a:ln/>
        </p:spPr>
        <p:txBody>
          <a:bodyPr/>
          <a:lstStyle>
            <a:lvl1pPr>
              <a:defRPr/>
            </a:lvl1pPr>
          </a:lstStyle>
          <a:p>
            <a:fld id="{1379CC58-A118-4266-91B1-4B2DFFBC686C}" type="slidenum">
              <a:rPr lang="zh-CN" altLang="en-US"/>
              <a:pPr/>
              <a:t>‹#›</a:t>
            </a:fld>
            <a:endParaRPr lang="zh-CN" altLang="en-US"/>
          </a:p>
        </p:txBody>
      </p:sp>
    </p:spTree>
    <p:extLst>
      <p:ext uri="{BB962C8B-B14F-4D97-AF65-F5344CB8AC3E}">
        <p14:creationId xmlns:p14="http://schemas.microsoft.com/office/powerpoint/2010/main" val="371801121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Date Placeholder 900099">
            <a:extLst>
              <a:ext uri="{FF2B5EF4-FFF2-40B4-BE49-F238E27FC236}">
                <a16:creationId xmlns:a16="http://schemas.microsoft.com/office/drawing/2014/main" id="{440FB28A-0E36-7A03-C966-5E7973D29197}"/>
              </a:ext>
            </a:extLst>
          </p:cNvPr>
          <p:cNvSpPr>
            <a:spLocks noGrp="1"/>
          </p:cNvSpPr>
          <p:nvPr>
            <p:ph type="dt" sz="half" idx="10"/>
          </p:nvPr>
        </p:nvSpPr>
        <p:spPr>
          <a:ln/>
        </p:spPr>
        <p:txBody>
          <a:bodyPr/>
          <a:lstStyle>
            <a:lvl1pPr>
              <a:defRPr/>
            </a:lvl1pPr>
          </a:lstStyle>
          <a:p>
            <a:endParaRPr lang="zh-CN" altLang="en-US"/>
          </a:p>
        </p:txBody>
      </p:sp>
      <p:sp>
        <p:nvSpPr>
          <p:cNvPr id="4" name="Footer Placeholder 900100">
            <a:extLst>
              <a:ext uri="{FF2B5EF4-FFF2-40B4-BE49-F238E27FC236}">
                <a16:creationId xmlns:a16="http://schemas.microsoft.com/office/drawing/2014/main" id="{53B37644-98BA-3D29-BD41-7472198AD182}"/>
              </a:ext>
            </a:extLst>
          </p:cNvPr>
          <p:cNvSpPr>
            <a:spLocks noGrp="1"/>
          </p:cNvSpPr>
          <p:nvPr>
            <p:ph type="ftr" sz="quarter" idx="11"/>
          </p:nvPr>
        </p:nvSpPr>
        <p:spPr>
          <a:ln/>
        </p:spPr>
        <p:txBody>
          <a:bodyPr/>
          <a:lstStyle>
            <a:lvl1pPr>
              <a:defRPr/>
            </a:lvl1pPr>
          </a:lstStyle>
          <a:p>
            <a:endParaRPr lang="zh-CN" altLang="en-US"/>
          </a:p>
        </p:txBody>
      </p:sp>
      <p:sp>
        <p:nvSpPr>
          <p:cNvPr id="5" name="Slide Number Placeholder 900101">
            <a:extLst>
              <a:ext uri="{FF2B5EF4-FFF2-40B4-BE49-F238E27FC236}">
                <a16:creationId xmlns:a16="http://schemas.microsoft.com/office/drawing/2014/main" id="{490397FC-ABC7-8203-A1C5-8552063DB90E}"/>
              </a:ext>
            </a:extLst>
          </p:cNvPr>
          <p:cNvSpPr>
            <a:spLocks noGrp="1"/>
          </p:cNvSpPr>
          <p:nvPr>
            <p:ph type="sldNum" sz="quarter" idx="12"/>
          </p:nvPr>
        </p:nvSpPr>
        <p:spPr>
          <a:ln/>
        </p:spPr>
        <p:txBody>
          <a:bodyPr/>
          <a:lstStyle>
            <a:lvl1pPr>
              <a:defRPr/>
            </a:lvl1pPr>
          </a:lstStyle>
          <a:p>
            <a:fld id="{818AA067-7A65-4BAB-A86D-7B7B30667139}" type="slidenum">
              <a:rPr lang="zh-CN" altLang="en-US"/>
              <a:pPr/>
              <a:t>‹#›</a:t>
            </a:fld>
            <a:endParaRPr lang="zh-CN" altLang="en-US"/>
          </a:p>
        </p:txBody>
      </p:sp>
    </p:spTree>
    <p:extLst>
      <p:ext uri="{BB962C8B-B14F-4D97-AF65-F5344CB8AC3E}">
        <p14:creationId xmlns:p14="http://schemas.microsoft.com/office/powerpoint/2010/main" val="797992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900099">
            <a:extLst>
              <a:ext uri="{FF2B5EF4-FFF2-40B4-BE49-F238E27FC236}">
                <a16:creationId xmlns:a16="http://schemas.microsoft.com/office/drawing/2014/main" id="{A6A59536-CF7D-9B30-E856-83AE761BB3F6}"/>
              </a:ext>
            </a:extLst>
          </p:cNvPr>
          <p:cNvSpPr>
            <a:spLocks noGrp="1"/>
          </p:cNvSpPr>
          <p:nvPr>
            <p:ph type="dt" sz="half" idx="10"/>
          </p:nvPr>
        </p:nvSpPr>
        <p:spPr>
          <a:ln/>
        </p:spPr>
        <p:txBody>
          <a:bodyPr/>
          <a:lstStyle>
            <a:lvl1pPr>
              <a:defRPr/>
            </a:lvl1pPr>
          </a:lstStyle>
          <a:p>
            <a:endParaRPr lang="zh-CN" altLang="en-US"/>
          </a:p>
        </p:txBody>
      </p:sp>
      <p:sp>
        <p:nvSpPr>
          <p:cNvPr id="3" name="Footer Placeholder 900100">
            <a:extLst>
              <a:ext uri="{FF2B5EF4-FFF2-40B4-BE49-F238E27FC236}">
                <a16:creationId xmlns:a16="http://schemas.microsoft.com/office/drawing/2014/main" id="{8B47C5AD-5903-FA92-D9DF-20D5E10DB3B6}"/>
              </a:ext>
            </a:extLst>
          </p:cNvPr>
          <p:cNvSpPr>
            <a:spLocks noGrp="1"/>
          </p:cNvSpPr>
          <p:nvPr>
            <p:ph type="ftr" sz="quarter" idx="11"/>
          </p:nvPr>
        </p:nvSpPr>
        <p:spPr>
          <a:ln/>
        </p:spPr>
        <p:txBody>
          <a:bodyPr/>
          <a:lstStyle>
            <a:lvl1pPr>
              <a:defRPr/>
            </a:lvl1pPr>
          </a:lstStyle>
          <a:p>
            <a:endParaRPr lang="zh-CN" altLang="en-US"/>
          </a:p>
        </p:txBody>
      </p:sp>
      <p:sp>
        <p:nvSpPr>
          <p:cNvPr id="4" name="Slide Number Placeholder 900101">
            <a:extLst>
              <a:ext uri="{FF2B5EF4-FFF2-40B4-BE49-F238E27FC236}">
                <a16:creationId xmlns:a16="http://schemas.microsoft.com/office/drawing/2014/main" id="{B213577F-283E-F84D-3AA3-D1434E025A62}"/>
              </a:ext>
            </a:extLst>
          </p:cNvPr>
          <p:cNvSpPr>
            <a:spLocks noGrp="1"/>
          </p:cNvSpPr>
          <p:nvPr>
            <p:ph type="sldNum" sz="quarter" idx="12"/>
          </p:nvPr>
        </p:nvSpPr>
        <p:spPr>
          <a:ln/>
        </p:spPr>
        <p:txBody>
          <a:bodyPr/>
          <a:lstStyle>
            <a:lvl1pPr>
              <a:defRPr/>
            </a:lvl1pPr>
          </a:lstStyle>
          <a:p>
            <a:fld id="{56F6CBA1-4DA9-431B-8108-24BF12A12C93}" type="slidenum">
              <a:rPr lang="zh-CN" altLang="en-US"/>
              <a:pPr/>
              <a:t>‹#›</a:t>
            </a:fld>
            <a:endParaRPr lang="zh-CN" altLang="en-US"/>
          </a:p>
        </p:txBody>
      </p:sp>
    </p:spTree>
    <p:extLst>
      <p:ext uri="{BB962C8B-B14F-4D97-AF65-F5344CB8AC3E}">
        <p14:creationId xmlns:p14="http://schemas.microsoft.com/office/powerpoint/2010/main" val="79582157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Date Placeholder 900099">
            <a:extLst>
              <a:ext uri="{FF2B5EF4-FFF2-40B4-BE49-F238E27FC236}">
                <a16:creationId xmlns:a16="http://schemas.microsoft.com/office/drawing/2014/main" id="{378D0D4B-EE1F-0CAD-6ED4-8F3BD3A7AB98}"/>
              </a:ext>
            </a:extLst>
          </p:cNvPr>
          <p:cNvSpPr>
            <a:spLocks noGrp="1"/>
          </p:cNvSpPr>
          <p:nvPr>
            <p:ph type="dt" sz="half" idx="10"/>
          </p:nvPr>
        </p:nvSpPr>
        <p:spPr>
          <a:ln/>
        </p:spPr>
        <p:txBody>
          <a:bodyPr/>
          <a:lstStyle>
            <a:lvl1pPr>
              <a:defRPr/>
            </a:lvl1pPr>
          </a:lstStyle>
          <a:p>
            <a:endParaRPr lang="zh-CN" altLang="en-US"/>
          </a:p>
        </p:txBody>
      </p:sp>
      <p:sp>
        <p:nvSpPr>
          <p:cNvPr id="6" name="Footer Placeholder 900100">
            <a:extLst>
              <a:ext uri="{FF2B5EF4-FFF2-40B4-BE49-F238E27FC236}">
                <a16:creationId xmlns:a16="http://schemas.microsoft.com/office/drawing/2014/main" id="{3D872D30-E320-094E-AFBA-7308462301DE}"/>
              </a:ext>
            </a:extLst>
          </p:cNvPr>
          <p:cNvSpPr>
            <a:spLocks noGrp="1"/>
          </p:cNvSpPr>
          <p:nvPr>
            <p:ph type="ftr" sz="quarter" idx="11"/>
          </p:nvPr>
        </p:nvSpPr>
        <p:spPr>
          <a:ln/>
        </p:spPr>
        <p:txBody>
          <a:bodyPr/>
          <a:lstStyle>
            <a:lvl1pPr>
              <a:defRPr/>
            </a:lvl1pPr>
          </a:lstStyle>
          <a:p>
            <a:endParaRPr lang="zh-CN" altLang="en-US"/>
          </a:p>
        </p:txBody>
      </p:sp>
      <p:sp>
        <p:nvSpPr>
          <p:cNvPr id="7" name="Slide Number Placeholder 900101">
            <a:extLst>
              <a:ext uri="{FF2B5EF4-FFF2-40B4-BE49-F238E27FC236}">
                <a16:creationId xmlns:a16="http://schemas.microsoft.com/office/drawing/2014/main" id="{BE1D7869-455B-DCB5-49AF-314DB2D2130F}"/>
              </a:ext>
            </a:extLst>
          </p:cNvPr>
          <p:cNvSpPr>
            <a:spLocks noGrp="1"/>
          </p:cNvSpPr>
          <p:nvPr>
            <p:ph type="sldNum" sz="quarter" idx="12"/>
          </p:nvPr>
        </p:nvSpPr>
        <p:spPr>
          <a:ln/>
        </p:spPr>
        <p:txBody>
          <a:bodyPr/>
          <a:lstStyle>
            <a:lvl1pPr>
              <a:defRPr/>
            </a:lvl1pPr>
          </a:lstStyle>
          <a:p>
            <a:fld id="{6596B47D-00C9-40A3-B8BD-0227DC809BAB}" type="slidenum">
              <a:rPr lang="zh-CN" altLang="en-US"/>
              <a:pPr/>
              <a:t>‹#›</a:t>
            </a:fld>
            <a:endParaRPr lang="zh-CN" altLang="en-US"/>
          </a:p>
        </p:txBody>
      </p:sp>
    </p:spTree>
    <p:extLst>
      <p:ext uri="{BB962C8B-B14F-4D97-AF65-F5344CB8AC3E}">
        <p14:creationId xmlns:p14="http://schemas.microsoft.com/office/powerpoint/2010/main" val="1933510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noProof="1"/>
              <a:t>单击此处编辑母版标题样式</a:t>
            </a:r>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noProof="1"/>
              <a:t>单击此处编辑母版文本样式</a:t>
            </a:r>
          </a:p>
        </p:txBody>
      </p:sp>
      <p:sp>
        <p:nvSpPr>
          <p:cNvPr id="5" name="Date Placeholder 900099">
            <a:extLst>
              <a:ext uri="{FF2B5EF4-FFF2-40B4-BE49-F238E27FC236}">
                <a16:creationId xmlns:a16="http://schemas.microsoft.com/office/drawing/2014/main" id="{603C7596-B70F-CA6D-7995-3B77D9FFBA3F}"/>
              </a:ext>
            </a:extLst>
          </p:cNvPr>
          <p:cNvSpPr>
            <a:spLocks noGrp="1"/>
          </p:cNvSpPr>
          <p:nvPr>
            <p:ph type="dt" sz="half" idx="10"/>
          </p:nvPr>
        </p:nvSpPr>
        <p:spPr>
          <a:ln/>
        </p:spPr>
        <p:txBody>
          <a:bodyPr/>
          <a:lstStyle>
            <a:lvl1pPr>
              <a:defRPr/>
            </a:lvl1pPr>
          </a:lstStyle>
          <a:p>
            <a:endParaRPr lang="zh-CN" altLang="en-US"/>
          </a:p>
        </p:txBody>
      </p:sp>
      <p:sp>
        <p:nvSpPr>
          <p:cNvPr id="6" name="Footer Placeholder 900100">
            <a:extLst>
              <a:ext uri="{FF2B5EF4-FFF2-40B4-BE49-F238E27FC236}">
                <a16:creationId xmlns:a16="http://schemas.microsoft.com/office/drawing/2014/main" id="{54801938-2B68-7502-B61C-2B58E552395A}"/>
              </a:ext>
            </a:extLst>
          </p:cNvPr>
          <p:cNvSpPr>
            <a:spLocks noGrp="1"/>
          </p:cNvSpPr>
          <p:nvPr>
            <p:ph type="ftr" sz="quarter" idx="11"/>
          </p:nvPr>
        </p:nvSpPr>
        <p:spPr>
          <a:ln/>
        </p:spPr>
        <p:txBody>
          <a:bodyPr/>
          <a:lstStyle>
            <a:lvl1pPr>
              <a:defRPr/>
            </a:lvl1pPr>
          </a:lstStyle>
          <a:p>
            <a:endParaRPr lang="zh-CN" altLang="en-US"/>
          </a:p>
        </p:txBody>
      </p:sp>
      <p:sp>
        <p:nvSpPr>
          <p:cNvPr id="7" name="Slide Number Placeholder 900101">
            <a:extLst>
              <a:ext uri="{FF2B5EF4-FFF2-40B4-BE49-F238E27FC236}">
                <a16:creationId xmlns:a16="http://schemas.microsoft.com/office/drawing/2014/main" id="{0CB59FCE-DDE8-E876-5C2B-0E1A0C3E958C}"/>
              </a:ext>
            </a:extLst>
          </p:cNvPr>
          <p:cNvSpPr>
            <a:spLocks noGrp="1"/>
          </p:cNvSpPr>
          <p:nvPr>
            <p:ph type="sldNum" sz="quarter" idx="12"/>
          </p:nvPr>
        </p:nvSpPr>
        <p:spPr>
          <a:ln/>
        </p:spPr>
        <p:txBody>
          <a:bodyPr/>
          <a:lstStyle>
            <a:lvl1pPr>
              <a:defRPr/>
            </a:lvl1pPr>
          </a:lstStyle>
          <a:p>
            <a:fld id="{682E4175-6824-4654-B926-33C3752E8D31}" type="slidenum">
              <a:rPr lang="zh-CN" altLang="en-US"/>
              <a:pPr/>
              <a:t>‹#›</a:t>
            </a:fld>
            <a:endParaRPr lang="zh-CN" altLang="en-US"/>
          </a:p>
        </p:txBody>
      </p:sp>
    </p:spTree>
    <p:extLst>
      <p:ext uri="{BB962C8B-B14F-4D97-AF65-F5344CB8AC3E}">
        <p14:creationId xmlns:p14="http://schemas.microsoft.com/office/powerpoint/2010/main" val="241008435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900099">
            <a:extLst>
              <a:ext uri="{FF2B5EF4-FFF2-40B4-BE49-F238E27FC236}">
                <a16:creationId xmlns:a16="http://schemas.microsoft.com/office/drawing/2014/main" id="{2379C6DA-D8E4-6B9D-4BB5-BC2B59C18A0B}"/>
              </a:ext>
            </a:extLst>
          </p:cNvPr>
          <p:cNvSpPr>
            <a:spLocks noGrp="1"/>
          </p:cNvSpPr>
          <p:nvPr>
            <p:ph type="dt" sz="half" idx="10"/>
          </p:nvPr>
        </p:nvSpPr>
        <p:spPr>
          <a:ln/>
        </p:spPr>
        <p:txBody>
          <a:bodyPr/>
          <a:lstStyle>
            <a:lvl1pPr>
              <a:defRPr/>
            </a:lvl1pPr>
          </a:lstStyle>
          <a:p>
            <a:endParaRPr lang="zh-CN" altLang="en-US"/>
          </a:p>
        </p:txBody>
      </p:sp>
      <p:sp>
        <p:nvSpPr>
          <p:cNvPr id="5" name="Footer Placeholder 900100">
            <a:extLst>
              <a:ext uri="{FF2B5EF4-FFF2-40B4-BE49-F238E27FC236}">
                <a16:creationId xmlns:a16="http://schemas.microsoft.com/office/drawing/2014/main" id="{3745B696-9ED0-C158-D2B1-2FBFE874C4D9}"/>
              </a:ext>
            </a:extLst>
          </p:cNvPr>
          <p:cNvSpPr>
            <a:spLocks noGrp="1"/>
          </p:cNvSpPr>
          <p:nvPr>
            <p:ph type="ftr" sz="quarter" idx="11"/>
          </p:nvPr>
        </p:nvSpPr>
        <p:spPr>
          <a:ln/>
        </p:spPr>
        <p:txBody>
          <a:bodyPr/>
          <a:lstStyle>
            <a:lvl1pPr>
              <a:defRPr/>
            </a:lvl1pPr>
          </a:lstStyle>
          <a:p>
            <a:endParaRPr lang="zh-CN" altLang="en-US"/>
          </a:p>
        </p:txBody>
      </p:sp>
      <p:sp>
        <p:nvSpPr>
          <p:cNvPr id="6" name="Slide Number Placeholder 900101">
            <a:extLst>
              <a:ext uri="{FF2B5EF4-FFF2-40B4-BE49-F238E27FC236}">
                <a16:creationId xmlns:a16="http://schemas.microsoft.com/office/drawing/2014/main" id="{27B30873-B44A-1386-BC79-D85AA980DED2}"/>
              </a:ext>
            </a:extLst>
          </p:cNvPr>
          <p:cNvSpPr>
            <a:spLocks noGrp="1"/>
          </p:cNvSpPr>
          <p:nvPr>
            <p:ph type="sldNum" sz="quarter" idx="12"/>
          </p:nvPr>
        </p:nvSpPr>
        <p:spPr>
          <a:ln/>
        </p:spPr>
        <p:txBody>
          <a:bodyPr/>
          <a:lstStyle>
            <a:lvl1pPr>
              <a:defRPr/>
            </a:lvl1pPr>
          </a:lstStyle>
          <a:p>
            <a:fld id="{C149F82D-6DB3-416D-BD6A-BDD15FA4BD30}" type="slidenum">
              <a:rPr lang="zh-CN" altLang="en-US"/>
              <a:pPr/>
              <a:t>‹#›</a:t>
            </a:fld>
            <a:endParaRPr lang="zh-CN" altLang="en-US"/>
          </a:p>
        </p:txBody>
      </p:sp>
    </p:spTree>
    <p:extLst>
      <p:ext uri="{BB962C8B-B14F-4D97-AF65-F5344CB8AC3E}">
        <p14:creationId xmlns:p14="http://schemas.microsoft.com/office/powerpoint/2010/main" val="209653131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274638"/>
            <a:ext cx="6052931" cy="5851525"/>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900099">
            <a:extLst>
              <a:ext uri="{FF2B5EF4-FFF2-40B4-BE49-F238E27FC236}">
                <a16:creationId xmlns:a16="http://schemas.microsoft.com/office/drawing/2014/main" id="{8DC584DE-63D6-E132-5803-D6EA1EF33450}"/>
              </a:ext>
            </a:extLst>
          </p:cNvPr>
          <p:cNvSpPr>
            <a:spLocks noGrp="1"/>
          </p:cNvSpPr>
          <p:nvPr>
            <p:ph type="dt" sz="half" idx="10"/>
          </p:nvPr>
        </p:nvSpPr>
        <p:spPr>
          <a:ln/>
        </p:spPr>
        <p:txBody>
          <a:bodyPr/>
          <a:lstStyle>
            <a:lvl1pPr>
              <a:defRPr/>
            </a:lvl1pPr>
          </a:lstStyle>
          <a:p>
            <a:endParaRPr lang="zh-CN" altLang="en-US"/>
          </a:p>
        </p:txBody>
      </p:sp>
      <p:sp>
        <p:nvSpPr>
          <p:cNvPr id="5" name="Footer Placeholder 900100">
            <a:extLst>
              <a:ext uri="{FF2B5EF4-FFF2-40B4-BE49-F238E27FC236}">
                <a16:creationId xmlns:a16="http://schemas.microsoft.com/office/drawing/2014/main" id="{C7D5639E-243E-F49A-75CB-2A846BC1EE50}"/>
              </a:ext>
            </a:extLst>
          </p:cNvPr>
          <p:cNvSpPr>
            <a:spLocks noGrp="1"/>
          </p:cNvSpPr>
          <p:nvPr>
            <p:ph type="ftr" sz="quarter" idx="11"/>
          </p:nvPr>
        </p:nvSpPr>
        <p:spPr>
          <a:ln/>
        </p:spPr>
        <p:txBody>
          <a:bodyPr/>
          <a:lstStyle>
            <a:lvl1pPr>
              <a:defRPr/>
            </a:lvl1pPr>
          </a:lstStyle>
          <a:p>
            <a:endParaRPr lang="zh-CN" altLang="en-US"/>
          </a:p>
        </p:txBody>
      </p:sp>
      <p:sp>
        <p:nvSpPr>
          <p:cNvPr id="6" name="Slide Number Placeholder 900101">
            <a:extLst>
              <a:ext uri="{FF2B5EF4-FFF2-40B4-BE49-F238E27FC236}">
                <a16:creationId xmlns:a16="http://schemas.microsoft.com/office/drawing/2014/main" id="{09A0A3EC-63B0-3513-3BA7-391C408FC465}"/>
              </a:ext>
            </a:extLst>
          </p:cNvPr>
          <p:cNvSpPr>
            <a:spLocks noGrp="1"/>
          </p:cNvSpPr>
          <p:nvPr>
            <p:ph type="sldNum" sz="quarter" idx="12"/>
          </p:nvPr>
        </p:nvSpPr>
        <p:spPr>
          <a:ln/>
        </p:spPr>
        <p:txBody>
          <a:bodyPr/>
          <a:lstStyle>
            <a:lvl1pPr>
              <a:defRPr/>
            </a:lvl1pPr>
          </a:lstStyle>
          <a:p>
            <a:fld id="{0742BBF1-DE93-4140-BB2E-139A001E5AAE}" type="slidenum">
              <a:rPr lang="zh-CN" altLang="en-US"/>
              <a:pPr/>
              <a:t>‹#›</a:t>
            </a:fld>
            <a:endParaRPr lang="zh-CN" altLang="en-US"/>
          </a:p>
        </p:txBody>
      </p:sp>
    </p:spTree>
    <p:extLst>
      <p:ext uri="{BB962C8B-B14F-4D97-AF65-F5344CB8AC3E}">
        <p14:creationId xmlns:p14="http://schemas.microsoft.com/office/powerpoint/2010/main" val="406931745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noProof="1"/>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a:t>单击此处编辑母版副标题样式</a:t>
            </a:r>
          </a:p>
        </p:txBody>
      </p:sp>
      <p:sp>
        <p:nvSpPr>
          <p:cNvPr id="4" name="Date Placeholder 887811">
            <a:extLst>
              <a:ext uri="{FF2B5EF4-FFF2-40B4-BE49-F238E27FC236}">
                <a16:creationId xmlns:a16="http://schemas.microsoft.com/office/drawing/2014/main" id="{E6C94D72-7EF7-2444-E837-49B88153EEDA}"/>
              </a:ext>
            </a:extLst>
          </p:cNvPr>
          <p:cNvSpPr>
            <a:spLocks noGrp="1"/>
          </p:cNvSpPr>
          <p:nvPr>
            <p:ph type="dt" sz="half" idx="10"/>
          </p:nvPr>
        </p:nvSpPr>
        <p:spPr>
          <a:ln/>
        </p:spPr>
        <p:txBody>
          <a:bodyPr/>
          <a:lstStyle>
            <a:lvl1pPr>
              <a:defRPr/>
            </a:lvl1pPr>
          </a:lstStyle>
          <a:p>
            <a:endParaRPr lang="zh-CN" altLang="en-US"/>
          </a:p>
        </p:txBody>
      </p:sp>
      <p:sp>
        <p:nvSpPr>
          <p:cNvPr id="5" name="Footer Placeholder 887812">
            <a:extLst>
              <a:ext uri="{FF2B5EF4-FFF2-40B4-BE49-F238E27FC236}">
                <a16:creationId xmlns:a16="http://schemas.microsoft.com/office/drawing/2014/main" id="{AA6C41CA-8632-D933-0AC2-3B65FDEDE15E}"/>
              </a:ext>
            </a:extLst>
          </p:cNvPr>
          <p:cNvSpPr>
            <a:spLocks noGrp="1"/>
          </p:cNvSpPr>
          <p:nvPr>
            <p:ph type="ftr" sz="quarter" idx="11"/>
          </p:nvPr>
        </p:nvSpPr>
        <p:spPr>
          <a:ln/>
        </p:spPr>
        <p:txBody>
          <a:bodyPr/>
          <a:lstStyle>
            <a:lvl1pPr>
              <a:defRPr/>
            </a:lvl1pPr>
          </a:lstStyle>
          <a:p>
            <a:endParaRPr lang="zh-CN" altLang="en-US"/>
          </a:p>
        </p:txBody>
      </p:sp>
      <p:sp>
        <p:nvSpPr>
          <p:cNvPr id="6" name="Slide Number Placeholder 887813">
            <a:extLst>
              <a:ext uri="{FF2B5EF4-FFF2-40B4-BE49-F238E27FC236}">
                <a16:creationId xmlns:a16="http://schemas.microsoft.com/office/drawing/2014/main" id="{9B561FF7-DAAC-5F9C-B391-1592ADE7362B}"/>
              </a:ext>
            </a:extLst>
          </p:cNvPr>
          <p:cNvSpPr>
            <a:spLocks noGrp="1"/>
          </p:cNvSpPr>
          <p:nvPr>
            <p:ph type="sldNum" sz="quarter" idx="12"/>
          </p:nvPr>
        </p:nvSpPr>
        <p:spPr>
          <a:ln/>
        </p:spPr>
        <p:txBody>
          <a:bodyPr/>
          <a:lstStyle>
            <a:lvl1pPr>
              <a:defRPr/>
            </a:lvl1pPr>
          </a:lstStyle>
          <a:p>
            <a:fld id="{5540310C-DC58-43CC-9666-3EAE3C226DDB}" type="slidenum">
              <a:rPr lang="zh-CN" altLang="en-US"/>
              <a:pPr/>
              <a:t>‹#›</a:t>
            </a:fld>
            <a:endParaRPr lang="zh-CN" altLang="en-US"/>
          </a:p>
        </p:txBody>
      </p:sp>
    </p:spTree>
    <p:extLst>
      <p:ext uri="{BB962C8B-B14F-4D97-AF65-F5344CB8AC3E}">
        <p14:creationId xmlns:p14="http://schemas.microsoft.com/office/powerpoint/2010/main" val="315076085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887811">
            <a:extLst>
              <a:ext uri="{FF2B5EF4-FFF2-40B4-BE49-F238E27FC236}">
                <a16:creationId xmlns:a16="http://schemas.microsoft.com/office/drawing/2014/main" id="{4F75DB1E-9CC1-1E11-6CE2-682D6CB9531E}"/>
              </a:ext>
            </a:extLst>
          </p:cNvPr>
          <p:cNvSpPr>
            <a:spLocks noGrp="1"/>
          </p:cNvSpPr>
          <p:nvPr>
            <p:ph type="dt" sz="half" idx="10"/>
          </p:nvPr>
        </p:nvSpPr>
        <p:spPr>
          <a:ln/>
        </p:spPr>
        <p:txBody>
          <a:bodyPr/>
          <a:lstStyle>
            <a:lvl1pPr>
              <a:defRPr/>
            </a:lvl1pPr>
          </a:lstStyle>
          <a:p>
            <a:endParaRPr lang="zh-CN" altLang="en-US"/>
          </a:p>
        </p:txBody>
      </p:sp>
      <p:sp>
        <p:nvSpPr>
          <p:cNvPr id="5" name="Footer Placeholder 887812">
            <a:extLst>
              <a:ext uri="{FF2B5EF4-FFF2-40B4-BE49-F238E27FC236}">
                <a16:creationId xmlns:a16="http://schemas.microsoft.com/office/drawing/2014/main" id="{F1C61BB6-0806-9BDB-18CC-A820E57E746D}"/>
              </a:ext>
            </a:extLst>
          </p:cNvPr>
          <p:cNvSpPr>
            <a:spLocks noGrp="1"/>
          </p:cNvSpPr>
          <p:nvPr>
            <p:ph type="ftr" sz="quarter" idx="11"/>
          </p:nvPr>
        </p:nvSpPr>
        <p:spPr>
          <a:ln/>
        </p:spPr>
        <p:txBody>
          <a:bodyPr/>
          <a:lstStyle>
            <a:lvl1pPr>
              <a:defRPr/>
            </a:lvl1pPr>
          </a:lstStyle>
          <a:p>
            <a:endParaRPr lang="zh-CN" altLang="en-US"/>
          </a:p>
        </p:txBody>
      </p:sp>
      <p:sp>
        <p:nvSpPr>
          <p:cNvPr id="6" name="Slide Number Placeholder 887813">
            <a:extLst>
              <a:ext uri="{FF2B5EF4-FFF2-40B4-BE49-F238E27FC236}">
                <a16:creationId xmlns:a16="http://schemas.microsoft.com/office/drawing/2014/main" id="{01D4173B-C6F3-9756-F414-4C180537E45E}"/>
              </a:ext>
            </a:extLst>
          </p:cNvPr>
          <p:cNvSpPr>
            <a:spLocks noGrp="1"/>
          </p:cNvSpPr>
          <p:nvPr>
            <p:ph type="sldNum" sz="quarter" idx="12"/>
          </p:nvPr>
        </p:nvSpPr>
        <p:spPr>
          <a:ln/>
        </p:spPr>
        <p:txBody>
          <a:bodyPr/>
          <a:lstStyle>
            <a:lvl1pPr>
              <a:defRPr/>
            </a:lvl1pPr>
          </a:lstStyle>
          <a:p>
            <a:fld id="{E6D927EE-4E3D-4D7D-9F0C-CE4FD15ECD29}" type="slidenum">
              <a:rPr lang="zh-CN" altLang="en-US"/>
              <a:pPr/>
              <a:t>‹#›</a:t>
            </a:fld>
            <a:endParaRPr lang="zh-CN" altLang="en-US"/>
          </a:p>
        </p:txBody>
      </p:sp>
    </p:spTree>
    <p:extLst>
      <p:ext uri="{BB962C8B-B14F-4D97-AF65-F5344CB8AC3E}">
        <p14:creationId xmlns:p14="http://schemas.microsoft.com/office/powerpoint/2010/main" val="398680764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p>
        </p:txBody>
      </p:sp>
      <p:sp>
        <p:nvSpPr>
          <p:cNvPr id="4" name="Date Placeholder 887811">
            <a:extLst>
              <a:ext uri="{FF2B5EF4-FFF2-40B4-BE49-F238E27FC236}">
                <a16:creationId xmlns:a16="http://schemas.microsoft.com/office/drawing/2014/main" id="{06D8BC66-70B5-7A49-07D3-2E540BAB4E5E}"/>
              </a:ext>
            </a:extLst>
          </p:cNvPr>
          <p:cNvSpPr>
            <a:spLocks noGrp="1"/>
          </p:cNvSpPr>
          <p:nvPr>
            <p:ph type="dt" sz="half" idx="10"/>
          </p:nvPr>
        </p:nvSpPr>
        <p:spPr>
          <a:ln/>
        </p:spPr>
        <p:txBody>
          <a:bodyPr/>
          <a:lstStyle>
            <a:lvl1pPr>
              <a:defRPr/>
            </a:lvl1pPr>
          </a:lstStyle>
          <a:p>
            <a:endParaRPr lang="zh-CN" altLang="en-US"/>
          </a:p>
        </p:txBody>
      </p:sp>
      <p:sp>
        <p:nvSpPr>
          <p:cNvPr id="5" name="Footer Placeholder 887812">
            <a:extLst>
              <a:ext uri="{FF2B5EF4-FFF2-40B4-BE49-F238E27FC236}">
                <a16:creationId xmlns:a16="http://schemas.microsoft.com/office/drawing/2014/main" id="{4F8E8E13-771A-87C8-00B5-E3A8E83F166C}"/>
              </a:ext>
            </a:extLst>
          </p:cNvPr>
          <p:cNvSpPr>
            <a:spLocks noGrp="1"/>
          </p:cNvSpPr>
          <p:nvPr>
            <p:ph type="ftr" sz="quarter" idx="11"/>
          </p:nvPr>
        </p:nvSpPr>
        <p:spPr>
          <a:ln/>
        </p:spPr>
        <p:txBody>
          <a:bodyPr/>
          <a:lstStyle>
            <a:lvl1pPr>
              <a:defRPr/>
            </a:lvl1pPr>
          </a:lstStyle>
          <a:p>
            <a:endParaRPr lang="zh-CN" altLang="en-US"/>
          </a:p>
        </p:txBody>
      </p:sp>
      <p:sp>
        <p:nvSpPr>
          <p:cNvPr id="6" name="Slide Number Placeholder 887813">
            <a:extLst>
              <a:ext uri="{FF2B5EF4-FFF2-40B4-BE49-F238E27FC236}">
                <a16:creationId xmlns:a16="http://schemas.microsoft.com/office/drawing/2014/main" id="{9A7DA8FC-AFB1-6B3C-9D37-89BCD8EAE154}"/>
              </a:ext>
            </a:extLst>
          </p:cNvPr>
          <p:cNvSpPr>
            <a:spLocks noGrp="1"/>
          </p:cNvSpPr>
          <p:nvPr>
            <p:ph type="sldNum" sz="quarter" idx="12"/>
          </p:nvPr>
        </p:nvSpPr>
        <p:spPr>
          <a:ln/>
        </p:spPr>
        <p:txBody>
          <a:bodyPr/>
          <a:lstStyle>
            <a:lvl1pPr>
              <a:defRPr/>
            </a:lvl1pPr>
          </a:lstStyle>
          <a:p>
            <a:fld id="{BCCA5178-B3F1-473E-B0B7-69E96D3FC7F2}" type="slidenum">
              <a:rPr lang="zh-CN" altLang="en-US"/>
              <a:pPr/>
              <a:t>‹#›</a:t>
            </a:fld>
            <a:endParaRPr lang="zh-CN" altLang="en-US"/>
          </a:p>
        </p:txBody>
      </p:sp>
    </p:spTree>
    <p:extLst>
      <p:ext uri="{BB962C8B-B14F-4D97-AF65-F5344CB8AC3E}">
        <p14:creationId xmlns:p14="http://schemas.microsoft.com/office/powerpoint/2010/main" val="290119162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2504"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54296" y="1600200"/>
            <a:ext cx="4032504"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Date Placeholder 887811">
            <a:extLst>
              <a:ext uri="{FF2B5EF4-FFF2-40B4-BE49-F238E27FC236}">
                <a16:creationId xmlns:a16="http://schemas.microsoft.com/office/drawing/2014/main" id="{C5012843-2D7C-5494-D84C-6FB9382194BE}"/>
              </a:ext>
            </a:extLst>
          </p:cNvPr>
          <p:cNvSpPr>
            <a:spLocks noGrp="1"/>
          </p:cNvSpPr>
          <p:nvPr>
            <p:ph type="dt" sz="half" idx="10"/>
          </p:nvPr>
        </p:nvSpPr>
        <p:spPr>
          <a:ln/>
        </p:spPr>
        <p:txBody>
          <a:bodyPr/>
          <a:lstStyle>
            <a:lvl1pPr>
              <a:defRPr/>
            </a:lvl1pPr>
          </a:lstStyle>
          <a:p>
            <a:endParaRPr lang="zh-CN" altLang="en-US"/>
          </a:p>
        </p:txBody>
      </p:sp>
      <p:sp>
        <p:nvSpPr>
          <p:cNvPr id="6" name="Footer Placeholder 887812">
            <a:extLst>
              <a:ext uri="{FF2B5EF4-FFF2-40B4-BE49-F238E27FC236}">
                <a16:creationId xmlns:a16="http://schemas.microsoft.com/office/drawing/2014/main" id="{42103A87-1E34-C8C3-FAB6-F85529F5E913}"/>
              </a:ext>
            </a:extLst>
          </p:cNvPr>
          <p:cNvSpPr>
            <a:spLocks noGrp="1"/>
          </p:cNvSpPr>
          <p:nvPr>
            <p:ph type="ftr" sz="quarter" idx="11"/>
          </p:nvPr>
        </p:nvSpPr>
        <p:spPr>
          <a:ln/>
        </p:spPr>
        <p:txBody>
          <a:bodyPr/>
          <a:lstStyle>
            <a:lvl1pPr>
              <a:defRPr/>
            </a:lvl1pPr>
          </a:lstStyle>
          <a:p>
            <a:endParaRPr lang="zh-CN" altLang="en-US"/>
          </a:p>
        </p:txBody>
      </p:sp>
      <p:sp>
        <p:nvSpPr>
          <p:cNvPr id="7" name="Slide Number Placeholder 887813">
            <a:extLst>
              <a:ext uri="{FF2B5EF4-FFF2-40B4-BE49-F238E27FC236}">
                <a16:creationId xmlns:a16="http://schemas.microsoft.com/office/drawing/2014/main" id="{D11E42ED-FC87-E2EF-3684-436CCC60F82B}"/>
              </a:ext>
            </a:extLst>
          </p:cNvPr>
          <p:cNvSpPr>
            <a:spLocks noGrp="1"/>
          </p:cNvSpPr>
          <p:nvPr>
            <p:ph type="sldNum" sz="quarter" idx="12"/>
          </p:nvPr>
        </p:nvSpPr>
        <p:spPr>
          <a:ln/>
        </p:spPr>
        <p:txBody>
          <a:bodyPr/>
          <a:lstStyle>
            <a:lvl1pPr>
              <a:defRPr/>
            </a:lvl1pPr>
          </a:lstStyle>
          <a:p>
            <a:fld id="{386C0182-A486-4351-90B0-5390F03B0B2F}" type="slidenum">
              <a:rPr lang="zh-CN" altLang="en-US"/>
              <a:pPr/>
              <a:t>‹#›</a:t>
            </a:fld>
            <a:endParaRPr lang="zh-CN" altLang="en-US"/>
          </a:p>
        </p:txBody>
      </p:sp>
    </p:spTree>
    <p:extLst>
      <p:ext uri="{BB962C8B-B14F-4D97-AF65-F5344CB8AC3E}">
        <p14:creationId xmlns:p14="http://schemas.microsoft.com/office/powerpoint/2010/main" val="207594495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890081" y="1778438"/>
            <a:ext cx="3655181"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92704" y="1778438"/>
            <a:ext cx="3673182"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Date Placeholder 887811">
            <a:extLst>
              <a:ext uri="{FF2B5EF4-FFF2-40B4-BE49-F238E27FC236}">
                <a16:creationId xmlns:a16="http://schemas.microsoft.com/office/drawing/2014/main" id="{32EC8777-D7B7-D877-B9E6-076D53BDC44A}"/>
              </a:ext>
            </a:extLst>
          </p:cNvPr>
          <p:cNvSpPr>
            <a:spLocks noGrp="1"/>
          </p:cNvSpPr>
          <p:nvPr>
            <p:ph type="dt" sz="half" idx="10"/>
          </p:nvPr>
        </p:nvSpPr>
        <p:spPr>
          <a:ln/>
        </p:spPr>
        <p:txBody>
          <a:bodyPr/>
          <a:lstStyle>
            <a:lvl1pPr>
              <a:defRPr/>
            </a:lvl1pPr>
          </a:lstStyle>
          <a:p>
            <a:endParaRPr lang="zh-CN" altLang="en-US"/>
          </a:p>
        </p:txBody>
      </p:sp>
      <p:sp>
        <p:nvSpPr>
          <p:cNvPr id="8" name="Footer Placeholder 887812">
            <a:extLst>
              <a:ext uri="{FF2B5EF4-FFF2-40B4-BE49-F238E27FC236}">
                <a16:creationId xmlns:a16="http://schemas.microsoft.com/office/drawing/2014/main" id="{2C0DF48F-7DE2-B0CB-8656-0791001D56FF}"/>
              </a:ext>
            </a:extLst>
          </p:cNvPr>
          <p:cNvSpPr>
            <a:spLocks noGrp="1"/>
          </p:cNvSpPr>
          <p:nvPr>
            <p:ph type="ftr" sz="quarter" idx="11"/>
          </p:nvPr>
        </p:nvSpPr>
        <p:spPr>
          <a:ln/>
        </p:spPr>
        <p:txBody>
          <a:bodyPr/>
          <a:lstStyle>
            <a:lvl1pPr>
              <a:defRPr/>
            </a:lvl1pPr>
          </a:lstStyle>
          <a:p>
            <a:endParaRPr lang="zh-CN" altLang="en-US"/>
          </a:p>
        </p:txBody>
      </p:sp>
      <p:sp>
        <p:nvSpPr>
          <p:cNvPr id="9" name="Slide Number Placeholder 887813">
            <a:extLst>
              <a:ext uri="{FF2B5EF4-FFF2-40B4-BE49-F238E27FC236}">
                <a16:creationId xmlns:a16="http://schemas.microsoft.com/office/drawing/2014/main" id="{D1167A0C-8CCA-BCB2-5B26-6A2B78DEAE5C}"/>
              </a:ext>
            </a:extLst>
          </p:cNvPr>
          <p:cNvSpPr>
            <a:spLocks noGrp="1"/>
          </p:cNvSpPr>
          <p:nvPr>
            <p:ph type="sldNum" sz="quarter" idx="12"/>
          </p:nvPr>
        </p:nvSpPr>
        <p:spPr>
          <a:ln/>
        </p:spPr>
        <p:txBody>
          <a:bodyPr/>
          <a:lstStyle>
            <a:lvl1pPr>
              <a:defRPr/>
            </a:lvl1pPr>
          </a:lstStyle>
          <a:p>
            <a:fld id="{1AD02EC7-6272-4566-BB7F-EC006EA2162B}" type="slidenum">
              <a:rPr lang="zh-CN" altLang="en-US"/>
              <a:pPr/>
              <a:t>‹#›</a:t>
            </a:fld>
            <a:endParaRPr lang="zh-CN" altLang="en-US"/>
          </a:p>
        </p:txBody>
      </p:sp>
    </p:spTree>
    <p:extLst>
      <p:ext uri="{BB962C8B-B14F-4D97-AF65-F5344CB8AC3E}">
        <p14:creationId xmlns:p14="http://schemas.microsoft.com/office/powerpoint/2010/main" val="109099470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Date Placeholder 887811">
            <a:extLst>
              <a:ext uri="{FF2B5EF4-FFF2-40B4-BE49-F238E27FC236}">
                <a16:creationId xmlns:a16="http://schemas.microsoft.com/office/drawing/2014/main" id="{95364612-7E61-EBAC-B16D-ED3A67C44E50}"/>
              </a:ext>
            </a:extLst>
          </p:cNvPr>
          <p:cNvSpPr>
            <a:spLocks noGrp="1"/>
          </p:cNvSpPr>
          <p:nvPr>
            <p:ph type="dt" sz="half" idx="10"/>
          </p:nvPr>
        </p:nvSpPr>
        <p:spPr>
          <a:ln/>
        </p:spPr>
        <p:txBody>
          <a:bodyPr/>
          <a:lstStyle>
            <a:lvl1pPr>
              <a:defRPr/>
            </a:lvl1pPr>
          </a:lstStyle>
          <a:p>
            <a:endParaRPr lang="zh-CN" altLang="en-US"/>
          </a:p>
        </p:txBody>
      </p:sp>
      <p:sp>
        <p:nvSpPr>
          <p:cNvPr id="4" name="Footer Placeholder 887812">
            <a:extLst>
              <a:ext uri="{FF2B5EF4-FFF2-40B4-BE49-F238E27FC236}">
                <a16:creationId xmlns:a16="http://schemas.microsoft.com/office/drawing/2014/main" id="{09A262E0-2A2B-20DF-218A-C6D3B2D2ED14}"/>
              </a:ext>
            </a:extLst>
          </p:cNvPr>
          <p:cNvSpPr>
            <a:spLocks noGrp="1"/>
          </p:cNvSpPr>
          <p:nvPr>
            <p:ph type="ftr" sz="quarter" idx="11"/>
          </p:nvPr>
        </p:nvSpPr>
        <p:spPr>
          <a:ln/>
        </p:spPr>
        <p:txBody>
          <a:bodyPr/>
          <a:lstStyle>
            <a:lvl1pPr>
              <a:defRPr/>
            </a:lvl1pPr>
          </a:lstStyle>
          <a:p>
            <a:endParaRPr lang="zh-CN" altLang="en-US"/>
          </a:p>
        </p:txBody>
      </p:sp>
      <p:sp>
        <p:nvSpPr>
          <p:cNvPr id="5" name="Slide Number Placeholder 887813">
            <a:extLst>
              <a:ext uri="{FF2B5EF4-FFF2-40B4-BE49-F238E27FC236}">
                <a16:creationId xmlns:a16="http://schemas.microsoft.com/office/drawing/2014/main" id="{97134715-7177-34EF-6532-EDA3306F7459}"/>
              </a:ext>
            </a:extLst>
          </p:cNvPr>
          <p:cNvSpPr>
            <a:spLocks noGrp="1"/>
          </p:cNvSpPr>
          <p:nvPr>
            <p:ph type="sldNum" sz="quarter" idx="12"/>
          </p:nvPr>
        </p:nvSpPr>
        <p:spPr>
          <a:ln/>
        </p:spPr>
        <p:txBody>
          <a:bodyPr/>
          <a:lstStyle>
            <a:lvl1pPr>
              <a:defRPr/>
            </a:lvl1pPr>
          </a:lstStyle>
          <a:p>
            <a:fld id="{DBEB78D3-35EF-48C2-9BFF-CDFB7275CF52}" type="slidenum">
              <a:rPr lang="zh-CN" altLang="en-US"/>
              <a:pPr/>
              <a:t>‹#›</a:t>
            </a:fld>
            <a:endParaRPr lang="zh-CN" altLang="en-US"/>
          </a:p>
        </p:txBody>
      </p:sp>
    </p:spTree>
    <p:extLst>
      <p:ext uri="{BB962C8B-B14F-4D97-AF65-F5344CB8AC3E}">
        <p14:creationId xmlns:p14="http://schemas.microsoft.com/office/powerpoint/2010/main" val="346134488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887811">
            <a:extLst>
              <a:ext uri="{FF2B5EF4-FFF2-40B4-BE49-F238E27FC236}">
                <a16:creationId xmlns:a16="http://schemas.microsoft.com/office/drawing/2014/main" id="{3357497D-4993-C0E3-E035-1DC6CF19B2D5}"/>
              </a:ext>
            </a:extLst>
          </p:cNvPr>
          <p:cNvSpPr>
            <a:spLocks noGrp="1"/>
          </p:cNvSpPr>
          <p:nvPr>
            <p:ph type="dt" sz="half" idx="10"/>
          </p:nvPr>
        </p:nvSpPr>
        <p:spPr>
          <a:ln/>
        </p:spPr>
        <p:txBody>
          <a:bodyPr/>
          <a:lstStyle>
            <a:lvl1pPr>
              <a:defRPr/>
            </a:lvl1pPr>
          </a:lstStyle>
          <a:p>
            <a:endParaRPr lang="zh-CN" altLang="en-US"/>
          </a:p>
        </p:txBody>
      </p:sp>
      <p:sp>
        <p:nvSpPr>
          <p:cNvPr id="3" name="Footer Placeholder 887812">
            <a:extLst>
              <a:ext uri="{FF2B5EF4-FFF2-40B4-BE49-F238E27FC236}">
                <a16:creationId xmlns:a16="http://schemas.microsoft.com/office/drawing/2014/main" id="{6ADE6A3E-0673-1469-1180-24271F3229BD}"/>
              </a:ext>
            </a:extLst>
          </p:cNvPr>
          <p:cNvSpPr>
            <a:spLocks noGrp="1"/>
          </p:cNvSpPr>
          <p:nvPr>
            <p:ph type="ftr" sz="quarter" idx="11"/>
          </p:nvPr>
        </p:nvSpPr>
        <p:spPr>
          <a:ln/>
        </p:spPr>
        <p:txBody>
          <a:bodyPr/>
          <a:lstStyle>
            <a:lvl1pPr>
              <a:defRPr/>
            </a:lvl1pPr>
          </a:lstStyle>
          <a:p>
            <a:endParaRPr lang="zh-CN" altLang="en-US"/>
          </a:p>
        </p:txBody>
      </p:sp>
      <p:sp>
        <p:nvSpPr>
          <p:cNvPr id="4" name="Slide Number Placeholder 887813">
            <a:extLst>
              <a:ext uri="{FF2B5EF4-FFF2-40B4-BE49-F238E27FC236}">
                <a16:creationId xmlns:a16="http://schemas.microsoft.com/office/drawing/2014/main" id="{EF46C747-4D4E-31FF-C6B6-0D412FF3CE29}"/>
              </a:ext>
            </a:extLst>
          </p:cNvPr>
          <p:cNvSpPr>
            <a:spLocks noGrp="1"/>
          </p:cNvSpPr>
          <p:nvPr>
            <p:ph type="sldNum" sz="quarter" idx="12"/>
          </p:nvPr>
        </p:nvSpPr>
        <p:spPr>
          <a:ln/>
        </p:spPr>
        <p:txBody>
          <a:bodyPr/>
          <a:lstStyle>
            <a:lvl1pPr>
              <a:defRPr/>
            </a:lvl1pPr>
          </a:lstStyle>
          <a:p>
            <a:fld id="{1E6713DE-2721-4351-9C9D-EC920249C727}" type="slidenum">
              <a:rPr lang="zh-CN" altLang="en-US"/>
              <a:pPr/>
              <a:t>‹#›</a:t>
            </a:fld>
            <a:endParaRPr lang="zh-CN" altLang="en-US"/>
          </a:p>
        </p:txBody>
      </p:sp>
    </p:spTree>
    <p:extLst>
      <p:ext uri="{BB962C8B-B14F-4D97-AF65-F5344CB8AC3E}">
        <p14:creationId xmlns:p14="http://schemas.microsoft.com/office/powerpoint/2010/main" val="245052596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Date Placeholder 887811">
            <a:extLst>
              <a:ext uri="{FF2B5EF4-FFF2-40B4-BE49-F238E27FC236}">
                <a16:creationId xmlns:a16="http://schemas.microsoft.com/office/drawing/2014/main" id="{FA17C0A4-FB82-AA55-52D2-0DEDF844343B}"/>
              </a:ext>
            </a:extLst>
          </p:cNvPr>
          <p:cNvSpPr>
            <a:spLocks noGrp="1"/>
          </p:cNvSpPr>
          <p:nvPr>
            <p:ph type="dt" sz="half" idx="10"/>
          </p:nvPr>
        </p:nvSpPr>
        <p:spPr>
          <a:ln/>
        </p:spPr>
        <p:txBody>
          <a:bodyPr/>
          <a:lstStyle>
            <a:lvl1pPr>
              <a:defRPr/>
            </a:lvl1pPr>
          </a:lstStyle>
          <a:p>
            <a:endParaRPr lang="zh-CN" altLang="en-US"/>
          </a:p>
        </p:txBody>
      </p:sp>
      <p:sp>
        <p:nvSpPr>
          <p:cNvPr id="6" name="Footer Placeholder 887812">
            <a:extLst>
              <a:ext uri="{FF2B5EF4-FFF2-40B4-BE49-F238E27FC236}">
                <a16:creationId xmlns:a16="http://schemas.microsoft.com/office/drawing/2014/main" id="{C28207B2-4AE4-997E-DCB9-946DE790D470}"/>
              </a:ext>
            </a:extLst>
          </p:cNvPr>
          <p:cNvSpPr>
            <a:spLocks noGrp="1"/>
          </p:cNvSpPr>
          <p:nvPr>
            <p:ph type="ftr" sz="quarter" idx="11"/>
          </p:nvPr>
        </p:nvSpPr>
        <p:spPr>
          <a:ln/>
        </p:spPr>
        <p:txBody>
          <a:bodyPr/>
          <a:lstStyle>
            <a:lvl1pPr>
              <a:defRPr/>
            </a:lvl1pPr>
          </a:lstStyle>
          <a:p>
            <a:endParaRPr lang="zh-CN" altLang="en-US"/>
          </a:p>
        </p:txBody>
      </p:sp>
      <p:sp>
        <p:nvSpPr>
          <p:cNvPr id="7" name="Slide Number Placeholder 887813">
            <a:extLst>
              <a:ext uri="{FF2B5EF4-FFF2-40B4-BE49-F238E27FC236}">
                <a16:creationId xmlns:a16="http://schemas.microsoft.com/office/drawing/2014/main" id="{2210CFEE-EAAD-3ED0-6029-A3F546D7E7A6}"/>
              </a:ext>
            </a:extLst>
          </p:cNvPr>
          <p:cNvSpPr>
            <a:spLocks noGrp="1"/>
          </p:cNvSpPr>
          <p:nvPr>
            <p:ph type="sldNum" sz="quarter" idx="12"/>
          </p:nvPr>
        </p:nvSpPr>
        <p:spPr>
          <a:ln/>
        </p:spPr>
        <p:txBody>
          <a:bodyPr/>
          <a:lstStyle>
            <a:lvl1pPr>
              <a:defRPr/>
            </a:lvl1pPr>
          </a:lstStyle>
          <a:p>
            <a:fld id="{99EF12D8-0939-4380-BCB8-550E83D02388}" type="slidenum">
              <a:rPr lang="zh-CN" altLang="en-US"/>
              <a:pPr/>
              <a:t>‹#›</a:t>
            </a:fld>
            <a:endParaRPr lang="zh-CN" altLang="en-US"/>
          </a:p>
        </p:txBody>
      </p:sp>
    </p:spTree>
    <p:extLst>
      <p:ext uri="{BB962C8B-B14F-4D97-AF65-F5344CB8AC3E}">
        <p14:creationId xmlns:p14="http://schemas.microsoft.com/office/powerpoint/2010/main" val="63285347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noProof="1"/>
              <a:t>单击此处编辑母版标题样式</a:t>
            </a:r>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noProof="1"/>
              <a:t>单击此处编辑母版文本样式</a:t>
            </a:r>
          </a:p>
        </p:txBody>
      </p:sp>
      <p:sp>
        <p:nvSpPr>
          <p:cNvPr id="5" name="Date Placeholder 887811">
            <a:extLst>
              <a:ext uri="{FF2B5EF4-FFF2-40B4-BE49-F238E27FC236}">
                <a16:creationId xmlns:a16="http://schemas.microsoft.com/office/drawing/2014/main" id="{E7A90982-015B-9B4E-2356-11BBCF66B533}"/>
              </a:ext>
            </a:extLst>
          </p:cNvPr>
          <p:cNvSpPr>
            <a:spLocks noGrp="1"/>
          </p:cNvSpPr>
          <p:nvPr>
            <p:ph type="dt" sz="half" idx="10"/>
          </p:nvPr>
        </p:nvSpPr>
        <p:spPr>
          <a:ln/>
        </p:spPr>
        <p:txBody>
          <a:bodyPr/>
          <a:lstStyle>
            <a:lvl1pPr>
              <a:defRPr/>
            </a:lvl1pPr>
          </a:lstStyle>
          <a:p>
            <a:endParaRPr lang="zh-CN" altLang="en-US"/>
          </a:p>
        </p:txBody>
      </p:sp>
      <p:sp>
        <p:nvSpPr>
          <p:cNvPr id="6" name="Footer Placeholder 887812">
            <a:extLst>
              <a:ext uri="{FF2B5EF4-FFF2-40B4-BE49-F238E27FC236}">
                <a16:creationId xmlns:a16="http://schemas.microsoft.com/office/drawing/2014/main" id="{F30BFDA0-E567-25AE-8F0F-AE580252DD02}"/>
              </a:ext>
            </a:extLst>
          </p:cNvPr>
          <p:cNvSpPr>
            <a:spLocks noGrp="1"/>
          </p:cNvSpPr>
          <p:nvPr>
            <p:ph type="ftr" sz="quarter" idx="11"/>
          </p:nvPr>
        </p:nvSpPr>
        <p:spPr>
          <a:ln/>
        </p:spPr>
        <p:txBody>
          <a:bodyPr/>
          <a:lstStyle>
            <a:lvl1pPr>
              <a:defRPr/>
            </a:lvl1pPr>
          </a:lstStyle>
          <a:p>
            <a:endParaRPr lang="zh-CN" altLang="en-US"/>
          </a:p>
        </p:txBody>
      </p:sp>
      <p:sp>
        <p:nvSpPr>
          <p:cNvPr id="7" name="Slide Number Placeholder 887813">
            <a:extLst>
              <a:ext uri="{FF2B5EF4-FFF2-40B4-BE49-F238E27FC236}">
                <a16:creationId xmlns:a16="http://schemas.microsoft.com/office/drawing/2014/main" id="{DAA75A17-DC99-E455-A7DD-6C876823BFEF}"/>
              </a:ext>
            </a:extLst>
          </p:cNvPr>
          <p:cNvSpPr>
            <a:spLocks noGrp="1"/>
          </p:cNvSpPr>
          <p:nvPr>
            <p:ph type="sldNum" sz="quarter" idx="12"/>
          </p:nvPr>
        </p:nvSpPr>
        <p:spPr>
          <a:ln/>
        </p:spPr>
        <p:txBody>
          <a:bodyPr/>
          <a:lstStyle>
            <a:lvl1pPr>
              <a:defRPr/>
            </a:lvl1pPr>
          </a:lstStyle>
          <a:p>
            <a:fld id="{4E4206CB-DCFC-4829-ADC0-B9D832ED194B}" type="slidenum">
              <a:rPr lang="zh-CN" altLang="en-US"/>
              <a:pPr/>
              <a:t>‹#›</a:t>
            </a:fld>
            <a:endParaRPr lang="zh-CN" altLang="en-US"/>
          </a:p>
        </p:txBody>
      </p:sp>
    </p:spTree>
    <p:extLst>
      <p:ext uri="{BB962C8B-B14F-4D97-AF65-F5344CB8AC3E}">
        <p14:creationId xmlns:p14="http://schemas.microsoft.com/office/powerpoint/2010/main" val="45612058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887811">
            <a:extLst>
              <a:ext uri="{FF2B5EF4-FFF2-40B4-BE49-F238E27FC236}">
                <a16:creationId xmlns:a16="http://schemas.microsoft.com/office/drawing/2014/main" id="{6FE4FEFB-E41B-4AD7-A120-401220B935B6}"/>
              </a:ext>
            </a:extLst>
          </p:cNvPr>
          <p:cNvSpPr>
            <a:spLocks noGrp="1"/>
          </p:cNvSpPr>
          <p:nvPr>
            <p:ph type="dt" sz="half" idx="10"/>
          </p:nvPr>
        </p:nvSpPr>
        <p:spPr>
          <a:ln/>
        </p:spPr>
        <p:txBody>
          <a:bodyPr/>
          <a:lstStyle>
            <a:lvl1pPr>
              <a:defRPr/>
            </a:lvl1pPr>
          </a:lstStyle>
          <a:p>
            <a:endParaRPr lang="zh-CN" altLang="en-US"/>
          </a:p>
        </p:txBody>
      </p:sp>
      <p:sp>
        <p:nvSpPr>
          <p:cNvPr id="5" name="Footer Placeholder 887812">
            <a:extLst>
              <a:ext uri="{FF2B5EF4-FFF2-40B4-BE49-F238E27FC236}">
                <a16:creationId xmlns:a16="http://schemas.microsoft.com/office/drawing/2014/main" id="{795EC726-A839-7531-EE16-A4E72F65250A}"/>
              </a:ext>
            </a:extLst>
          </p:cNvPr>
          <p:cNvSpPr>
            <a:spLocks noGrp="1"/>
          </p:cNvSpPr>
          <p:nvPr>
            <p:ph type="ftr" sz="quarter" idx="11"/>
          </p:nvPr>
        </p:nvSpPr>
        <p:spPr>
          <a:ln/>
        </p:spPr>
        <p:txBody>
          <a:bodyPr/>
          <a:lstStyle>
            <a:lvl1pPr>
              <a:defRPr/>
            </a:lvl1pPr>
          </a:lstStyle>
          <a:p>
            <a:endParaRPr lang="zh-CN" altLang="en-US"/>
          </a:p>
        </p:txBody>
      </p:sp>
      <p:sp>
        <p:nvSpPr>
          <p:cNvPr id="6" name="Slide Number Placeholder 887813">
            <a:extLst>
              <a:ext uri="{FF2B5EF4-FFF2-40B4-BE49-F238E27FC236}">
                <a16:creationId xmlns:a16="http://schemas.microsoft.com/office/drawing/2014/main" id="{1C7051EA-CDDA-6B80-1C2E-D737EF514CA8}"/>
              </a:ext>
            </a:extLst>
          </p:cNvPr>
          <p:cNvSpPr>
            <a:spLocks noGrp="1"/>
          </p:cNvSpPr>
          <p:nvPr>
            <p:ph type="sldNum" sz="quarter" idx="12"/>
          </p:nvPr>
        </p:nvSpPr>
        <p:spPr>
          <a:ln/>
        </p:spPr>
        <p:txBody>
          <a:bodyPr/>
          <a:lstStyle>
            <a:lvl1pPr>
              <a:defRPr/>
            </a:lvl1pPr>
          </a:lstStyle>
          <a:p>
            <a:fld id="{896B4671-9727-447E-93BE-9E81A76CAE43}" type="slidenum">
              <a:rPr lang="zh-CN" altLang="en-US"/>
              <a:pPr/>
              <a:t>‹#›</a:t>
            </a:fld>
            <a:endParaRPr lang="zh-CN" altLang="en-US"/>
          </a:p>
        </p:txBody>
      </p:sp>
    </p:spTree>
    <p:extLst>
      <p:ext uri="{BB962C8B-B14F-4D97-AF65-F5344CB8AC3E}">
        <p14:creationId xmlns:p14="http://schemas.microsoft.com/office/powerpoint/2010/main" val="251000300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274638"/>
            <a:ext cx="6052931" cy="5851525"/>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887811">
            <a:extLst>
              <a:ext uri="{FF2B5EF4-FFF2-40B4-BE49-F238E27FC236}">
                <a16:creationId xmlns:a16="http://schemas.microsoft.com/office/drawing/2014/main" id="{365AB22C-34B9-A712-AD7F-0D9F46C55387}"/>
              </a:ext>
            </a:extLst>
          </p:cNvPr>
          <p:cNvSpPr>
            <a:spLocks noGrp="1"/>
          </p:cNvSpPr>
          <p:nvPr>
            <p:ph type="dt" sz="half" idx="10"/>
          </p:nvPr>
        </p:nvSpPr>
        <p:spPr>
          <a:ln/>
        </p:spPr>
        <p:txBody>
          <a:bodyPr/>
          <a:lstStyle>
            <a:lvl1pPr>
              <a:defRPr/>
            </a:lvl1pPr>
          </a:lstStyle>
          <a:p>
            <a:endParaRPr lang="zh-CN" altLang="en-US"/>
          </a:p>
        </p:txBody>
      </p:sp>
      <p:sp>
        <p:nvSpPr>
          <p:cNvPr id="5" name="Footer Placeholder 887812">
            <a:extLst>
              <a:ext uri="{FF2B5EF4-FFF2-40B4-BE49-F238E27FC236}">
                <a16:creationId xmlns:a16="http://schemas.microsoft.com/office/drawing/2014/main" id="{4C4B8EE9-D5F3-4AA6-B611-2FF8BCB504D7}"/>
              </a:ext>
            </a:extLst>
          </p:cNvPr>
          <p:cNvSpPr>
            <a:spLocks noGrp="1"/>
          </p:cNvSpPr>
          <p:nvPr>
            <p:ph type="ftr" sz="quarter" idx="11"/>
          </p:nvPr>
        </p:nvSpPr>
        <p:spPr>
          <a:ln/>
        </p:spPr>
        <p:txBody>
          <a:bodyPr/>
          <a:lstStyle>
            <a:lvl1pPr>
              <a:defRPr/>
            </a:lvl1pPr>
          </a:lstStyle>
          <a:p>
            <a:endParaRPr lang="zh-CN" altLang="en-US"/>
          </a:p>
        </p:txBody>
      </p:sp>
      <p:sp>
        <p:nvSpPr>
          <p:cNvPr id="6" name="Slide Number Placeholder 887813">
            <a:extLst>
              <a:ext uri="{FF2B5EF4-FFF2-40B4-BE49-F238E27FC236}">
                <a16:creationId xmlns:a16="http://schemas.microsoft.com/office/drawing/2014/main" id="{88A32914-5208-1490-E9A5-4210395EC69A}"/>
              </a:ext>
            </a:extLst>
          </p:cNvPr>
          <p:cNvSpPr>
            <a:spLocks noGrp="1"/>
          </p:cNvSpPr>
          <p:nvPr>
            <p:ph type="sldNum" sz="quarter" idx="12"/>
          </p:nvPr>
        </p:nvSpPr>
        <p:spPr>
          <a:ln/>
        </p:spPr>
        <p:txBody>
          <a:bodyPr/>
          <a:lstStyle>
            <a:lvl1pPr>
              <a:defRPr/>
            </a:lvl1pPr>
          </a:lstStyle>
          <a:p>
            <a:fld id="{50499A4E-653B-4611-A031-71D56AFA9AFA}" type="slidenum">
              <a:rPr lang="zh-CN" altLang="en-US"/>
              <a:pPr/>
              <a:t>‹#›</a:t>
            </a:fld>
            <a:endParaRPr lang="zh-CN" altLang="en-US"/>
          </a:p>
        </p:txBody>
      </p:sp>
    </p:spTree>
    <p:extLst>
      <p:ext uri="{BB962C8B-B14F-4D97-AF65-F5344CB8AC3E}">
        <p14:creationId xmlns:p14="http://schemas.microsoft.com/office/powerpoint/2010/main" val="222445291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noProof="1"/>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a:t>单击此处编辑母版副标题样式</a:t>
            </a:r>
          </a:p>
        </p:txBody>
      </p:sp>
      <p:sp>
        <p:nvSpPr>
          <p:cNvPr id="4" name="Date Placeholder 884739">
            <a:extLst>
              <a:ext uri="{FF2B5EF4-FFF2-40B4-BE49-F238E27FC236}">
                <a16:creationId xmlns:a16="http://schemas.microsoft.com/office/drawing/2014/main" id="{7302C9E2-2B91-B8A4-F7D1-8784ECD0D387}"/>
              </a:ext>
            </a:extLst>
          </p:cNvPr>
          <p:cNvSpPr>
            <a:spLocks noGrp="1"/>
          </p:cNvSpPr>
          <p:nvPr>
            <p:ph type="dt" sz="half" idx="10"/>
          </p:nvPr>
        </p:nvSpPr>
        <p:spPr>
          <a:ln/>
        </p:spPr>
        <p:txBody>
          <a:bodyPr/>
          <a:lstStyle>
            <a:lvl1pPr>
              <a:defRPr/>
            </a:lvl1pPr>
          </a:lstStyle>
          <a:p>
            <a:endParaRPr lang="zh-CN" altLang="en-US"/>
          </a:p>
        </p:txBody>
      </p:sp>
      <p:sp>
        <p:nvSpPr>
          <p:cNvPr id="5" name="Footer Placeholder 884740">
            <a:extLst>
              <a:ext uri="{FF2B5EF4-FFF2-40B4-BE49-F238E27FC236}">
                <a16:creationId xmlns:a16="http://schemas.microsoft.com/office/drawing/2014/main" id="{8B3B2F51-1C18-390F-2D20-7A3B4EE547C9}"/>
              </a:ext>
            </a:extLst>
          </p:cNvPr>
          <p:cNvSpPr>
            <a:spLocks noGrp="1"/>
          </p:cNvSpPr>
          <p:nvPr>
            <p:ph type="ftr" sz="quarter" idx="11"/>
          </p:nvPr>
        </p:nvSpPr>
        <p:spPr>
          <a:ln/>
        </p:spPr>
        <p:txBody>
          <a:bodyPr/>
          <a:lstStyle>
            <a:lvl1pPr>
              <a:defRPr/>
            </a:lvl1pPr>
          </a:lstStyle>
          <a:p>
            <a:endParaRPr lang="zh-CN" altLang="en-US"/>
          </a:p>
        </p:txBody>
      </p:sp>
      <p:sp>
        <p:nvSpPr>
          <p:cNvPr id="6" name="Slide Number Placeholder 884741">
            <a:extLst>
              <a:ext uri="{FF2B5EF4-FFF2-40B4-BE49-F238E27FC236}">
                <a16:creationId xmlns:a16="http://schemas.microsoft.com/office/drawing/2014/main" id="{695BFD1C-A385-8124-0A27-56F0AB1B1B93}"/>
              </a:ext>
            </a:extLst>
          </p:cNvPr>
          <p:cNvSpPr>
            <a:spLocks noGrp="1"/>
          </p:cNvSpPr>
          <p:nvPr>
            <p:ph type="sldNum" sz="quarter" idx="12"/>
          </p:nvPr>
        </p:nvSpPr>
        <p:spPr>
          <a:ln/>
        </p:spPr>
        <p:txBody>
          <a:bodyPr/>
          <a:lstStyle>
            <a:lvl1pPr>
              <a:defRPr/>
            </a:lvl1pPr>
          </a:lstStyle>
          <a:p>
            <a:fld id="{34A855BD-0219-4041-B85A-B7453DB78740}" type="slidenum">
              <a:rPr lang="zh-CN" altLang="en-US"/>
              <a:pPr/>
              <a:t>‹#›</a:t>
            </a:fld>
            <a:endParaRPr lang="zh-CN" altLang="en-US"/>
          </a:p>
        </p:txBody>
      </p:sp>
    </p:spTree>
    <p:extLst>
      <p:ext uri="{BB962C8B-B14F-4D97-AF65-F5344CB8AC3E}">
        <p14:creationId xmlns:p14="http://schemas.microsoft.com/office/powerpoint/2010/main" val="402303190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884739">
            <a:extLst>
              <a:ext uri="{FF2B5EF4-FFF2-40B4-BE49-F238E27FC236}">
                <a16:creationId xmlns:a16="http://schemas.microsoft.com/office/drawing/2014/main" id="{3BF9148B-4A0B-AD7A-FFBC-7D640DFAF617}"/>
              </a:ext>
            </a:extLst>
          </p:cNvPr>
          <p:cNvSpPr>
            <a:spLocks noGrp="1"/>
          </p:cNvSpPr>
          <p:nvPr>
            <p:ph type="dt" sz="half" idx="10"/>
          </p:nvPr>
        </p:nvSpPr>
        <p:spPr>
          <a:ln/>
        </p:spPr>
        <p:txBody>
          <a:bodyPr/>
          <a:lstStyle>
            <a:lvl1pPr>
              <a:defRPr/>
            </a:lvl1pPr>
          </a:lstStyle>
          <a:p>
            <a:endParaRPr lang="zh-CN" altLang="en-US"/>
          </a:p>
        </p:txBody>
      </p:sp>
      <p:sp>
        <p:nvSpPr>
          <p:cNvPr id="5" name="Footer Placeholder 884740">
            <a:extLst>
              <a:ext uri="{FF2B5EF4-FFF2-40B4-BE49-F238E27FC236}">
                <a16:creationId xmlns:a16="http://schemas.microsoft.com/office/drawing/2014/main" id="{1C5EE560-77BB-42D2-EB42-C3E018FDEEAD}"/>
              </a:ext>
            </a:extLst>
          </p:cNvPr>
          <p:cNvSpPr>
            <a:spLocks noGrp="1"/>
          </p:cNvSpPr>
          <p:nvPr>
            <p:ph type="ftr" sz="quarter" idx="11"/>
          </p:nvPr>
        </p:nvSpPr>
        <p:spPr>
          <a:ln/>
        </p:spPr>
        <p:txBody>
          <a:bodyPr/>
          <a:lstStyle>
            <a:lvl1pPr>
              <a:defRPr/>
            </a:lvl1pPr>
          </a:lstStyle>
          <a:p>
            <a:endParaRPr lang="zh-CN" altLang="en-US"/>
          </a:p>
        </p:txBody>
      </p:sp>
      <p:sp>
        <p:nvSpPr>
          <p:cNvPr id="6" name="Slide Number Placeholder 884741">
            <a:extLst>
              <a:ext uri="{FF2B5EF4-FFF2-40B4-BE49-F238E27FC236}">
                <a16:creationId xmlns:a16="http://schemas.microsoft.com/office/drawing/2014/main" id="{5CDB4174-46C0-FB5B-4D00-28D831126638}"/>
              </a:ext>
            </a:extLst>
          </p:cNvPr>
          <p:cNvSpPr>
            <a:spLocks noGrp="1"/>
          </p:cNvSpPr>
          <p:nvPr>
            <p:ph type="sldNum" sz="quarter" idx="12"/>
          </p:nvPr>
        </p:nvSpPr>
        <p:spPr>
          <a:ln/>
        </p:spPr>
        <p:txBody>
          <a:bodyPr/>
          <a:lstStyle>
            <a:lvl1pPr>
              <a:defRPr/>
            </a:lvl1pPr>
          </a:lstStyle>
          <a:p>
            <a:fld id="{C9AFA58C-DC30-483E-B830-24300C943F98}" type="slidenum">
              <a:rPr lang="zh-CN" altLang="en-US"/>
              <a:pPr/>
              <a:t>‹#›</a:t>
            </a:fld>
            <a:endParaRPr lang="zh-CN" altLang="en-US"/>
          </a:p>
        </p:txBody>
      </p:sp>
    </p:spTree>
    <p:extLst>
      <p:ext uri="{BB962C8B-B14F-4D97-AF65-F5344CB8AC3E}">
        <p14:creationId xmlns:p14="http://schemas.microsoft.com/office/powerpoint/2010/main" val="264045711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p>
        </p:txBody>
      </p:sp>
      <p:sp>
        <p:nvSpPr>
          <p:cNvPr id="4" name="Date Placeholder 884739">
            <a:extLst>
              <a:ext uri="{FF2B5EF4-FFF2-40B4-BE49-F238E27FC236}">
                <a16:creationId xmlns:a16="http://schemas.microsoft.com/office/drawing/2014/main" id="{AB2E9501-8A8A-1819-EAC9-B28231CDBC29}"/>
              </a:ext>
            </a:extLst>
          </p:cNvPr>
          <p:cNvSpPr>
            <a:spLocks noGrp="1"/>
          </p:cNvSpPr>
          <p:nvPr>
            <p:ph type="dt" sz="half" idx="10"/>
          </p:nvPr>
        </p:nvSpPr>
        <p:spPr>
          <a:ln/>
        </p:spPr>
        <p:txBody>
          <a:bodyPr/>
          <a:lstStyle>
            <a:lvl1pPr>
              <a:defRPr/>
            </a:lvl1pPr>
          </a:lstStyle>
          <a:p>
            <a:endParaRPr lang="zh-CN" altLang="en-US"/>
          </a:p>
        </p:txBody>
      </p:sp>
      <p:sp>
        <p:nvSpPr>
          <p:cNvPr id="5" name="Footer Placeholder 884740">
            <a:extLst>
              <a:ext uri="{FF2B5EF4-FFF2-40B4-BE49-F238E27FC236}">
                <a16:creationId xmlns:a16="http://schemas.microsoft.com/office/drawing/2014/main" id="{B2C3CEEB-DFC0-1C50-DF1B-FFC6C462137E}"/>
              </a:ext>
            </a:extLst>
          </p:cNvPr>
          <p:cNvSpPr>
            <a:spLocks noGrp="1"/>
          </p:cNvSpPr>
          <p:nvPr>
            <p:ph type="ftr" sz="quarter" idx="11"/>
          </p:nvPr>
        </p:nvSpPr>
        <p:spPr>
          <a:ln/>
        </p:spPr>
        <p:txBody>
          <a:bodyPr/>
          <a:lstStyle>
            <a:lvl1pPr>
              <a:defRPr/>
            </a:lvl1pPr>
          </a:lstStyle>
          <a:p>
            <a:endParaRPr lang="zh-CN" altLang="en-US"/>
          </a:p>
        </p:txBody>
      </p:sp>
      <p:sp>
        <p:nvSpPr>
          <p:cNvPr id="6" name="Slide Number Placeholder 884741">
            <a:extLst>
              <a:ext uri="{FF2B5EF4-FFF2-40B4-BE49-F238E27FC236}">
                <a16:creationId xmlns:a16="http://schemas.microsoft.com/office/drawing/2014/main" id="{610138D3-1BEF-2AD4-60C0-5F36D3F6581A}"/>
              </a:ext>
            </a:extLst>
          </p:cNvPr>
          <p:cNvSpPr>
            <a:spLocks noGrp="1"/>
          </p:cNvSpPr>
          <p:nvPr>
            <p:ph type="sldNum" sz="quarter" idx="12"/>
          </p:nvPr>
        </p:nvSpPr>
        <p:spPr>
          <a:ln/>
        </p:spPr>
        <p:txBody>
          <a:bodyPr/>
          <a:lstStyle>
            <a:lvl1pPr>
              <a:defRPr/>
            </a:lvl1pPr>
          </a:lstStyle>
          <a:p>
            <a:fld id="{B547986D-DE31-44BB-A8B1-56E818CAD590}" type="slidenum">
              <a:rPr lang="zh-CN" altLang="en-US"/>
              <a:pPr/>
              <a:t>‹#›</a:t>
            </a:fld>
            <a:endParaRPr lang="zh-CN" altLang="en-US"/>
          </a:p>
        </p:txBody>
      </p:sp>
    </p:spTree>
    <p:extLst>
      <p:ext uri="{BB962C8B-B14F-4D97-AF65-F5344CB8AC3E}">
        <p14:creationId xmlns:p14="http://schemas.microsoft.com/office/powerpoint/2010/main" val="266060529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2504"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54296" y="1600200"/>
            <a:ext cx="4032504"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Date Placeholder 884739">
            <a:extLst>
              <a:ext uri="{FF2B5EF4-FFF2-40B4-BE49-F238E27FC236}">
                <a16:creationId xmlns:a16="http://schemas.microsoft.com/office/drawing/2014/main" id="{8FAE788A-D80A-7DBE-CF90-E8E17195EA52}"/>
              </a:ext>
            </a:extLst>
          </p:cNvPr>
          <p:cNvSpPr>
            <a:spLocks noGrp="1"/>
          </p:cNvSpPr>
          <p:nvPr>
            <p:ph type="dt" sz="half" idx="10"/>
          </p:nvPr>
        </p:nvSpPr>
        <p:spPr>
          <a:ln/>
        </p:spPr>
        <p:txBody>
          <a:bodyPr/>
          <a:lstStyle>
            <a:lvl1pPr>
              <a:defRPr/>
            </a:lvl1pPr>
          </a:lstStyle>
          <a:p>
            <a:endParaRPr lang="zh-CN" altLang="en-US"/>
          </a:p>
        </p:txBody>
      </p:sp>
      <p:sp>
        <p:nvSpPr>
          <p:cNvPr id="6" name="Footer Placeholder 884740">
            <a:extLst>
              <a:ext uri="{FF2B5EF4-FFF2-40B4-BE49-F238E27FC236}">
                <a16:creationId xmlns:a16="http://schemas.microsoft.com/office/drawing/2014/main" id="{F0C165A2-E082-0AB9-CCED-74E257DFB42C}"/>
              </a:ext>
            </a:extLst>
          </p:cNvPr>
          <p:cNvSpPr>
            <a:spLocks noGrp="1"/>
          </p:cNvSpPr>
          <p:nvPr>
            <p:ph type="ftr" sz="quarter" idx="11"/>
          </p:nvPr>
        </p:nvSpPr>
        <p:spPr>
          <a:ln/>
        </p:spPr>
        <p:txBody>
          <a:bodyPr/>
          <a:lstStyle>
            <a:lvl1pPr>
              <a:defRPr/>
            </a:lvl1pPr>
          </a:lstStyle>
          <a:p>
            <a:endParaRPr lang="zh-CN" altLang="en-US"/>
          </a:p>
        </p:txBody>
      </p:sp>
      <p:sp>
        <p:nvSpPr>
          <p:cNvPr id="7" name="Slide Number Placeholder 884741">
            <a:extLst>
              <a:ext uri="{FF2B5EF4-FFF2-40B4-BE49-F238E27FC236}">
                <a16:creationId xmlns:a16="http://schemas.microsoft.com/office/drawing/2014/main" id="{216150E4-9F99-5C30-5460-51A7F10CE80F}"/>
              </a:ext>
            </a:extLst>
          </p:cNvPr>
          <p:cNvSpPr>
            <a:spLocks noGrp="1"/>
          </p:cNvSpPr>
          <p:nvPr>
            <p:ph type="sldNum" sz="quarter" idx="12"/>
          </p:nvPr>
        </p:nvSpPr>
        <p:spPr>
          <a:ln/>
        </p:spPr>
        <p:txBody>
          <a:bodyPr/>
          <a:lstStyle>
            <a:lvl1pPr>
              <a:defRPr/>
            </a:lvl1pPr>
          </a:lstStyle>
          <a:p>
            <a:fld id="{535D5D96-0AAD-490F-988B-C852661B0DF3}" type="slidenum">
              <a:rPr lang="zh-CN" altLang="en-US"/>
              <a:pPr/>
              <a:t>‹#›</a:t>
            </a:fld>
            <a:endParaRPr lang="zh-CN" altLang="en-US"/>
          </a:p>
        </p:txBody>
      </p:sp>
    </p:spTree>
    <p:extLst>
      <p:ext uri="{BB962C8B-B14F-4D97-AF65-F5344CB8AC3E}">
        <p14:creationId xmlns:p14="http://schemas.microsoft.com/office/powerpoint/2010/main" val="38189352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890081" y="1778438"/>
            <a:ext cx="3655181"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92704" y="1778438"/>
            <a:ext cx="3673182"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Date Placeholder 884739">
            <a:extLst>
              <a:ext uri="{FF2B5EF4-FFF2-40B4-BE49-F238E27FC236}">
                <a16:creationId xmlns:a16="http://schemas.microsoft.com/office/drawing/2014/main" id="{27AC6B13-7570-1A53-E6DB-09CF20F01BD7}"/>
              </a:ext>
            </a:extLst>
          </p:cNvPr>
          <p:cNvSpPr>
            <a:spLocks noGrp="1"/>
          </p:cNvSpPr>
          <p:nvPr>
            <p:ph type="dt" sz="half" idx="10"/>
          </p:nvPr>
        </p:nvSpPr>
        <p:spPr>
          <a:ln/>
        </p:spPr>
        <p:txBody>
          <a:bodyPr/>
          <a:lstStyle>
            <a:lvl1pPr>
              <a:defRPr/>
            </a:lvl1pPr>
          </a:lstStyle>
          <a:p>
            <a:endParaRPr lang="zh-CN" altLang="en-US"/>
          </a:p>
        </p:txBody>
      </p:sp>
      <p:sp>
        <p:nvSpPr>
          <p:cNvPr id="8" name="Footer Placeholder 884740">
            <a:extLst>
              <a:ext uri="{FF2B5EF4-FFF2-40B4-BE49-F238E27FC236}">
                <a16:creationId xmlns:a16="http://schemas.microsoft.com/office/drawing/2014/main" id="{075115ED-BC08-F584-9E27-FFA3EED83AB9}"/>
              </a:ext>
            </a:extLst>
          </p:cNvPr>
          <p:cNvSpPr>
            <a:spLocks noGrp="1"/>
          </p:cNvSpPr>
          <p:nvPr>
            <p:ph type="ftr" sz="quarter" idx="11"/>
          </p:nvPr>
        </p:nvSpPr>
        <p:spPr>
          <a:ln/>
        </p:spPr>
        <p:txBody>
          <a:bodyPr/>
          <a:lstStyle>
            <a:lvl1pPr>
              <a:defRPr/>
            </a:lvl1pPr>
          </a:lstStyle>
          <a:p>
            <a:endParaRPr lang="zh-CN" altLang="en-US"/>
          </a:p>
        </p:txBody>
      </p:sp>
      <p:sp>
        <p:nvSpPr>
          <p:cNvPr id="9" name="Slide Number Placeholder 884741">
            <a:extLst>
              <a:ext uri="{FF2B5EF4-FFF2-40B4-BE49-F238E27FC236}">
                <a16:creationId xmlns:a16="http://schemas.microsoft.com/office/drawing/2014/main" id="{1F54E43E-8B17-4D06-1154-39CA2505F5D4}"/>
              </a:ext>
            </a:extLst>
          </p:cNvPr>
          <p:cNvSpPr>
            <a:spLocks noGrp="1"/>
          </p:cNvSpPr>
          <p:nvPr>
            <p:ph type="sldNum" sz="quarter" idx="12"/>
          </p:nvPr>
        </p:nvSpPr>
        <p:spPr>
          <a:ln/>
        </p:spPr>
        <p:txBody>
          <a:bodyPr/>
          <a:lstStyle>
            <a:lvl1pPr>
              <a:defRPr/>
            </a:lvl1pPr>
          </a:lstStyle>
          <a:p>
            <a:fld id="{45F6628A-BAF4-477C-94F8-816555A0EF72}" type="slidenum">
              <a:rPr lang="zh-CN" altLang="en-US"/>
              <a:pPr/>
              <a:t>‹#›</a:t>
            </a:fld>
            <a:endParaRPr lang="zh-CN" altLang="en-US"/>
          </a:p>
        </p:txBody>
      </p:sp>
    </p:spTree>
    <p:extLst>
      <p:ext uri="{BB962C8B-B14F-4D97-AF65-F5344CB8AC3E}">
        <p14:creationId xmlns:p14="http://schemas.microsoft.com/office/powerpoint/2010/main" val="34770362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Date Placeholder 884739">
            <a:extLst>
              <a:ext uri="{FF2B5EF4-FFF2-40B4-BE49-F238E27FC236}">
                <a16:creationId xmlns:a16="http://schemas.microsoft.com/office/drawing/2014/main" id="{CCDEA94B-B772-0758-DA48-73D1C2A2DA85}"/>
              </a:ext>
            </a:extLst>
          </p:cNvPr>
          <p:cNvSpPr>
            <a:spLocks noGrp="1"/>
          </p:cNvSpPr>
          <p:nvPr>
            <p:ph type="dt" sz="half" idx="10"/>
          </p:nvPr>
        </p:nvSpPr>
        <p:spPr>
          <a:ln/>
        </p:spPr>
        <p:txBody>
          <a:bodyPr/>
          <a:lstStyle>
            <a:lvl1pPr>
              <a:defRPr/>
            </a:lvl1pPr>
          </a:lstStyle>
          <a:p>
            <a:endParaRPr lang="zh-CN" altLang="en-US"/>
          </a:p>
        </p:txBody>
      </p:sp>
      <p:sp>
        <p:nvSpPr>
          <p:cNvPr id="4" name="Footer Placeholder 884740">
            <a:extLst>
              <a:ext uri="{FF2B5EF4-FFF2-40B4-BE49-F238E27FC236}">
                <a16:creationId xmlns:a16="http://schemas.microsoft.com/office/drawing/2014/main" id="{BC42C06A-289A-61CA-0FAE-A415838C37E7}"/>
              </a:ext>
            </a:extLst>
          </p:cNvPr>
          <p:cNvSpPr>
            <a:spLocks noGrp="1"/>
          </p:cNvSpPr>
          <p:nvPr>
            <p:ph type="ftr" sz="quarter" idx="11"/>
          </p:nvPr>
        </p:nvSpPr>
        <p:spPr>
          <a:ln/>
        </p:spPr>
        <p:txBody>
          <a:bodyPr/>
          <a:lstStyle>
            <a:lvl1pPr>
              <a:defRPr/>
            </a:lvl1pPr>
          </a:lstStyle>
          <a:p>
            <a:endParaRPr lang="zh-CN" altLang="en-US"/>
          </a:p>
        </p:txBody>
      </p:sp>
      <p:sp>
        <p:nvSpPr>
          <p:cNvPr id="5" name="Slide Number Placeholder 884741">
            <a:extLst>
              <a:ext uri="{FF2B5EF4-FFF2-40B4-BE49-F238E27FC236}">
                <a16:creationId xmlns:a16="http://schemas.microsoft.com/office/drawing/2014/main" id="{C791734B-E046-E519-4BA7-53449D28F66B}"/>
              </a:ext>
            </a:extLst>
          </p:cNvPr>
          <p:cNvSpPr>
            <a:spLocks noGrp="1"/>
          </p:cNvSpPr>
          <p:nvPr>
            <p:ph type="sldNum" sz="quarter" idx="12"/>
          </p:nvPr>
        </p:nvSpPr>
        <p:spPr>
          <a:ln/>
        </p:spPr>
        <p:txBody>
          <a:bodyPr/>
          <a:lstStyle>
            <a:lvl1pPr>
              <a:defRPr/>
            </a:lvl1pPr>
          </a:lstStyle>
          <a:p>
            <a:fld id="{C289CDB2-60FC-4667-BD79-46499BE561C7}" type="slidenum">
              <a:rPr lang="zh-CN" altLang="en-US"/>
              <a:pPr/>
              <a:t>‹#›</a:t>
            </a:fld>
            <a:endParaRPr lang="zh-CN" altLang="en-US"/>
          </a:p>
        </p:txBody>
      </p:sp>
    </p:spTree>
    <p:extLst>
      <p:ext uri="{BB962C8B-B14F-4D97-AF65-F5344CB8AC3E}">
        <p14:creationId xmlns:p14="http://schemas.microsoft.com/office/powerpoint/2010/main" val="380342024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884739">
            <a:extLst>
              <a:ext uri="{FF2B5EF4-FFF2-40B4-BE49-F238E27FC236}">
                <a16:creationId xmlns:a16="http://schemas.microsoft.com/office/drawing/2014/main" id="{AE4040C8-BD06-279A-9FB0-C9BF8078B0FC}"/>
              </a:ext>
            </a:extLst>
          </p:cNvPr>
          <p:cNvSpPr>
            <a:spLocks noGrp="1"/>
          </p:cNvSpPr>
          <p:nvPr>
            <p:ph type="dt" sz="half" idx="10"/>
          </p:nvPr>
        </p:nvSpPr>
        <p:spPr>
          <a:ln/>
        </p:spPr>
        <p:txBody>
          <a:bodyPr/>
          <a:lstStyle>
            <a:lvl1pPr>
              <a:defRPr/>
            </a:lvl1pPr>
          </a:lstStyle>
          <a:p>
            <a:endParaRPr lang="zh-CN" altLang="en-US"/>
          </a:p>
        </p:txBody>
      </p:sp>
      <p:sp>
        <p:nvSpPr>
          <p:cNvPr id="3" name="Footer Placeholder 884740">
            <a:extLst>
              <a:ext uri="{FF2B5EF4-FFF2-40B4-BE49-F238E27FC236}">
                <a16:creationId xmlns:a16="http://schemas.microsoft.com/office/drawing/2014/main" id="{C8361D2D-B2F6-3B71-BACE-B64712F1271D}"/>
              </a:ext>
            </a:extLst>
          </p:cNvPr>
          <p:cNvSpPr>
            <a:spLocks noGrp="1"/>
          </p:cNvSpPr>
          <p:nvPr>
            <p:ph type="ftr" sz="quarter" idx="11"/>
          </p:nvPr>
        </p:nvSpPr>
        <p:spPr>
          <a:ln/>
        </p:spPr>
        <p:txBody>
          <a:bodyPr/>
          <a:lstStyle>
            <a:lvl1pPr>
              <a:defRPr/>
            </a:lvl1pPr>
          </a:lstStyle>
          <a:p>
            <a:endParaRPr lang="zh-CN" altLang="en-US"/>
          </a:p>
        </p:txBody>
      </p:sp>
      <p:sp>
        <p:nvSpPr>
          <p:cNvPr id="4" name="Slide Number Placeholder 884741">
            <a:extLst>
              <a:ext uri="{FF2B5EF4-FFF2-40B4-BE49-F238E27FC236}">
                <a16:creationId xmlns:a16="http://schemas.microsoft.com/office/drawing/2014/main" id="{11DA2AD7-7714-28CE-6B76-83F0DDC6D67A}"/>
              </a:ext>
            </a:extLst>
          </p:cNvPr>
          <p:cNvSpPr>
            <a:spLocks noGrp="1"/>
          </p:cNvSpPr>
          <p:nvPr>
            <p:ph type="sldNum" sz="quarter" idx="12"/>
          </p:nvPr>
        </p:nvSpPr>
        <p:spPr>
          <a:ln/>
        </p:spPr>
        <p:txBody>
          <a:bodyPr/>
          <a:lstStyle>
            <a:lvl1pPr>
              <a:defRPr/>
            </a:lvl1pPr>
          </a:lstStyle>
          <a:p>
            <a:fld id="{4EF2A951-A45B-4EE0-B74C-1F51A11987A7}" type="slidenum">
              <a:rPr lang="zh-CN" altLang="en-US"/>
              <a:pPr/>
              <a:t>‹#›</a:t>
            </a:fld>
            <a:endParaRPr lang="zh-CN" altLang="en-US"/>
          </a:p>
        </p:txBody>
      </p:sp>
    </p:spTree>
    <p:extLst>
      <p:ext uri="{BB962C8B-B14F-4D97-AF65-F5344CB8AC3E}">
        <p14:creationId xmlns:p14="http://schemas.microsoft.com/office/powerpoint/2010/main" val="249956640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Date Placeholder 884739">
            <a:extLst>
              <a:ext uri="{FF2B5EF4-FFF2-40B4-BE49-F238E27FC236}">
                <a16:creationId xmlns:a16="http://schemas.microsoft.com/office/drawing/2014/main" id="{6D696D36-A365-F214-655F-D63A3A9B0220}"/>
              </a:ext>
            </a:extLst>
          </p:cNvPr>
          <p:cNvSpPr>
            <a:spLocks noGrp="1"/>
          </p:cNvSpPr>
          <p:nvPr>
            <p:ph type="dt" sz="half" idx="10"/>
          </p:nvPr>
        </p:nvSpPr>
        <p:spPr>
          <a:ln/>
        </p:spPr>
        <p:txBody>
          <a:bodyPr/>
          <a:lstStyle>
            <a:lvl1pPr>
              <a:defRPr/>
            </a:lvl1pPr>
          </a:lstStyle>
          <a:p>
            <a:endParaRPr lang="zh-CN" altLang="en-US"/>
          </a:p>
        </p:txBody>
      </p:sp>
      <p:sp>
        <p:nvSpPr>
          <p:cNvPr id="6" name="Footer Placeholder 884740">
            <a:extLst>
              <a:ext uri="{FF2B5EF4-FFF2-40B4-BE49-F238E27FC236}">
                <a16:creationId xmlns:a16="http://schemas.microsoft.com/office/drawing/2014/main" id="{46DFD63C-4279-6432-8FE2-BDE879484128}"/>
              </a:ext>
            </a:extLst>
          </p:cNvPr>
          <p:cNvSpPr>
            <a:spLocks noGrp="1"/>
          </p:cNvSpPr>
          <p:nvPr>
            <p:ph type="ftr" sz="quarter" idx="11"/>
          </p:nvPr>
        </p:nvSpPr>
        <p:spPr>
          <a:ln/>
        </p:spPr>
        <p:txBody>
          <a:bodyPr/>
          <a:lstStyle>
            <a:lvl1pPr>
              <a:defRPr/>
            </a:lvl1pPr>
          </a:lstStyle>
          <a:p>
            <a:endParaRPr lang="zh-CN" altLang="en-US"/>
          </a:p>
        </p:txBody>
      </p:sp>
      <p:sp>
        <p:nvSpPr>
          <p:cNvPr id="7" name="Slide Number Placeholder 884741">
            <a:extLst>
              <a:ext uri="{FF2B5EF4-FFF2-40B4-BE49-F238E27FC236}">
                <a16:creationId xmlns:a16="http://schemas.microsoft.com/office/drawing/2014/main" id="{C1595721-49E1-1E97-3FA2-543FB144969C}"/>
              </a:ext>
            </a:extLst>
          </p:cNvPr>
          <p:cNvSpPr>
            <a:spLocks noGrp="1"/>
          </p:cNvSpPr>
          <p:nvPr>
            <p:ph type="sldNum" sz="quarter" idx="12"/>
          </p:nvPr>
        </p:nvSpPr>
        <p:spPr>
          <a:ln/>
        </p:spPr>
        <p:txBody>
          <a:bodyPr/>
          <a:lstStyle>
            <a:lvl1pPr>
              <a:defRPr/>
            </a:lvl1pPr>
          </a:lstStyle>
          <a:p>
            <a:fld id="{0859862A-31D9-4898-A326-AB1EF9F04CCB}" type="slidenum">
              <a:rPr lang="zh-CN" altLang="en-US"/>
              <a:pPr/>
              <a:t>‹#›</a:t>
            </a:fld>
            <a:endParaRPr lang="zh-CN" altLang="en-US"/>
          </a:p>
        </p:txBody>
      </p:sp>
    </p:spTree>
    <p:extLst>
      <p:ext uri="{BB962C8B-B14F-4D97-AF65-F5344CB8AC3E}">
        <p14:creationId xmlns:p14="http://schemas.microsoft.com/office/powerpoint/2010/main" val="187243882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noProof="1"/>
              <a:t>单击此处编辑母版标题样式</a:t>
            </a:r>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noProof="1"/>
              <a:t>单击此处编辑母版文本样式</a:t>
            </a:r>
          </a:p>
        </p:txBody>
      </p:sp>
      <p:sp>
        <p:nvSpPr>
          <p:cNvPr id="5" name="Date Placeholder 884739">
            <a:extLst>
              <a:ext uri="{FF2B5EF4-FFF2-40B4-BE49-F238E27FC236}">
                <a16:creationId xmlns:a16="http://schemas.microsoft.com/office/drawing/2014/main" id="{A85F1218-E803-5A97-183D-492C1376A3C8}"/>
              </a:ext>
            </a:extLst>
          </p:cNvPr>
          <p:cNvSpPr>
            <a:spLocks noGrp="1"/>
          </p:cNvSpPr>
          <p:nvPr>
            <p:ph type="dt" sz="half" idx="10"/>
          </p:nvPr>
        </p:nvSpPr>
        <p:spPr>
          <a:ln/>
        </p:spPr>
        <p:txBody>
          <a:bodyPr/>
          <a:lstStyle>
            <a:lvl1pPr>
              <a:defRPr/>
            </a:lvl1pPr>
          </a:lstStyle>
          <a:p>
            <a:endParaRPr lang="zh-CN" altLang="en-US"/>
          </a:p>
        </p:txBody>
      </p:sp>
      <p:sp>
        <p:nvSpPr>
          <p:cNvPr id="6" name="Footer Placeholder 884740">
            <a:extLst>
              <a:ext uri="{FF2B5EF4-FFF2-40B4-BE49-F238E27FC236}">
                <a16:creationId xmlns:a16="http://schemas.microsoft.com/office/drawing/2014/main" id="{AD9A13D6-05E5-34ED-1FF2-263861BF0177}"/>
              </a:ext>
            </a:extLst>
          </p:cNvPr>
          <p:cNvSpPr>
            <a:spLocks noGrp="1"/>
          </p:cNvSpPr>
          <p:nvPr>
            <p:ph type="ftr" sz="quarter" idx="11"/>
          </p:nvPr>
        </p:nvSpPr>
        <p:spPr>
          <a:ln/>
        </p:spPr>
        <p:txBody>
          <a:bodyPr/>
          <a:lstStyle>
            <a:lvl1pPr>
              <a:defRPr/>
            </a:lvl1pPr>
          </a:lstStyle>
          <a:p>
            <a:endParaRPr lang="zh-CN" altLang="en-US"/>
          </a:p>
        </p:txBody>
      </p:sp>
      <p:sp>
        <p:nvSpPr>
          <p:cNvPr id="7" name="Slide Number Placeholder 884741">
            <a:extLst>
              <a:ext uri="{FF2B5EF4-FFF2-40B4-BE49-F238E27FC236}">
                <a16:creationId xmlns:a16="http://schemas.microsoft.com/office/drawing/2014/main" id="{C1F9E957-2F31-97E1-1B4C-D87B792BBB56}"/>
              </a:ext>
            </a:extLst>
          </p:cNvPr>
          <p:cNvSpPr>
            <a:spLocks noGrp="1"/>
          </p:cNvSpPr>
          <p:nvPr>
            <p:ph type="sldNum" sz="quarter" idx="12"/>
          </p:nvPr>
        </p:nvSpPr>
        <p:spPr>
          <a:ln/>
        </p:spPr>
        <p:txBody>
          <a:bodyPr/>
          <a:lstStyle>
            <a:lvl1pPr>
              <a:defRPr/>
            </a:lvl1pPr>
          </a:lstStyle>
          <a:p>
            <a:fld id="{E5420E7C-28F6-4F76-ABF5-C86B7D72C52D}" type="slidenum">
              <a:rPr lang="zh-CN" altLang="en-US"/>
              <a:pPr/>
              <a:t>‹#›</a:t>
            </a:fld>
            <a:endParaRPr lang="zh-CN" altLang="en-US"/>
          </a:p>
        </p:txBody>
      </p:sp>
    </p:spTree>
    <p:extLst>
      <p:ext uri="{BB962C8B-B14F-4D97-AF65-F5344CB8AC3E}">
        <p14:creationId xmlns:p14="http://schemas.microsoft.com/office/powerpoint/2010/main" val="204720272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884739">
            <a:extLst>
              <a:ext uri="{FF2B5EF4-FFF2-40B4-BE49-F238E27FC236}">
                <a16:creationId xmlns:a16="http://schemas.microsoft.com/office/drawing/2014/main" id="{3EC39298-587C-B114-B7CE-18B0B5D75F77}"/>
              </a:ext>
            </a:extLst>
          </p:cNvPr>
          <p:cNvSpPr>
            <a:spLocks noGrp="1"/>
          </p:cNvSpPr>
          <p:nvPr>
            <p:ph type="dt" sz="half" idx="10"/>
          </p:nvPr>
        </p:nvSpPr>
        <p:spPr>
          <a:ln/>
        </p:spPr>
        <p:txBody>
          <a:bodyPr/>
          <a:lstStyle>
            <a:lvl1pPr>
              <a:defRPr/>
            </a:lvl1pPr>
          </a:lstStyle>
          <a:p>
            <a:endParaRPr lang="zh-CN" altLang="en-US"/>
          </a:p>
        </p:txBody>
      </p:sp>
      <p:sp>
        <p:nvSpPr>
          <p:cNvPr id="5" name="Footer Placeholder 884740">
            <a:extLst>
              <a:ext uri="{FF2B5EF4-FFF2-40B4-BE49-F238E27FC236}">
                <a16:creationId xmlns:a16="http://schemas.microsoft.com/office/drawing/2014/main" id="{22EBBCF6-B408-D50F-E352-59E81D1D0EEC}"/>
              </a:ext>
            </a:extLst>
          </p:cNvPr>
          <p:cNvSpPr>
            <a:spLocks noGrp="1"/>
          </p:cNvSpPr>
          <p:nvPr>
            <p:ph type="ftr" sz="quarter" idx="11"/>
          </p:nvPr>
        </p:nvSpPr>
        <p:spPr>
          <a:ln/>
        </p:spPr>
        <p:txBody>
          <a:bodyPr/>
          <a:lstStyle>
            <a:lvl1pPr>
              <a:defRPr/>
            </a:lvl1pPr>
          </a:lstStyle>
          <a:p>
            <a:endParaRPr lang="zh-CN" altLang="en-US"/>
          </a:p>
        </p:txBody>
      </p:sp>
      <p:sp>
        <p:nvSpPr>
          <p:cNvPr id="6" name="Slide Number Placeholder 884741">
            <a:extLst>
              <a:ext uri="{FF2B5EF4-FFF2-40B4-BE49-F238E27FC236}">
                <a16:creationId xmlns:a16="http://schemas.microsoft.com/office/drawing/2014/main" id="{9731C92D-9A0B-25CD-9785-6E0107170A55}"/>
              </a:ext>
            </a:extLst>
          </p:cNvPr>
          <p:cNvSpPr>
            <a:spLocks noGrp="1"/>
          </p:cNvSpPr>
          <p:nvPr>
            <p:ph type="sldNum" sz="quarter" idx="12"/>
          </p:nvPr>
        </p:nvSpPr>
        <p:spPr>
          <a:ln/>
        </p:spPr>
        <p:txBody>
          <a:bodyPr/>
          <a:lstStyle>
            <a:lvl1pPr>
              <a:defRPr/>
            </a:lvl1pPr>
          </a:lstStyle>
          <a:p>
            <a:fld id="{1470F1F9-75FF-4A3C-8E88-7BA529423BCE}" type="slidenum">
              <a:rPr lang="zh-CN" altLang="en-US"/>
              <a:pPr/>
              <a:t>‹#›</a:t>
            </a:fld>
            <a:endParaRPr lang="zh-CN" altLang="en-US"/>
          </a:p>
        </p:txBody>
      </p:sp>
    </p:spTree>
    <p:extLst>
      <p:ext uri="{BB962C8B-B14F-4D97-AF65-F5344CB8AC3E}">
        <p14:creationId xmlns:p14="http://schemas.microsoft.com/office/powerpoint/2010/main" val="184096969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274638"/>
            <a:ext cx="6052931" cy="5851525"/>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884739">
            <a:extLst>
              <a:ext uri="{FF2B5EF4-FFF2-40B4-BE49-F238E27FC236}">
                <a16:creationId xmlns:a16="http://schemas.microsoft.com/office/drawing/2014/main" id="{C456A05B-1EAF-0317-D17C-2E4FE70BD1BC}"/>
              </a:ext>
            </a:extLst>
          </p:cNvPr>
          <p:cNvSpPr>
            <a:spLocks noGrp="1"/>
          </p:cNvSpPr>
          <p:nvPr>
            <p:ph type="dt" sz="half" idx="10"/>
          </p:nvPr>
        </p:nvSpPr>
        <p:spPr>
          <a:ln/>
        </p:spPr>
        <p:txBody>
          <a:bodyPr/>
          <a:lstStyle>
            <a:lvl1pPr>
              <a:defRPr/>
            </a:lvl1pPr>
          </a:lstStyle>
          <a:p>
            <a:endParaRPr lang="zh-CN" altLang="en-US"/>
          </a:p>
        </p:txBody>
      </p:sp>
      <p:sp>
        <p:nvSpPr>
          <p:cNvPr id="5" name="Footer Placeholder 884740">
            <a:extLst>
              <a:ext uri="{FF2B5EF4-FFF2-40B4-BE49-F238E27FC236}">
                <a16:creationId xmlns:a16="http://schemas.microsoft.com/office/drawing/2014/main" id="{26E78520-DEBC-AC1A-6825-BE356D344371}"/>
              </a:ext>
            </a:extLst>
          </p:cNvPr>
          <p:cNvSpPr>
            <a:spLocks noGrp="1"/>
          </p:cNvSpPr>
          <p:nvPr>
            <p:ph type="ftr" sz="quarter" idx="11"/>
          </p:nvPr>
        </p:nvSpPr>
        <p:spPr>
          <a:ln/>
        </p:spPr>
        <p:txBody>
          <a:bodyPr/>
          <a:lstStyle>
            <a:lvl1pPr>
              <a:defRPr/>
            </a:lvl1pPr>
          </a:lstStyle>
          <a:p>
            <a:endParaRPr lang="zh-CN" altLang="en-US"/>
          </a:p>
        </p:txBody>
      </p:sp>
      <p:sp>
        <p:nvSpPr>
          <p:cNvPr id="6" name="Slide Number Placeholder 884741">
            <a:extLst>
              <a:ext uri="{FF2B5EF4-FFF2-40B4-BE49-F238E27FC236}">
                <a16:creationId xmlns:a16="http://schemas.microsoft.com/office/drawing/2014/main" id="{B917BEC2-07DB-A487-167B-136C53B5C879}"/>
              </a:ext>
            </a:extLst>
          </p:cNvPr>
          <p:cNvSpPr>
            <a:spLocks noGrp="1"/>
          </p:cNvSpPr>
          <p:nvPr>
            <p:ph type="sldNum" sz="quarter" idx="12"/>
          </p:nvPr>
        </p:nvSpPr>
        <p:spPr>
          <a:ln/>
        </p:spPr>
        <p:txBody>
          <a:bodyPr/>
          <a:lstStyle>
            <a:lvl1pPr>
              <a:defRPr/>
            </a:lvl1pPr>
          </a:lstStyle>
          <a:p>
            <a:fld id="{69BE0C2F-D3D8-48DB-A973-26CF3C40A8DA}" type="slidenum">
              <a:rPr lang="zh-CN" altLang="en-US"/>
              <a:pPr/>
              <a:t>‹#›</a:t>
            </a:fld>
            <a:endParaRPr lang="zh-CN" altLang="en-US"/>
          </a:p>
        </p:txBody>
      </p:sp>
    </p:spTree>
    <p:extLst>
      <p:ext uri="{BB962C8B-B14F-4D97-AF65-F5344CB8AC3E}">
        <p14:creationId xmlns:p14="http://schemas.microsoft.com/office/powerpoint/2010/main" val="104451214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noProof="1"/>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a:t>单击此处编辑母版副标题样式</a:t>
            </a:r>
          </a:p>
        </p:txBody>
      </p:sp>
      <p:sp>
        <p:nvSpPr>
          <p:cNvPr id="4" name="Date Placeholder 879619">
            <a:extLst>
              <a:ext uri="{FF2B5EF4-FFF2-40B4-BE49-F238E27FC236}">
                <a16:creationId xmlns:a16="http://schemas.microsoft.com/office/drawing/2014/main" id="{5D487C55-171B-3A4B-F7B8-73A3D6639898}"/>
              </a:ext>
            </a:extLst>
          </p:cNvPr>
          <p:cNvSpPr>
            <a:spLocks noGrp="1"/>
          </p:cNvSpPr>
          <p:nvPr>
            <p:ph type="dt" sz="half" idx="10"/>
          </p:nvPr>
        </p:nvSpPr>
        <p:spPr>
          <a:ln/>
        </p:spPr>
        <p:txBody>
          <a:bodyPr/>
          <a:lstStyle>
            <a:lvl1pPr>
              <a:defRPr/>
            </a:lvl1pPr>
          </a:lstStyle>
          <a:p>
            <a:endParaRPr lang="zh-CN" altLang="en-US"/>
          </a:p>
        </p:txBody>
      </p:sp>
      <p:sp>
        <p:nvSpPr>
          <p:cNvPr id="5" name="Footer Placeholder 879620">
            <a:extLst>
              <a:ext uri="{FF2B5EF4-FFF2-40B4-BE49-F238E27FC236}">
                <a16:creationId xmlns:a16="http://schemas.microsoft.com/office/drawing/2014/main" id="{9F7C97BD-2710-E37F-7C75-DE6642CAB8F3}"/>
              </a:ext>
            </a:extLst>
          </p:cNvPr>
          <p:cNvSpPr>
            <a:spLocks noGrp="1"/>
          </p:cNvSpPr>
          <p:nvPr>
            <p:ph type="ftr" sz="quarter" idx="11"/>
          </p:nvPr>
        </p:nvSpPr>
        <p:spPr>
          <a:ln/>
        </p:spPr>
        <p:txBody>
          <a:bodyPr/>
          <a:lstStyle>
            <a:lvl1pPr>
              <a:defRPr/>
            </a:lvl1pPr>
          </a:lstStyle>
          <a:p>
            <a:endParaRPr lang="zh-CN" altLang="en-US"/>
          </a:p>
        </p:txBody>
      </p:sp>
      <p:sp>
        <p:nvSpPr>
          <p:cNvPr id="6" name="Slide Number Placeholder 879621">
            <a:extLst>
              <a:ext uri="{FF2B5EF4-FFF2-40B4-BE49-F238E27FC236}">
                <a16:creationId xmlns:a16="http://schemas.microsoft.com/office/drawing/2014/main" id="{F71C2603-2F6A-F2BD-4989-310594F743E8}"/>
              </a:ext>
            </a:extLst>
          </p:cNvPr>
          <p:cNvSpPr>
            <a:spLocks noGrp="1"/>
          </p:cNvSpPr>
          <p:nvPr>
            <p:ph type="sldNum" sz="quarter" idx="12"/>
          </p:nvPr>
        </p:nvSpPr>
        <p:spPr>
          <a:ln/>
        </p:spPr>
        <p:txBody>
          <a:bodyPr/>
          <a:lstStyle>
            <a:lvl1pPr>
              <a:defRPr/>
            </a:lvl1pPr>
          </a:lstStyle>
          <a:p>
            <a:fld id="{E301FED4-D2FC-44C0-80EF-2D072B46CA3C}" type="slidenum">
              <a:rPr lang="zh-CN" altLang="en-US"/>
              <a:pPr/>
              <a:t>‹#›</a:t>
            </a:fld>
            <a:endParaRPr lang="zh-CN" altLang="en-US"/>
          </a:p>
        </p:txBody>
      </p:sp>
    </p:spTree>
    <p:extLst>
      <p:ext uri="{BB962C8B-B14F-4D97-AF65-F5344CB8AC3E}">
        <p14:creationId xmlns:p14="http://schemas.microsoft.com/office/powerpoint/2010/main" val="248157288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879619">
            <a:extLst>
              <a:ext uri="{FF2B5EF4-FFF2-40B4-BE49-F238E27FC236}">
                <a16:creationId xmlns:a16="http://schemas.microsoft.com/office/drawing/2014/main" id="{464E2D0E-D730-D46E-F8F8-8107E108AD2E}"/>
              </a:ext>
            </a:extLst>
          </p:cNvPr>
          <p:cNvSpPr>
            <a:spLocks noGrp="1"/>
          </p:cNvSpPr>
          <p:nvPr>
            <p:ph type="dt" sz="half" idx="10"/>
          </p:nvPr>
        </p:nvSpPr>
        <p:spPr>
          <a:ln/>
        </p:spPr>
        <p:txBody>
          <a:bodyPr/>
          <a:lstStyle>
            <a:lvl1pPr>
              <a:defRPr/>
            </a:lvl1pPr>
          </a:lstStyle>
          <a:p>
            <a:endParaRPr lang="zh-CN" altLang="en-US"/>
          </a:p>
        </p:txBody>
      </p:sp>
      <p:sp>
        <p:nvSpPr>
          <p:cNvPr id="5" name="Footer Placeholder 879620">
            <a:extLst>
              <a:ext uri="{FF2B5EF4-FFF2-40B4-BE49-F238E27FC236}">
                <a16:creationId xmlns:a16="http://schemas.microsoft.com/office/drawing/2014/main" id="{B3E900EC-6533-4E30-BA06-524356D98E7B}"/>
              </a:ext>
            </a:extLst>
          </p:cNvPr>
          <p:cNvSpPr>
            <a:spLocks noGrp="1"/>
          </p:cNvSpPr>
          <p:nvPr>
            <p:ph type="ftr" sz="quarter" idx="11"/>
          </p:nvPr>
        </p:nvSpPr>
        <p:spPr>
          <a:ln/>
        </p:spPr>
        <p:txBody>
          <a:bodyPr/>
          <a:lstStyle>
            <a:lvl1pPr>
              <a:defRPr/>
            </a:lvl1pPr>
          </a:lstStyle>
          <a:p>
            <a:endParaRPr lang="zh-CN" altLang="en-US"/>
          </a:p>
        </p:txBody>
      </p:sp>
      <p:sp>
        <p:nvSpPr>
          <p:cNvPr id="6" name="Slide Number Placeholder 879621">
            <a:extLst>
              <a:ext uri="{FF2B5EF4-FFF2-40B4-BE49-F238E27FC236}">
                <a16:creationId xmlns:a16="http://schemas.microsoft.com/office/drawing/2014/main" id="{EF8D4C40-A318-105B-F28E-1DCF72806EC8}"/>
              </a:ext>
            </a:extLst>
          </p:cNvPr>
          <p:cNvSpPr>
            <a:spLocks noGrp="1"/>
          </p:cNvSpPr>
          <p:nvPr>
            <p:ph type="sldNum" sz="quarter" idx="12"/>
          </p:nvPr>
        </p:nvSpPr>
        <p:spPr>
          <a:ln/>
        </p:spPr>
        <p:txBody>
          <a:bodyPr/>
          <a:lstStyle>
            <a:lvl1pPr>
              <a:defRPr/>
            </a:lvl1pPr>
          </a:lstStyle>
          <a:p>
            <a:fld id="{B058C682-C0A4-44E6-AD67-DC028A6090DC}" type="slidenum">
              <a:rPr lang="zh-CN" altLang="en-US"/>
              <a:pPr/>
              <a:t>‹#›</a:t>
            </a:fld>
            <a:endParaRPr lang="zh-CN" altLang="en-US"/>
          </a:p>
        </p:txBody>
      </p:sp>
    </p:spTree>
    <p:extLst>
      <p:ext uri="{BB962C8B-B14F-4D97-AF65-F5344CB8AC3E}">
        <p14:creationId xmlns:p14="http://schemas.microsoft.com/office/powerpoint/2010/main" val="111428242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p>
        </p:txBody>
      </p:sp>
      <p:sp>
        <p:nvSpPr>
          <p:cNvPr id="4" name="Date Placeholder 879619">
            <a:extLst>
              <a:ext uri="{FF2B5EF4-FFF2-40B4-BE49-F238E27FC236}">
                <a16:creationId xmlns:a16="http://schemas.microsoft.com/office/drawing/2014/main" id="{32143B02-C797-C79A-AB10-28AF29D1B918}"/>
              </a:ext>
            </a:extLst>
          </p:cNvPr>
          <p:cNvSpPr>
            <a:spLocks noGrp="1"/>
          </p:cNvSpPr>
          <p:nvPr>
            <p:ph type="dt" sz="half" idx="10"/>
          </p:nvPr>
        </p:nvSpPr>
        <p:spPr>
          <a:ln/>
        </p:spPr>
        <p:txBody>
          <a:bodyPr/>
          <a:lstStyle>
            <a:lvl1pPr>
              <a:defRPr/>
            </a:lvl1pPr>
          </a:lstStyle>
          <a:p>
            <a:endParaRPr lang="zh-CN" altLang="en-US"/>
          </a:p>
        </p:txBody>
      </p:sp>
      <p:sp>
        <p:nvSpPr>
          <p:cNvPr id="5" name="Footer Placeholder 879620">
            <a:extLst>
              <a:ext uri="{FF2B5EF4-FFF2-40B4-BE49-F238E27FC236}">
                <a16:creationId xmlns:a16="http://schemas.microsoft.com/office/drawing/2014/main" id="{E01A4BD6-BCA2-9CE0-6A2A-BDF72334E338}"/>
              </a:ext>
            </a:extLst>
          </p:cNvPr>
          <p:cNvSpPr>
            <a:spLocks noGrp="1"/>
          </p:cNvSpPr>
          <p:nvPr>
            <p:ph type="ftr" sz="quarter" idx="11"/>
          </p:nvPr>
        </p:nvSpPr>
        <p:spPr>
          <a:ln/>
        </p:spPr>
        <p:txBody>
          <a:bodyPr/>
          <a:lstStyle>
            <a:lvl1pPr>
              <a:defRPr/>
            </a:lvl1pPr>
          </a:lstStyle>
          <a:p>
            <a:endParaRPr lang="zh-CN" altLang="en-US"/>
          </a:p>
        </p:txBody>
      </p:sp>
      <p:sp>
        <p:nvSpPr>
          <p:cNvPr id="6" name="Slide Number Placeholder 879621">
            <a:extLst>
              <a:ext uri="{FF2B5EF4-FFF2-40B4-BE49-F238E27FC236}">
                <a16:creationId xmlns:a16="http://schemas.microsoft.com/office/drawing/2014/main" id="{574A9338-7440-4133-A863-3A37A6D1AC0B}"/>
              </a:ext>
            </a:extLst>
          </p:cNvPr>
          <p:cNvSpPr>
            <a:spLocks noGrp="1"/>
          </p:cNvSpPr>
          <p:nvPr>
            <p:ph type="sldNum" sz="quarter" idx="12"/>
          </p:nvPr>
        </p:nvSpPr>
        <p:spPr>
          <a:ln/>
        </p:spPr>
        <p:txBody>
          <a:bodyPr/>
          <a:lstStyle>
            <a:lvl1pPr>
              <a:defRPr/>
            </a:lvl1pPr>
          </a:lstStyle>
          <a:p>
            <a:fld id="{6CDD3C97-96FE-4BB9-B370-DFC65DA94E2E}" type="slidenum">
              <a:rPr lang="zh-CN" altLang="en-US"/>
              <a:pPr/>
              <a:t>‹#›</a:t>
            </a:fld>
            <a:endParaRPr lang="zh-CN" altLang="en-US"/>
          </a:p>
        </p:txBody>
      </p:sp>
    </p:spTree>
    <p:extLst>
      <p:ext uri="{BB962C8B-B14F-4D97-AF65-F5344CB8AC3E}">
        <p14:creationId xmlns:p14="http://schemas.microsoft.com/office/powerpoint/2010/main" val="256930595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2504"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54296" y="1600200"/>
            <a:ext cx="4032504"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Date Placeholder 879619">
            <a:extLst>
              <a:ext uri="{FF2B5EF4-FFF2-40B4-BE49-F238E27FC236}">
                <a16:creationId xmlns:a16="http://schemas.microsoft.com/office/drawing/2014/main" id="{B8869B0D-8E11-E63C-90FF-3F5E65DBF96B}"/>
              </a:ext>
            </a:extLst>
          </p:cNvPr>
          <p:cNvSpPr>
            <a:spLocks noGrp="1"/>
          </p:cNvSpPr>
          <p:nvPr>
            <p:ph type="dt" sz="half" idx="10"/>
          </p:nvPr>
        </p:nvSpPr>
        <p:spPr>
          <a:ln/>
        </p:spPr>
        <p:txBody>
          <a:bodyPr/>
          <a:lstStyle>
            <a:lvl1pPr>
              <a:defRPr/>
            </a:lvl1pPr>
          </a:lstStyle>
          <a:p>
            <a:endParaRPr lang="zh-CN" altLang="en-US"/>
          </a:p>
        </p:txBody>
      </p:sp>
      <p:sp>
        <p:nvSpPr>
          <p:cNvPr id="6" name="Footer Placeholder 879620">
            <a:extLst>
              <a:ext uri="{FF2B5EF4-FFF2-40B4-BE49-F238E27FC236}">
                <a16:creationId xmlns:a16="http://schemas.microsoft.com/office/drawing/2014/main" id="{79670DBE-C6A9-56C4-74AA-2EBDEB4B5123}"/>
              </a:ext>
            </a:extLst>
          </p:cNvPr>
          <p:cNvSpPr>
            <a:spLocks noGrp="1"/>
          </p:cNvSpPr>
          <p:nvPr>
            <p:ph type="ftr" sz="quarter" idx="11"/>
          </p:nvPr>
        </p:nvSpPr>
        <p:spPr>
          <a:ln/>
        </p:spPr>
        <p:txBody>
          <a:bodyPr/>
          <a:lstStyle>
            <a:lvl1pPr>
              <a:defRPr/>
            </a:lvl1pPr>
          </a:lstStyle>
          <a:p>
            <a:endParaRPr lang="zh-CN" altLang="en-US"/>
          </a:p>
        </p:txBody>
      </p:sp>
      <p:sp>
        <p:nvSpPr>
          <p:cNvPr id="7" name="Slide Number Placeholder 879621">
            <a:extLst>
              <a:ext uri="{FF2B5EF4-FFF2-40B4-BE49-F238E27FC236}">
                <a16:creationId xmlns:a16="http://schemas.microsoft.com/office/drawing/2014/main" id="{FF0621E8-958A-391F-D466-88E6F03E0D3F}"/>
              </a:ext>
            </a:extLst>
          </p:cNvPr>
          <p:cNvSpPr>
            <a:spLocks noGrp="1"/>
          </p:cNvSpPr>
          <p:nvPr>
            <p:ph type="sldNum" sz="quarter" idx="12"/>
          </p:nvPr>
        </p:nvSpPr>
        <p:spPr>
          <a:ln/>
        </p:spPr>
        <p:txBody>
          <a:bodyPr/>
          <a:lstStyle>
            <a:lvl1pPr>
              <a:defRPr/>
            </a:lvl1pPr>
          </a:lstStyle>
          <a:p>
            <a:fld id="{F264798D-308A-4169-BE4F-95712B2611B5}" type="slidenum">
              <a:rPr lang="zh-CN" altLang="en-US"/>
              <a:pPr/>
              <a:t>‹#›</a:t>
            </a:fld>
            <a:endParaRPr lang="zh-CN" altLang="en-US"/>
          </a:p>
        </p:txBody>
      </p:sp>
    </p:spTree>
    <p:extLst>
      <p:ext uri="{BB962C8B-B14F-4D97-AF65-F5344CB8AC3E}">
        <p14:creationId xmlns:p14="http://schemas.microsoft.com/office/powerpoint/2010/main" val="207548296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890081" y="1778438"/>
            <a:ext cx="3655181"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92704" y="1778438"/>
            <a:ext cx="3673182"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Date Placeholder 879619">
            <a:extLst>
              <a:ext uri="{FF2B5EF4-FFF2-40B4-BE49-F238E27FC236}">
                <a16:creationId xmlns:a16="http://schemas.microsoft.com/office/drawing/2014/main" id="{1B134451-9C24-262E-D042-1D4189CD61B3}"/>
              </a:ext>
            </a:extLst>
          </p:cNvPr>
          <p:cNvSpPr>
            <a:spLocks noGrp="1"/>
          </p:cNvSpPr>
          <p:nvPr>
            <p:ph type="dt" sz="half" idx="10"/>
          </p:nvPr>
        </p:nvSpPr>
        <p:spPr>
          <a:ln/>
        </p:spPr>
        <p:txBody>
          <a:bodyPr/>
          <a:lstStyle>
            <a:lvl1pPr>
              <a:defRPr/>
            </a:lvl1pPr>
          </a:lstStyle>
          <a:p>
            <a:endParaRPr lang="zh-CN" altLang="en-US"/>
          </a:p>
        </p:txBody>
      </p:sp>
      <p:sp>
        <p:nvSpPr>
          <p:cNvPr id="8" name="Footer Placeholder 879620">
            <a:extLst>
              <a:ext uri="{FF2B5EF4-FFF2-40B4-BE49-F238E27FC236}">
                <a16:creationId xmlns:a16="http://schemas.microsoft.com/office/drawing/2014/main" id="{A5654211-13C3-7459-6800-78E2A16901D9}"/>
              </a:ext>
            </a:extLst>
          </p:cNvPr>
          <p:cNvSpPr>
            <a:spLocks noGrp="1"/>
          </p:cNvSpPr>
          <p:nvPr>
            <p:ph type="ftr" sz="quarter" idx="11"/>
          </p:nvPr>
        </p:nvSpPr>
        <p:spPr>
          <a:ln/>
        </p:spPr>
        <p:txBody>
          <a:bodyPr/>
          <a:lstStyle>
            <a:lvl1pPr>
              <a:defRPr/>
            </a:lvl1pPr>
          </a:lstStyle>
          <a:p>
            <a:endParaRPr lang="zh-CN" altLang="en-US"/>
          </a:p>
        </p:txBody>
      </p:sp>
      <p:sp>
        <p:nvSpPr>
          <p:cNvPr id="9" name="Slide Number Placeholder 879621">
            <a:extLst>
              <a:ext uri="{FF2B5EF4-FFF2-40B4-BE49-F238E27FC236}">
                <a16:creationId xmlns:a16="http://schemas.microsoft.com/office/drawing/2014/main" id="{DAAA3280-A320-5E64-7C42-EE31C0529631}"/>
              </a:ext>
            </a:extLst>
          </p:cNvPr>
          <p:cNvSpPr>
            <a:spLocks noGrp="1"/>
          </p:cNvSpPr>
          <p:nvPr>
            <p:ph type="sldNum" sz="quarter" idx="12"/>
          </p:nvPr>
        </p:nvSpPr>
        <p:spPr>
          <a:ln/>
        </p:spPr>
        <p:txBody>
          <a:bodyPr/>
          <a:lstStyle>
            <a:lvl1pPr>
              <a:defRPr/>
            </a:lvl1pPr>
          </a:lstStyle>
          <a:p>
            <a:fld id="{D536BE20-81F1-4B0C-B496-A7EFD6DE1A58}" type="slidenum">
              <a:rPr lang="zh-CN" altLang="en-US"/>
              <a:pPr/>
              <a:t>‹#›</a:t>
            </a:fld>
            <a:endParaRPr lang="zh-CN" altLang="en-US"/>
          </a:p>
        </p:txBody>
      </p:sp>
    </p:spTree>
    <p:extLst>
      <p:ext uri="{BB962C8B-B14F-4D97-AF65-F5344CB8AC3E}">
        <p14:creationId xmlns:p14="http://schemas.microsoft.com/office/powerpoint/2010/main" val="301354062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Date Placeholder 879619">
            <a:extLst>
              <a:ext uri="{FF2B5EF4-FFF2-40B4-BE49-F238E27FC236}">
                <a16:creationId xmlns:a16="http://schemas.microsoft.com/office/drawing/2014/main" id="{75BEEB5A-65F7-63DE-BD20-E3A26AA3F8D6}"/>
              </a:ext>
            </a:extLst>
          </p:cNvPr>
          <p:cNvSpPr>
            <a:spLocks noGrp="1"/>
          </p:cNvSpPr>
          <p:nvPr>
            <p:ph type="dt" sz="half" idx="10"/>
          </p:nvPr>
        </p:nvSpPr>
        <p:spPr>
          <a:ln/>
        </p:spPr>
        <p:txBody>
          <a:bodyPr/>
          <a:lstStyle>
            <a:lvl1pPr>
              <a:defRPr/>
            </a:lvl1pPr>
          </a:lstStyle>
          <a:p>
            <a:endParaRPr lang="zh-CN" altLang="en-US"/>
          </a:p>
        </p:txBody>
      </p:sp>
      <p:sp>
        <p:nvSpPr>
          <p:cNvPr id="4" name="Footer Placeholder 879620">
            <a:extLst>
              <a:ext uri="{FF2B5EF4-FFF2-40B4-BE49-F238E27FC236}">
                <a16:creationId xmlns:a16="http://schemas.microsoft.com/office/drawing/2014/main" id="{86FD53CC-36E5-8F3F-56E2-C6BF09193EA4}"/>
              </a:ext>
            </a:extLst>
          </p:cNvPr>
          <p:cNvSpPr>
            <a:spLocks noGrp="1"/>
          </p:cNvSpPr>
          <p:nvPr>
            <p:ph type="ftr" sz="quarter" idx="11"/>
          </p:nvPr>
        </p:nvSpPr>
        <p:spPr>
          <a:ln/>
        </p:spPr>
        <p:txBody>
          <a:bodyPr/>
          <a:lstStyle>
            <a:lvl1pPr>
              <a:defRPr/>
            </a:lvl1pPr>
          </a:lstStyle>
          <a:p>
            <a:endParaRPr lang="zh-CN" altLang="en-US"/>
          </a:p>
        </p:txBody>
      </p:sp>
      <p:sp>
        <p:nvSpPr>
          <p:cNvPr id="5" name="Slide Number Placeholder 879621">
            <a:extLst>
              <a:ext uri="{FF2B5EF4-FFF2-40B4-BE49-F238E27FC236}">
                <a16:creationId xmlns:a16="http://schemas.microsoft.com/office/drawing/2014/main" id="{84132882-DF87-D0FF-9C62-59976024333E}"/>
              </a:ext>
            </a:extLst>
          </p:cNvPr>
          <p:cNvSpPr>
            <a:spLocks noGrp="1"/>
          </p:cNvSpPr>
          <p:nvPr>
            <p:ph type="sldNum" sz="quarter" idx="12"/>
          </p:nvPr>
        </p:nvSpPr>
        <p:spPr>
          <a:ln/>
        </p:spPr>
        <p:txBody>
          <a:bodyPr/>
          <a:lstStyle>
            <a:lvl1pPr>
              <a:defRPr/>
            </a:lvl1pPr>
          </a:lstStyle>
          <a:p>
            <a:fld id="{2A4C03D7-22DD-46CB-BE2A-EC34083E1D95}" type="slidenum">
              <a:rPr lang="zh-CN" altLang="en-US"/>
              <a:pPr/>
              <a:t>‹#›</a:t>
            </a:fld>
            <a:endParaRPr lang="zh-CN" altLang="en-US"/>
          </a:p>
        </p:txBody>
      </p:sp>
    </p:spTree>
    <p:extLst>
      <p:ext uri="{BB962C8B-B14F-4D97-AF65-F5344CB8AC3E}">
        <p14:creationId xmlns:p14="http://schemas.microsoft.com/office/powerpoint/2010/main" val="83114234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879619">
            <a:extLst>
              <a:ext uri="{FF2B5EF4-FFF2-40B4-BE49-F238E27FC236}">
                <a16:creationId xmlns:a16="http://schemas.microsoft.com/office/drawing/2014/main" id="{7C7D6C97-42AC-7B82-7A3C-3A94C832865E}"/>
              </a:ext>
            </a:extLst>
          </p:cNvPr>
          <p:cNvSpPr>
            <a:spLocks noGrp="1"/>
          </p:cNvSpPr>
          <p:nvPr>
            <p:ph type="dt" sz="half" idx="10"/>
          </p:nvPr>
        </p:nvSpPr>
        <p:spPr>
          <a:ln/>
        </p:spPr>
        <p:txBody>
          <a:bodyPr/>
          <a:lstStyle>
            <a:lvl1pPr>
              <a:defRPr/>
            </a:lvl1pPr>
          </a:lstStyle>
          <a:p>
            <a:endParaRPr lang="zh-CN" altLang="en-US"/>
          </a:p>
        </p:txBody>
      </p:sp>
      <p:sp>
        <p:nvSpPr>
          <p:cNvPr id="3" name="Footer Placeholder 879620">
            <a:extLst>
              <a:ext uri="{FF2B5EF4-FFF2-40B4-BE49-F238E27FC236}">
                <a16:creationId xmlns:a16="http://schemas.microsoft.com/office/drawing/2014/main" id="{D6284900-1DF6-F2F6-CD43-CA34E2900CA4}"/>
              </a:ext>
            </a:extLst>
          </p:cNvPr>
          <p:cNvSpPr>
            <a:spLocks noGrp="1"/>
          </p:cNvSpPr>
          <p:nvPr>
            <p:ph type="ftr" sz="quarter" idx="11"/>
          </p:nvPr>
        </p:nvSpPr>
        <p:spPr>
          <a:ln/>
        </p:spPr>
        <p:txBody>
          <a:bodyPr/>
          <a:lstStyle>
            <a:lvl1pPr>
              <a:defRPr/>
            </a:lvl1pPr>
          </a:lstStyle>
          <a:p>
            <a:endParaRPr lang="zh-CN" altLang="en-US"/>
          </a:p>
        </p:txBody>
      </p:sp>
      <p:sp>
        <p:nvSpPr>
          <p:cNvPr id="4" name="Slide Number Placeholder 879621">
            <a:extLst>
              <a:ext uri="{FF2B5EF4-FFF2-40B4-BE49-F238E27FC236}">
                <a16:creationId xmlns:a16="http://schemas.microsoft.com/office/drawing/2014/main" id="{945B2D22-F957-9C2D-6894-B8A70C8E7CA5}"/>
              </a:ext>
            </a:extLst>
          </p:cNvPr>
          <p:cNvSpPr>
            <a:spLocks noGrp="1"/>
          </p:cNvSpPr>
          <p:nvPr>
            <p:ph type="sldNum" sz="quarter" idx="12"/>
          </p:nvPr>
        </p:nvSpPr>
        <p:spPr>
          <a:ln/>
        </p:spPr>
        <p:txBody>
          <a:bodyPr/>
          <a:lstStyle>
            <a:lvl1pPr>
              <a:defRPr/>
            </a:lvl1pPr>
          </a:lstStyle>
          <a:p>
            <a:fld id="{69395B2E-433F-42DC-8CB2-C4B4C9B5556C}" type="slidenum">
              <a:rPr lang="zh-CN" altLang="en-US"/>
              <a:pPr/>
              <a:t>‹#›</a:t>
            </a:fld>
            <a:endParaRPr lang="zh-CN" altLang="en-US"/>
          </a:p>
        </p:txBody>
      </p:sp>
    </p:spTree>
    <p:extLst>
      <p:ext uri="{BB962C8B-B14F-4D97-AF65-F5344CB8AC3E}">
        <p14:creationId xmlns:p14="http://schemas.microsoft.com/office/powerpoint/2010/main" val="1026788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Date Placeholder 879619">
            <a:extLst>
              <a:ext uri="{FF2B5EF4-FFF2-40B4-BE49-F238E27FC236}">
                <a16:creationId xmlns:a16="http://schemas.microsoft.com/office/drawing/2014/main" id="{4F64C52D-7825-1725-769B-94AC48F5C06E}"/>
              </a:ext>
            </a:extLst>
          </p:cNvPr>
          <p:cNvSpPr>
            <a:spLocks noGrp="1"/>
          </p:cNvSpPr>
          <p:nvPr>
            <p:ph type="dt" sz="half" idx="10"/>
          </p:nvPr>
        </p:nvSpPr>
        <p:spPr>
          <a:ln/>
        </p:spPr>
        <p:txBody>
          <a:bodyPr/>
          <a:lstStyle>
            <a:lvl1pPr>
              <a:defRPr/>
            </a:lvl1pPr>
          </a:lstStyle>
          <a:p>
            <a:endParaRPr lang="zh-CN" altLang="en-US"/>
          </a:p>
        </p:txBody>
      </p:sp>
      <p:sp>
        <p:nvSpPr>
          <p:cNvPr id="6" name="Footer Placeholder 879620">
            <a:extLst>
              <a:ext uri="{FF2B5EF4-FFF2-40B4-BE49-F238E27FC236}">
                <a16:creationId xmlns:a16="http://schemas.microsoft.com/office/drawing/2014/main" id="{8182C31C-99EF-E755-CF8A-1BAC22E4F2E4}"/>
              </a:ext>
            </a:extLst>
          </p:cNvPr>
          <p:cNvSpPr>
            <a:spLocks noGrp="1"/>
          </p:cNvSpPr>
          <p:nvPr>
            <p:ph type="ftr" sz="quarter" idx="11"/>
          </p:nvPr>
        </p:nvSpPr>
        <p:spPr>
          <a:ln/>
        </p:spPr>
        <p:txBody>
          <a:bodyPr/>
          <a:lstStyle>
            <a:lvl1pPr>
              <a:defRPr/>
            </a:lvl1pPr>
          </a:lstStyle>
          <a:p>
            <a:endParaRPr lang="zh-CN" altLang="en-US"/>
          </a:p>
        </p:txBody>
      </p:sp>
      <p:sp>
        <p:nvSpPr>
          <p:cNvPr id="7" name="Slide Number Placeholder 879621">
            <a:extLst>
              <a:ext uri="{FF2B5EF4-FFF2-40B4-BE49-F238E27FC236}">
                <a16:creationId xmlns:a16="http://schemas.microsoft.com/office/drawing/2014/main" id="{04C5F746-D421-DD89-9B9A-C41B9C0C7370}"/>
              </a:ext>
            </a:extLst>
          </p:cNvPr>
          <p:cNvSpPr>
            <a:spLocks noGrp="1"/>
          </p:cNvSpPr>
          <p:nvPr>
            <p:ph type="sldNum" sz="quarter" idx="12"/>
          </p:nvPr>
        </p:nvSpPr>
        <p:spPr>
          <a:ln/>
        </p:spPr>
        <p:txBody>
          <a:bodyPr/>
          <a:lstStyle>
            <a:lvl1pPr>
              <a:defRPr/>
            </a:lvl1pPr>
          </a:lstStyle>
          <a:p>
            <a:fld id="{B947A213-BAD3-440C-B696-7F8C5F1D843B}" type="slidenum">
              <a:rPr lang="zh-CN" altLang="en-US"/>
              <a:pPr/>
              <a:t>‹#›</a:t>
            </a:fld>
            <a:endParaRPr lang="zh-CN" altLang="en-US"/>
          </a:p>
        </p:txBody>
      </p:sp>
    </p:spTree>
    <p:extLst>
      <p:ext uri="{BB962C8B-B14F-4D97-AF65-F5344CB8AC3E}">
        <p14:creationId xmlns:p14="http://schemas.microsoft.com/office/powerpoint/2010/main" val="309700666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noProof="1"/>
              <a:t>单击此处编辑母版标题样式</a:t>
            </a:r>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noProof="1"/>
              <a:t>单击此处编辑母版文本样式</a:t>
            </a:r>
          </a:p>
        </p:txBody>
      </p:sp>
      <p:sp>
        <p:nvSpPr>
          <p:cNvPr id="5" name="Date Placeholder 879619">
            <a:extLst>
              <a:ext uri="{FF2B5EF4-FFF2-40B4-BE49-F238E27FC236}">
                <a16:creationId xmlns:a16="http://schemas.microsoft.com/office/drawing/2014/main" id="{B5E1B0B8-E8DA-475A-D0F2-70790FB2BEBB}"/>
              </a:ext>
            </a:extLst>
          </p:cNvPr>
          <p:cNvSpPr>
            <a:spLocks noGrp="1"/>
          </p:cNvSpPr>
          <p:nvPr>
            <p:ph type="dt" sz="half" idx="10"/>
          </p:nvPr>
        </p:nvSpPr>
        <p:spPr>
          <a:ln/>
        </p:spPr>
        <p:txBody>
          <a:bodyPr/>
          <a:lstStyle>
            <a:lvl1pPr>
              <a:defRPr/>
            </a:lvl1pPr>
          </a:lstStyle>
          <a:p>
            <a:endParaRPr lang="zh-CN" altLang="en-US"/>
          </a:p>
        </p:txBody>
      </p:sp>
      <p:sp>
        <p:nvSpPr>
          <p:cNvPr id="6" name="Footer Placeholder 879620">
            <a:extLst>
              <a:ext uri="{FF2B5EF4-FFF2-40B4-BE49-F238E27FC236}">
                <a16:creationId xmlns:a16="http://schemas.microsoft.com/office/drawing/2014/main" id="{F52E94E7-536F-3D4D-76F6-6EA394644E10}"/>
              </a:ext>
            </a:extLst>
          </p:cNvPr>
          <p:cNvSpPr>
            <a:spLocks noGrp="1"/>
          </p:cNvSpPr>
          <p:nvPr>
            <p:ph type="ftr" sz="quarter" idx="11"/>
          </p:nvPr>
        </p:nvSpPr>
        <p:spPr>
          <a:ln/>
        </p:spPr>
        <p:txBody>
          <a:bodyPr/>
          <a:lstStyle>
            <a:lvl1pPr>
              <a:defRPr/>
            </a:lvl1pPr>
          </a:lstStyle>
          <a:p>
            <a:endParaRPr lang="zh-CN" altLang="en-US"/>
          </a:p>
        </p:txBody>
      </p:sp>
      <p:sp>
        <p:nvSpPr>
          <p:cNvPr id="7" name="Slide Number Placeholder 879621">
            <a:extLst>
              <a:ext uri="{FF2B5EF4-FFF2-40B4-BE49-F238E27FC236}">
                <a16:creationId xmlns:a16="http://schemas.microsoft.com/office/drawing/2014/main" id="{EC2D2A4F-76E4-A1D0-C689-B7B3A103A6A1}"/>
              </a:ext>
            </a:extLst>
          </p:cNvPr>
          <p:cNvSpPr>
            <a:spLocks noGrp="1"/>
          </p:cNvSpPr>
          <p:nvPr>
            <p:ph type="sldNum" sz="quarter" idx="12"/>
          </p:nvPr>
        </p:nvSpPr>
        <p:spPr>
          <a:ln/>
        </p:spPr>
        <p:txBody>
          <a:bodyPr/>
          <a:lstStyle>
            <a:lvl1pPr>
              <a:defRPr/>
            </a:lvl1pPr>
          </a:lstStyle>
          <a:p>
            <a:fld id="{F9219D7F-F7D1-47B0-B647-DC01709C45A6}" type="slidenum">
              <a:rPr lang="zh-CN" altLang="en-US"/>
              <a:pPr/>
              <a:t>‹#›</a:t>
            </a:fld>
            <a:endParaRPr lang="zh-CN" altLang="en-US"/>
          </a:p>
        </p:txBody>
      </p:sp>
    </p:spTree>
    <p:extLst>
      <p:ext uri="{BB962C8B-B14F-4D97-AF65-F5344CB8AC3E}">
        <p14:creationId xmlns:p14="http://schemas.microsoft.com/office/powerpoint/2010/main" val="1928263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879619">
            <a:extLst>
              <a:ext uri="{FF2B5EF4-FFF2-40B4-BE49-F238E27FC236}">
                <a16:creationId xmlns:a16="http://schemas.microsoft.com/office/drawing/2014/main" id="{B452E131-082F-F696-4512-BF8E6FB9F32D}"/>
              </a:ext>
            </a:extLst>
          </p:cNvPr>
          <p:cNvSpPr>
            <a:spLocks noGrp="1"/>
          </p:cNvSpPr>
          <p:nvPr>
            <p:ph type="dt" sz="half" idx="10"/>
          </p:nvPr>
        </p:nvSpPr>
        <p:spPr>
          <a:ln/>
        </p:spPr>
        <p:txBody>
          <a:bodyPr/>
          <a:lstStyle>
            <a:lvl1pPr>
              <a:defRPr/>
            </a:lvl1pPr>
          </a:lstStyle>
          <a:p>
            <a:endParaRPr lang="zh-CN" altLang="en-US"/>
          </a:p>
        </p:txBody>
      </p:sp>
      <p:sp>
        <p:nvSpPr>
          <p:cNvPr id="5" name="Footer Placeholder 879620">
            <a:extLst>
              <a:ext uri="{FF2B5EF4-FFF2-40B4-BE49-F238E27FC236}">
                <a16:creationId xmlns:a16="http://schemas.microsoft.com/office/drawing/2014/main" id="{20E36D4D-8AB7-71A4-7762-20E7B1B6CFCD}"/>
              </a:ext>
            </a:extLst>
          </p:cNvPr>
          <p:cNvSpPr>
            <a:spLocks noGrp="1"/>
          </p:cNvSpPr>
          <p:nvPr>
            <p:ph type="ftr" sz="quarter" idx="11"/>
          </p:nvPr>
        </p:nvSpPr>
        <p:spPr>
          <a:ln/>
        </p:spPr>
        <p:txBody>
          <a:bodyPr/>
          <a:lstStyle>
            <a:lvl1pPr>
              <a:defRPr/>
            </a:lvl1pPr>
          </a:lstStyle>
          <a:p>
            <a:endParaRPr lang="zh-CN" altLang="en-US"/>
          </a:p>
        </p:txBody>
      </p:sp>
      <p:sp>
        <p:nvSpPr>
          <p:cNvPr id="6" name="Slide Number Placeholder 879621">
            <a:extLst>
              <a:ext uri="{FF2B5EF4-FFF2-40B4-BE49-F238E27FC236}">
                <a16:creationId xmlns:a16="http://schemas.microsoft.com/office/drawing/2014/main" id="{13C2D419-746F-A5D3-1009-DFB935F3D563}"/>
              </a:ext>
            </a:extLst>
          </p:cNvPr>
          <p:cNvSpPr>
            <a:spLocks noGrp="1"/>
          </p:cNvSpPr>
          <p:nvPr>
            <p:ph type="sldNum" sz="quarter" idx="12"/>
          </p:nvPr>
        </p:nvSpPr>
        <p:spPr>
          <a:ln/>
        </p:spPr>
        <p:txBody>
          <a:bodyPr/>
          <a:lstStyle>
            <a:lvl1pPr>
              <a:defRPr/>
            </a:lvl1pPr>
          </a:lstStyle>
          <a:p>
            <a:fld id="{86FD91BD-FBDA-44CF-96D3-EB660F091877}" type="slidenum">
              <a:rPr lang="zh-CN" altLang="en-US"/>
              <a:pPr/>
              <a:t>‹#›</a:t>
            </a:fld>
            <a:endParaRPr lang="zh-CN" altLang="en-US"/>
          </a:p>
        </p:txBody>
      </p:sp>
    </p:spTree>
    <p:extLst>
      <p:ext uri="{BB962C8B-B14F-4D97-AF65-F5344CB8AC3E}">
        <p14:creationId xmlns:p14="http://schemas.microsoft.com/office/powerpoint/2010/main" val="230305826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274638"/>
            <a:ext cx="6052931" cy="5851525"/>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879619">
            <a:extLst>
              <a:ext uri="{FF2B5EF4-FFF2-40B4-BE49-F238E27FC236}">
                <a16:creationId xmlns:a16="http://schemas.microsoft.com/office/drawing/2014/main" id="{E252BD14-7137-8BC4-24E4-4E5153B6FF95}"/>
              </a:ext>
            </a:extLst>
          </p:cNvPr>
          <p:cNvSpPr>
            <a:spLocks noGrp="1"/>
          </p:cNvSpPr>
          <p:nvPr>
            <p:ph type="dt" sz="half" idx="10"/>
          </p:nvPr>
        </p:nvSpPr>
        <p:spPr>
          <a:ln/>
        </p:spPr>
        <p:txBody>
          <a:bodyPr/>
          <a:lstStyle>
            <a:lvl1pPr>
              <a:defRPr/>
            </a:lvl1pPr>
          </a:lstStyle>
          <a:p>
            <a:endParaRPr lang="zh-CN" altLang="en-US"/>
          </a:p>
        </p:txBody>
      </p:sp>
      <p:sp>
        <p:nvSpPr>
          <p:cNvPr id="5" name="Footer Placeholder 879620">
            <a:extLst>
              <a:ext uri="{FF2B5EF4-FFF2-40B4-BE49-F238E27FC236}">
                <a16:creationId xmlns:a16="http://schemas.microsoft.com/office/drawing/2014/main" id="{C4C84F0D-07A7-DAE0-767B-44181C60C4D5}"/>
              </a:ext>
            </a:extLst>
          </p:cNvPr>
          <p:cNvSpPr>
            <a:spLocks noGrp="1"/>
          </p:cNvSpPr>
          <p:nvPr>
            <p:ph type="ftr" sz="quarter" idx="11"/>
          </p:nvPr>
        </p:nvSpPr>
        <p:spPr>
          <a:ln/>
        </p:spPr>
        <p:txBody>
          <a:bodyPr/>
          <a:lstStyle>
            <a:lvl1pPr>
              <a:defRPr/>
            </a:lvl1pPr>
          </a:lstStyle>
          <a:p>
            <a:endParaRPr lang="zh-CN" altLang="en-US"/>
          </a:p>
        </p:txBody>
      </p:sp>
      <p:sp>
        <p:nvSpPr>
          <p:cNvPr id="6" name="Slide Number Placeholder 879621">
            <a:extLst>
              <a:ext uri="{FF2B5EF4-FFF2-40B4-BE49-F238E27FC236}">
                <a16:creationId xmlns:a16="http://schemas.microsoft.com/office/drawing/2014/main" id="{0028C0F4-C041-DEEE-22C8-39B2C4E1ABDF}"/>
              </a:ext>
            </a:extLst>
          </p:cNvPr>
          <p:cNvSpPr>
            <a:spLocks noGrp="1"/>
          </p:cNvSpPr>
          <p:nvPr>
            <p:ph type="sldNum" sz="quarter" idx="12"/>
          </p:nvPr>
        </p:nvSpPr>
        <p:spPr>
          <a:ln/>
        </p:spPr>
        <p:txBody>
          <a:bodyPr/>
          <a:lstStyle>
            <a:lvl1pPr>
              <a:defRPr/>
            </a:lvl1pPr>
          </a:lstStyle>
          <a:p>
            <a:fld id="{4D3E758A-EF0D-4E86-9403-84C5036AE603}" type="slidenum">
              <a:rPr lang="zh-CN" altLang="en-US"/>
              <a:pPr/>
              <a:t>‹#›</a:t>
            </a:fld>
            <a:endParaRPr lang="zh-CN" altLang="en-US"/>
          </a:p>
        </p:txBody>
      </p:sp>
    </p:spTree>
    <p:extLst>
      <p:ext uri="{BB962C8B-B14F-4D97-AF65-F5344CB8AC3E}">
        <p14:creationId xmlns:p14="http://schemas.microsoft.com/office/powerpoint/2010/main" val="46624113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noProof="1"/>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a:t>单击此处编辑母版副标题样式</a:t>
            </a:r>
          </a:p>
        </p:txBody>
      </p:sp>
      <p:sp>
        <p:nvSpPr>
          <p:cNvPr id="4" name="Date Placeholder 819203">
            <a:extLst>
              <a:ext uri="{FF2B5EF4-FFF2-40B4-BE49-F238E27FC236}">
                <a16:creationId xmlns:a16="http://schemas.microsoft.com/office/drawing/2014/main" id="{E63E7CE0-EA4D-7957-DFA0-1DA064702E5A}"/>
              </a:ext>
            </a:extLst>
          </p:cNvPr>
          <p:cNvSpPr>
            <a:spLocks noGrp="1"/>
          </p:cNvSpPr>
          <p:nvPr>
            <p:ph type="dt" sz="half" idx="10"/>
          </p:nvPr>
        </p:nvSpPr>
        <p:spPr>
          <a:ln/>
        </p:spPr>
        <p:txBody>
          <a:bodyPr/>
          <a:lstStyle>
            <a:lvl1pPr>
              <a:defRPr/>
            </a:lvl1pPr>
          </a:lstStyle>
          <a:p>
            <a:endParaRPr lang="zh-CN" altLang="en-US"/>
          </a:p>
        </p:txBody>
      </p:sp>
      <p:sp>
        <p:nvSpPr>
          <p:cNvPr id="5" name="Footer Placeholder 819204">
            <a:extLst>
              <a:ext uri="{FF2B5EF4-FFF2-40B4-BE49-F238E27FC236}">
                <a16:creationId xmlns:a16="http://schemas.microsoft.com/office/drawing/2014/main" id="{D302BD10-7386-0C0D-9A1D-60B2502724EE}"/>
              </a:ext>
            </a:extLst>
          </p:cNvPr>
          <p:cNvSpPr>
            <a:spLocks noGrp="1"/>
          </p:cNvSpPr>
          <p:nvPr>
            <p:ph type="ftr" sz="quarter" idx="11"/>
          </p:nvPr>
        </p:nvSpPr>
        <p:spPr>
          <a:ln/>
        </p:spPr>
        <p:txBody>
          <a:bodyPr/>
          <a:lstStyle>
            <a:lvl1pPr>
              <a:defRPr/>
            </a:lvl1pPr>
          </a:lstStyle>
          <a:p>
            <a:endParaRPr lang="zh-CN" altLang="en-US"/>
          </a:p>
        </p:txBody>
      </p:sp>
      <p:sp>
        <p:nvSpPr>
          <p:cNvPr id="6" name="Slide Number Placeholder 819205">
            <a:extLst>
              <a:ext uri="{FF2B5EF4-FFF2-40B4-BE49-F238E27FC236}">
                <a16:creationId xmlns:a16="http://schemas.microsoft.com/office/drawing/2014/main" id="{F4D2C7B6-E8A8-BBAA-44E5-C917A6086A78}"/>
              </a:ext>
            </a:extLst>
          </p:cNvPr>
          <p:cNvSpPr>
            <a:spLocks noGrp="1"/>
          </p:cNvSpPr>
          <p:nvPr>
            <p:ph type="sldNum" sz="quarter" idx="12"/>
          </p:nvPr>
        </p:nvSpPr>
        <p:spPr>
          <a:ln/>
        </p:spPr>
        <p:txBody>
          <a:bodyPr/>
          <a:lstStyle>
            <a:lvl1pPr>
              <a:defRPr/>
            </a:lvl1pPr>
          </a:lstStyle>
          <a:p>
            <a:fld id="{B6537724-9A38-4A6E-8FC7-E3708FA9052A}" type="slidenum">
              <a:rPr lang="zh-CN" altLang="en-US"/>
              <a:pPr/>
              <a:t>‹#›</a:t>
            </a:fld>
            <a:endParaRPr lang="zh-CN" altLang="en-US"/>
          </a:p>
        </p:txBody>
      </p:sp>
    </p:spTree>
    <p:extLst>
      <p:ext uri="{BB962C8B-B14F-4D97-AF65-F5344CB8AC3E}">
        <p14:creationId xmlns:p14="http://schemas.microsoft.com/office/powerpoint/2010/main" val="121796960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819203">
            <a:extLst>
              <a:ext uri="{FF2B5EF4-FFF2-40B4-BE49-F238E27FC236}">
                <a16:creationId xmlns:a16="http://schemas.microsoft.com/office/drawing/2014/main" id="{1ACBABFF-0501-B7D6-45C5-FA2F93BDF40C}"/>
              </a:ext>
            </a:extLst>
          </p:cNvPr>
          <p:cNvSpPr>
            <a:spLocks noGrp="1"/>
          </p:cNvSpPr>
          <p:nvPr>
            <p:ph type="dt" sz="half" idx="10"/>
          </p:nvPr>
        </p:nvSpPr>
        <p:spPr>
          <a:ln/>
        </p:spPr>
        <p:txBody>
          <a:bodyPr/>
          <a:lstStyle>
            <a:lvl1pPr>
              <a:defRPr/>
            </a:lvl1pPr>
          </a:lstStyle>
          <a:p>
            <a:endParaRPr lang="zh-CN" altLang="en-US"/>
          </a:p>
        </p:txBody>
      </p:sp>
      <p:sp>
        <p:nvSpPr>
          <p:cNvPr id="5" name="Footer Placeholder 819204">
            <a:extLst>
              <a:ext uri="{FF2B5EF4-FFF2-40B4-BE49-F238E27FC236}">
                <a16:creationId xmlns:a16="http://schemas.microsoft.com/office/drawing/2014/main" id="{A1464933-D887-4BA1-AC87-5ED2E69EA5E5}"/>
              </a:ext>
            </a:extLst>
          </p:cNvPr>
          <p:cNvSpPr>
            <a:spLocks noGrp="1"/>
          </p:cNvSpPr>
          <p:nvPr>
            <p:ph type="ftr" sz="quarter" idx="11"/>
          </p:nvPr>
        </p:nvSpPr>
        <p:spPr>
          <a:ln/>
        </p:spPr>
        <p:txBody>
          <a:bodyPr/>
          <a:lstStyle>
            <a:lvl1pPr>
              <a:defRPr/>
            </a:lvl1pPr>
          </a:lstStyle>
          <a:p>
            <a:endParaRPr lang="zh-CN" altLang="en-US"/>
          </a:p>
        </p:txBody>
      </p:sp>
      <p:sp>
        <p:nvSpPr>
          <p:cNvPr id="6" name="Slide Number Placeholder 819205">
            <a:extLst>
              <a:ext uri="{FF2B5EF4-FFF2-40B4-BE49-F238E27FC236}">
                <a16:creationId xmlns:a16="http://schemas.microsoft.com/office/drawing/2014/main" id="{5D65C842-F5C6-B6CD-CE1F-CE28AFB4B731}"/>
              </a:ext>
            </a:extLst>
          </p:cNvPr>
          <p:cNvSpPr>
            <a:spLocks noGrp="1"/>
          </p:cNvSpPr>
          <p:nvPr>
            <p:ph type="sldNum" sz="quarter" idx="12"/>
          </p:nvPr>
        </p:nvSpPr>
        <p:spPr>
          <a:ln/>
        </p:spPr>
        <p:txBody>
          <a:bodyPr/>
          <a:lstStyle>
            <a:lvl1pPr>
              <a:defRPr/>
            </a:lvl1pPr>
          </a:lstStyle>
          <a:p>
            <a:fld id="{E792C8AD-A667-4AA1-9A4E-D6D9D730ED88}" type="slidenum">
              <a:rPr lang="zh-CN" altLang="en-US"/>
              <a:pPr/>
              <a:t>‹#›</a:t>
            </a:fld>
            <a:endParaRPr lang="zh-CN" altLang="en-US"/>
          </a:p>
        </p:txBody>
      </p:sp>
    </p:spTree>
    <p:extLst>
      <p:ext uri="{BB962C8B-B14F-4D97-AF65-F5344CB8AC3E}">
        <p14:creationId xmlns:p14="http://schemas.microsoft.com/office/powerpoint/2010/main" val="127681652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p>
        </p:txBody>
      </p:sp>
      <p:sp>
        <p:nvSpPr>
          <p:cNvPr id="4" name="Date Placeholder 819203">
            <a:extLst>
              <a:ext uri="{FF2B5EF4-FFF2-40B4-BE49-F238E27FC236}">
                <a16:creationId xmlns:a16="http://schemas.microsoft.com/office/drawing/2014/main" id="{C6ADE17E-F66D-ACA5-2DCD-11606A514B88}"/>
              </a:ext>
            </a:extLst>
          </p:cNvPr>
          <p:cNvSpPr>
            <a:spLocks noGrp="1"/>
          </p:cNvSpPr>
          <p:nvPr>
            <p:ph type="dt" sz="half" idx="10"/>
          </p:nvPr>
        </p:nvSpPr>
        <p:spPr>
          <a:ln/>
        </p:spPr>
        <p:txBody>
          <a:bodyPr/>
          <a:lstStyle>
            <a:lvl1pPr>
              <a:defRPr/>
            </a:lvl1pPr>
          </a:lstStyle>
          <a:p>
            <a:endParaRPr lang="zh-CN" altLang="en-US"/>
          </a:p>
        </p:txBody>
      </p:sp>
      <p:sp>
        <p:nvSpPr>
          <p:cNvPr id="5" name="Footer Placeholder 819204">
            <a:extLst>
              <a:ext uri="{FF2B5EF4-FFF2-40B4-BE49-F238E27FC236}">
                <a16:creationId xmlns:a16="http://schemas.microsoft.com/office/drawing/2014/main" id="{DD106EE4-DECE-ACB7-C89D-698E5AD719EB}"/>
              </a:ext>
            </a:extLst>
          </p:cNvPr>
          <p:cNvSpPr>
            <a:spLocks noGrp="1"/>
          </p:cNvSpPr>
          <p:nvPr>
            <p:ph type="ftr" sz="quarter" idx="11"/>
          </p:nvPr>
        </p:nvSpPr>
        <p:spPr>
          <a:ln/>
        </p:spPr>
        <p:txBody>
          <a:bodyPr/>
          <a:lstStyle>
            <a:lvl1pPr>
              <a:defRPr/>
            </a:lvl1pPr>
          </a:lstStyle>
          <a:p>
            <a:endParaRPr lang="zh-CN" altLang="en-US"/>
          </a:p>
        </p:txBody>
      </p:sp>
      <p:sp>
        <p:nvSpPr>
          <p:cNvPr id="6" name="Slide Number Placeholder 819205">
            <a:extLst>
              <a:ext uri="{FF2B5EF4-FFF2-40B4-BE49-F238E27FC236}">
                <a16:creationId xmlns:a16="http://schemas.microsoft.com/office/drawing/2014/main" id="{151ECE53-F9B5-AC4A-F879-FA4F6229C60E}"/>
              </a:ext>
            </a:extLst>
          </p:cNvPr>
          <p:cNvSpPr>
            <a:spLocks noGrp="1"/>
          </p:cNvSpPr>
          <p:nvPr>
            <p:ph type="sldNum" sz="quarter" idx="12"/>
          </p:nvPr>
        </p:nvSpPr>
        <p:spPr>
          <a:ln/>
        </p:spPr>
        <p:txBody>
          <a:bodyPr/>
          <a:lstStyle>
            <a:lvl1pPr>
              <a:defRPr/>
            </a:lvl1pPr>
          </a:lstStyle>
          <a:p>
            <a:fld id="{B84FEE8F-9AA0-42D9-A512-2C91F34EE570}" type="slidenum">
              <a:rPr lang="zh-CN" altLang="en-US"/>
              <a:pPr/>
              <a:t>‹#›</a:t>
            </a:fld>
            <a:endParaRPr lang="zh-CN" altLang="en-US"/>
          </a:p>
        </p:txBody>
      </p:sp>
    </p:spTree>
    <p:extLst>
      <p:ext uri="{BB962C8B-B14F-4D97-AF65-F5344CB8AC3E}">
        <p14:creationId xmlns:p14="http://schemas.microsoft.com/office/powerpoint/2010/main" val="240647828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2504"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54296" y="1600200"/>
            <a:ext cx="4032504"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Date Placeholder 819203">
            <a:extLst>
              <a:ext uri="{FF2B5EF4-FFF2-40B4-BE49-F238E27FC236}">
                <a16:creationId xmlns:a16="http://schemas.microsoft.com/office/drawing/2014/main" id="{209E2FC0-FC92-2446-710A-870DC6E154CA}"/>
              </a:ext>
            </a:extLst>
          </p:cNvPr>
          <p:cNvSpPr>
            <a:spLocks noGrp="1"/>
          </p:cNvSpPr>
          <p:nvPr>
            <p:ph type="dt" sz="half" idx="10"/>
          </p:nvPr>
        </p:nvSpPr>
        <p:spPr>
          <a:ln/>
        </p:spPr>
        <p:txBody>
          <a:bodyPr/>
          <a:lstStyle>
            <a:lvl1pPr>
              <a:defRPr/>
            </a:lvl1pPr>
          </a:lstStyle>
          <a:p>
            <a:endParaRPr lang="zh-CN" altLang="en-US"/>
          </a:p>
        </p:txBody>
      </p:sp>
      <p:sp>
        <p:nvSpPr>
          <p:cNvPr id="6" name="Footer Placeholder 819204">
            <a:extLst>
              <a:ext uri="{FF2B5EF4-FFF2-40B4-BE49-F238E27FC236}">
                <a16:creationId xmlns:a16="http://schemas.microsoft.com/office/drawing/2014/main" id="{6B2C291E-D466-EE22-96C3-CEC11321923F}"/>
              </a:ext>
            </a:extLst>
          </p:cNvPr>
          <p:cNvSpPr>
            <a:spLocks noGrp="1"/>
          </p:cNvSpPr>
          <p:nvPr>
            <p:ph type="ftr" sz="quarter" idx="11"/>
          </p:nvPr>
        </p:nvSpPr>
        <p:spPr>
          <a:ln/>
        </p:spPr>
        <p:txBody>
          <a:bodyPr/>
          <a:lstStyle>
            <a:lvl1pPr>
              <a:defRPr/>
            </a:lvl1pPr>
          </a:lstStyle>
          <a:p>
            <a:endParaRPr lang="zh-CN" altLang="en-US"/>
          </a:p>
        </p:txBody>
      </p:sp>
      <p:sp>
        <p:nvSpPr>
          <p:cNvPr id="7" name="Slide Number Placeholder 819205">
            <a:extLst>
              <a:ext uri="{FF2B5EF4-FFF2-40B4-BE49-F238E27FC236}">
                <a16:creationId xmlns:a16="http://schemas.microsoft.com/office/drawing/2014/main" id="{BD9E67CF-A499-7632-65C5-05E67A9123C6}"/>
              </a:ext>
            </a:extLst>
          </p:cNvPr>
          <p:cNvSpPr>
            <a:spLocks noGrp="1"/>
          </p:cNvSpPr>
          <p:nvPr>
            <p:ph type="sldNum" sz="quarter" idx="12"/>
          </p:nvPr>
        </p:nvSpPr>
        <p:spPr>
          <a:ln/>
        </p:spPr>
        <p:txBody>
          <a:bodyPr/>
          <a:lstStyle>
            <a:lvl1pPr>
              <a:defRPr/>
            </a:lvl1pPr>
          </a:lstStyle>
          <a:p>
            <a:fld id="{BF69AC55-1024-49D1-B1D4-1D9CC2B423F6}" type="slidenum">
              <a:rPr lang="zh-CN" altLang="en-US"/>
              <a:pPr/>
              <a:t>‹#›</a:t>
            </a:fld>
            <a:endParaRPr lang="zh-CN" altLang="en-US"/>
          </a:p>
        </p:txBody>
      </p:sp>
    </p:spTree>
    <p:extLst>
      <p:ext uri="{BB962C8B-B14F-4D97-AF65-F5344CB8AC3E}">
        <p14:creationId xmlns:p14="http://schemas.microsoft.com/office/powerpoint/2010/main" val="71859096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890081" y="1778438"/>
            <a:ext cx="3655181"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92704" y="1778438"/>
            <a:ext cx="3673182"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Date Placeholder 819203">
            <a:extLst>
              <a:ext uri="{FF2B5EF4-FFF2-40B4-BE49-F238E27FC236}">
                <a16:creationId xmlns:a16="http://schemas.microsoft.com/office/drawing/2014/main" id="{2F9D75F9-8184-F392-4CEE-DAF3ADF725B1}"/>
              </a:ext>
            </a:extLst>
          </p:cNvPr>
          <p:cNvSpPr>
            <a:spLocks noGrp="1"/>
          </p:cNvSpPr>
          <p:nvPr>
            <p:ph type="dt" sz="half" idx="10"/>
          </p:nvPr>
        </p:nvSpPr>
        <p:spPr>
          <a:ln/>
        </p:spPr>
        <p:txBody>
          <a:bodyPr/>
          <a:lstStyle>
            <a:lvl1pPr>
              <a:defRPr/>
            </a:lvl1pPr>
          </a:lstStyle>
          <a:p>
            <a:endParaRPr lang="zh-CN" altLang="en-US"/>
          </a:p>
        </p:txBody>
      </p:sp>
      <p:sp>
        <p:nvSpPr>
          <p:cNvPr id="8" name="Footer Placeholder 819204">
            <a:extLst>
              <a:ext uri="{FF2B5EF4-FFF2-40B4-BE49-F238E27FC236}">
                <a16:creationId xmlns:a16="http://schemas.microsoft.com/office/drawing/2014/main" id="{951F5CF4-E7BA-746E-B4C2-6201F33C9EBA}"/>
              </a:ext>
            </a:extLst>
          </p:cNvPr>
          <p:cNvSpPr>
            <a:spLocks noGrp="1"/>
          </p:cNvSpPr>
          <p:nvPr>
            <p:ph type="ftr" sz="quarter" idx="11"/>
          </p:nvPr>
        </p:nvSpPr>
        <p:spPr>
          <a:ln/>
        </p:spPr>
        <p:txBody>
          <a:bodyPr/>
          <a:lstStyle>
            <a:lvl1pPr>
              <a:defRPr/>
            </a:lvl1pPr>
          </a:lstStyle>
          <a:p>
            <a:endParaRPr lang="zh-CN" altLang="en-US"/>
          </a:p>
        </p:txBody>
      </p:sp>
      <p:sp>
        <p:nvSpPr>
          <p:cNvPr id="9" name="Slide Number Placeholder 819205">
            <a:extLst>
              <a:ext uri="{FF2B5EF4-FFF2-40B4-BE49-F238E27FC236}">
                <a16:creationId xmlns:a16="http://schemas.microsoft.com/office/drawing/2014/main" id="{CE690CBB-6AF0-0158-B0B4-302C806F4263}"/>
              </a:ext>
            </a:extLst>
          </p:cNvPr>
          <p:cNvSpPr>
            <a:spLocks noGrp="1"/>
          </p:cNvSpPr>
          <p:nvPr>
            <p:ph type="sldNum" sz="quarter" idx="12"/>
          </p:nvPr>
        </p:nvSpPr>
        <p:spPr>
          <a:ln/>
        </p:spPr>
        <p:txBody>
          <a:bodyPr/>
          <a:lstStyle>
            <a:lvl1pPr>
              <a:defRPr/>
            </a:lvl1pPr>
          </a:lstStyle>
          <a:p>
            <a:fld id="{06549616-AF31-490F-A1A8-855520F2FD11}" type="slidenum">
              <a:rPr lang="zh-CN" altLang="en-US"/>
              <a:pPr/>
              <a:t>‹#›</a:t>
            </a:fld>
            <a:endParaRPr lang="zh-CN" altLang="en-US"/>
          </a:p>
        </p:txBody>
      </p:sp>
    </p:spTree>
    <p:extLst>
      <p:ext uri="{BB962C8B-B14F-4D97-AF65-F5344CB8AC3E}">
        <p14:creationId xmlns:p14="http://schemas.microsoft.com/office/powerpoint/2010/main" val="197035880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Date Placeholder 819203">
            <a:extLst>
              <a:ext uri="{FF2B5EF4-FFF2-40B4-BE49-F238E27FC236}">
                <a16:creationId xmlns:a16="http://schemas.microsoft.com/office/drawing/2014/main" id="{9FF32C94-9C24-EB0B-F0F6-1775C534C9B4}"/>
              </a:ext>
            </a:extLst>
          </p:cNvPr>
          <p:cNvSpPr>
            <a:spLocks noGrp="1"/>
          </p:cNvSpPr>
          <p:nvPr>
            <p:ph type="dt" sz="half" idx="10"/>
          </p:nvPr>
        </p:nvSpPr>
        <p:spPr>
          <a:ln/>
        </p:spPr>
        <p:txBody>
          <a:bodyPr/>
          <a:lstStyle>
            <a:lvl1pPr>
              <a:defRPr/>
            </a:lvl1pPr>
          </a:lstStyle>
          <a:p>
            <a:endParaRPr lang="zh-CN" altLang="en-US"/>
          </a:p>
        </p:txBody>
      </p:sp>
      <p:sp>
        <p:nvSpPr>
          <p:cNvPr id="4" name="Footer Placeholder 819204">
            <a:extLst>
              <a:ext uri="{FF2B5EF4-FFF2-40B4-BE49-F238E27FC236}">
                <a16:creationId xmlns:a16="http://schemas.microsoft.com/office/drawing/2014/main" id="{4FFF7D25-9372-B521-1B3F-4C792AAC4AFF}"/>
              </a:ext>
            </a:extLst>
          </p:cNvPr>
          <p:cNvSpPr>
            <a:spLocks noGrp="1"/>
          </p:cNvSpPr>
          <p:nvPr>
            <p:ph type="ftr" sz="quarter" idx="11"/>
          </p:nvPr>
        </p:nvSpPr>
        <p:spPr>
          <a:ln/>
        </p:spPr>
        <p:txBody>
          <a:bodyPr/>
          <a:lstStyle>
            <a:lvl1pPr>
              <a:defRPr/>
            </a:lvl1pPr>
          </a:lstStyle>
          <a:p>
            <a:endParaRPr lang="zh-CN" altLang="en-US"/>
          </a:p>
        </p:txBody>
      </p:sp>
      <p:sp>
        <p:nvSpPr>
          <p:cNvPr id="5" name="Slide Number Placeholder 819205">
            <a:extLst>
              <a:ext uri="{FF2B5EF4-FFF2-40B4-BE49-F238E27FC236}">
                <a16:creationId xmlns:a16="http://schemas.microsoft.com/office/drawing/2014/main" id="{DA85480F-112E-60EB-6D08-E2278A31D6C8}"/>
              </a:ext>
            </a:extLst>
          </p:cNvPr>
          <p:cNvSpPr>
            <a:spLocks noGrp="1"/>
          </p:cNvSpPr>
          <p:nvPr>
            <p:ph type="sldNum" sz="quarter" idx="12"/>
          </p:nvPr>
        </p:nvSpPr>
        <p:spPr>
          <a:ln/>
        </p:spPr>
        <p:txBody>
          <a:bodyPr/>
          <a:lstStyle>
            <a:lvl1pPr>
              <a:defRPr/>
            </a:lvl1pPr>
          </a:lstStyle>
          <a:p>
            <a:fld id="{EFAE1CE9-59C0-4D57-8CFE-F6E21F8E32C5}" type="slidenum">
              <a:rPr lang="zh-CN" altLang="en-US"/>
              <a:pPr/>
              <a:t>‹#›</a:t>
            </a:fld>
            <a:endParaRPr lang="zh-CN" altLang="en-US"/>
          </a:p>
        </p:txBody>
      </p:sp>
    </p:spTree>
    <p:extLst>
      <p:ext uri="{BB962C8B-B14F-4D97-AF65-F5344CB8AC3E}">
        <p14:creationId xmlns:p14="http://schemas.microsoft.com/office/powerpoint/2010/main" val="312882667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819203">
            <a:extLst>
              <a:ext uri="{FF2B5EF4-FFF2-40B4-BE49-F238E27FC236}">
                <a16:creationId xmlns:a16="http://schemas.microsoft.com/office/drawing/2014/main" id="{DB614A2F-36DB-10FE-E067-88FCB91F3F51}"/>
              </a:ext>
            </a:extLst>
          </p:cNvPr>
          <p:cNvSpPr>
            <a:spLocks noGrp="1"/>
          </p:cNvSpPr>
          <p:nvPr>
            <p:ph type="dt" sz="half" idx="10"/>
          </p:nvPr>
        </p:nvSpPr>
        <p:spPr>
          <a:ln/>
        </p:spPr>
        <p:txBody>
          <a:bodyPr/>
          <a:lstStyle>
            <a:lvl1pPr>
              <a:defRPr/>
            </a:lvl1pPr>
          </a:lstStyle>
          <a:p>
            <a:endParaRPr lang="zh-CN" altLang="en-US"/>
          </a:p>
        </p:txBody>
      </p:sp>
      <p:sp>
        <p:nvSpPr>
          <p:cNvPr id="3" name="Footer Placeholder 819204">
            <a:extLst>
              <a:ext uri="{FF2B5EF4-FFF2-40B4-BE49-F238E27FC236}">
                <a16:creationId xmlns:a16="http://schemas.microsoft.com/office/drawing/2014/main" id="{0B1FF2EB-937C-2D90-7CC2-8E14DD482985}"/>
              </a:ext>
            </a:extLst>
          </p:cNvPr>
          <p:cNvSpPr>
            <a:spLocks noGrp="1"/>
          </p:cNvSpPr>
          <p:nvPr>
            <p:ph type="ftr" sz="quarter" idx="11"/>
          </p:nvPr>
        </p:nvSpPr>
        <p:spPr>
          <a:ln/>
        </p:spPr>
        <p:txBody>
          <a:bodyPr/>
          <a:lstStyle>
            <a:lvl1pPr>
              <a:defRPr/>
            </a:lvl1pPr>
          </a:lstStyle>
          <a:p>
            <a:endParaRPr lang="zh-CN" altLang="en-US"/>
          </a:p>
        </p:txBody>
      </p:sp>
      <p:sp>
        <p:nvSpPr>
          <p:cNvPr id="4" name="Slide Number Placeholder 819205">
            <a:extLst>
              <a:ext uri="{FF2B5EF4-FFF2-40B4-BE49-F238E27FC236}">
                <a16:creationId xmlns:a16="http://schemas.microsoft.com/office/drawing/2014/main" id="{A419C16A-CB86-3761-69CB-D33BD0240FA9}"/>
              </a:ext>
            </a:extLst>
          </p:cNvPr>
          <p:cNvSpPr>
            <a:spLocks noGrp="1"/>
          </p:cNvSpPr>
          <p:nvPr>
            <p:ph type="sldNum" sz="quarter" idx="12"/>
          </p:nvPr>
        </p:nvSpPr>
        <p:spPr>
          <a:ln/>
        </p:spPr>
        <p:txBody>
          <a:bodyPr/>
          <a:lstStyle>
            <a:lvl1pPr>
              <a:defRPr/>
            </a:lvl1pPr>
          </a:lstStyle>
          <a:p>
            <a:fld id="{074F5826-7F41-4546-B3ED-EB3EB47F60F7}" type="slidenum">
              <a:rPr lang="zh-CN" altLang="en-US"/>
              <a:pPr/>
              <a:t>‹#›</a:t>
            </a:fld>
            <a:endParaRPr lang="zh-CN" altLang="en-US"/>
          </a:p>
        </p:txBody>
      </p:sp>
    </p:spTree>
    <p:extLst>
      <p:ext uri="{BB962C8B-B14F-4D97-AF65-F5344CB8AC3E}">
        <p14:creationId xmlns:p14="http://schemas.microsoft.com/office/powerpoint/2010/main" val="249759138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Date Placeholder 819203">
            <a:extLst>
              <a:ext uri="{FF2B5EF4-FFF2-40B4-BE49-F238E27FC236}">
                <a16:creationId xmlns:a16="http://schemas.microsoft.com/office/drawing/2014/main" id="{FF8692DF-C545-A744-899C-F06C01C5AB6B}"/>
              </a:ext>
            </a:extLst>
          </p:cNvPr>
          <p:cNvSpPr>
            <a:spLocks noGrp="1"/>
          </p:cNvSpPr>
          <p:nvPr>
            <p:ph type="dt" sz="half" idx="10"/>
          </p:nvPr>
        </p:nvSpPr>
        <p:spPr>
          <a:ln/>
        </p:spPr>
        <p:txBody>
          <a:bodyPr/>
          <a:lstStyle>
            <a:lvl1pPr>
              <a:defRPr/>
            </a:lvl1pPr>
          </a:lstStyle>
          <a:p>
            <a:endParaRPr lang="zh-CN" altLang="en-US"/>
          </a:p>
        </p:txBody>
      </p:sp>
      <p:sp>
        <p:nvSpPr>
          <p:cNvPr id="6" name="Footer Placeholder 819204">
            <a:extLst>
              <a:ext uri="{FF2B5EF4-FFF2-40B4-BE49-F238E27FC236}">
                <a16:creationId xmlns:a16="http://schemas.microsoft.com/office/drawing/2014/main" id="{E69CB5EA-9C7B-FCB6-7E61-9B7B2ED86B25}"/>
              </a:ext>
            </a:extLst>
          </p:cNvPr>
          <p:cNvSpPr>
            <a:spLocks noGrp="1"/>
          </p:cNvSpPr>
          <p:nvPr>
            <p:ph type="ftr" sz="quarter" idx="11"/>
          </p:nvPr>
        </p:nvSpPr>
        <p:spPr>
          <a:ln/>
        </p:spPr>
        <p:txBody>
          <a:bodyPr/>
          <a:lstStyle>
            <a:lvl1pPr>
              <a:defRPr/>
            </a:lvl1pPr>
          </a:lstStyle>
          <a:p>
            <a:endParaRPr lang="zh-CN" altLang="en-US"/>
          </a:p>
        </p:txBody>
      </p:sp>
      <p:sp>
        <p:nvSpPr>
          <p:cNvPr id="7" name="Slide Number Placeholder 819205">
            <a:extLst>
              <a:ext uri="{FF2B5EF4-FFF2-40B4-BE49-F238E27FC236}">
                <a16:creationId xmlns:a16="http://schemas.microsoft.com/office/drawing/2014/main" id="{1B30CD2E-837D-771C-09EA-15AD1F2C32F9}"/>
              </a:ext>
            </a:extLst>
          </p:cNvPr>
          <p:cNvSpPr>
            <a:spLocks noGrp="1"/>
          </p:cNvSpPr>
          <p:nvPr>
            <p:ph type="sldNum" sz="quarter" idx="12"/>
          </p:nvPr>
        </p:nvSpPr>
        <p:spPr>
          <a:ln/>
        </p:spPr>
        <p:txBody>
          <a:bodyPr/>
          <a:lstStyle>
            <a:lvl1pPr>
              <a:defRPr/>
            </a:lvl1pPr>
          </a:lstStyle>
          <a:p>
            <a:fld id="{5F405C30-06EF-4F6C-8DB2-057E23AF333A}" type="slidenum">
              <a:rPr lang="zh-CN" altLang="en-US"/>
              <a:pPr/>
              <a:t>‹#›</a:t>
            </a:fld>
            <a:endParaRPr lang="zh-CN" altLang="en-US"/>
          </a:p>
        </p:txBody>
      </p:sp>
    </p:spTree>
    <p:extLst>
      <p:ext uri="{BB962C8B-B14F-4D97-AF65-F5344CB8AC3E}">
        <p14:creationId xmlns:p14="http://schemas.microsoft.com/office/powerpoint/2010/main" val="301589950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noProof="1"/>
              <a:t>单击此处编辑母版标题样式</a:t>
            </a:r>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noProof="1"/>
              <a:t>单击此处编辑母版文本样式</a:t>
            </a:r>
          </a:p>
        </p:txBody>
      </p:sp>
      <p:sp>
        <p:nvSpPr>
          <p:cNvPr id="5" name="Date Placeholder 819203">
            <a:extLst>
              <a:ext uri="{FF2B5EF4-FFF2-40B4-BE49-F238E27FC236}">
                <a16:creationId xmlns:a16="http://schemas.microsoft.com/office/drawing/2014/main" id="{839720A1-B83F-1A66-17F0-4A0E5E18ACC3}"/>
              </a:ext>
            </a:extLst>
          </p:cNvPr>
          <p:cNvSpPr>
            <a:spLocks noGrp="1"/>
          </p:cNvSpPr>
          <p:nvPr>
            <p:ph type="dt" sz="half" idx="10"/>
          </p:nvPr>
        </p:nvSpPr>
        <p:spPr>
          <a:ln/>
        </p:spPr>
        <p:txBody>
          <a:bodyPr/>
          <a:lstStyle>
            <a:lvl1pPr>
              <a:defRPr/>
            </a:lvl1pPr>
          </a:lstStyle>
          <a:p>
            <a:endParaRPr lang="zh-CN" altLang="en-US"/>
          </a:p>
        </p:txBody>
      </p:sp>
      <p:sp>
        <p:nvSpPr>
          <p:cNvPr id="6" name="Footer Placeholder 819204">
            <a:extLst>
              <a:ext uri="{FF2B5EF4-FFF2-40B4-BE49-F238E27FC236}">
                <a16:creationId xmlns:a16="http://schemas.microsoft.com/office/drawing/2014/main" id="{6C375C92-28AE-6CB6-26F2-EA6CA172DABF}"/>
              </a:ext>
            </a:extLst>
          </p:cNvPr>
          <p:cNvSpPr>
            <a:spLocks noGrp="1"/>
          </p:cNvSpPr>
          <p:nvPr>
            <p:ph type="ftr" sz="quarter" idx="11"/>
          </p:nvPr>
        </p:nvSpPr>
        <p:spPr>
          <a:ln/>
        </p:spPr>
        <p:txBody>
          <a:bodyPr/>
          <a:lstStyle>
            <a:lvl1pPr>
              <a:defRPr/>
            </a:lvl1pPr>
          </a:lstStyle>
          <a:p>
            <a:endParaRPr lang="zh-CN" altLang="en-US"/>
          </a:p>
        </p:txBody>
      </p:sp>
      <p:sp>
        <p:nvSpPr>
          <p:cNvPr id="7" name="Slide Number Placeholder 819205">
            <a:extLst>
              <a:ext uri="{FF2B5EF4-FFF2-40B4-BE49-F238E27FC236}">
                <a16:creationId xmlns:a16="http://schemas.microsoft.com/office/drawing/2014/main" id="{062485D4-DE2B-C6E9-6641-F6274962B494}"/>
              </a:ext>
            </a:extLst>
          </p:cNvPr>
          <p:cNvSpPr>
            <a:spLocks noGrp="1"/>
          </p:cNvSpPr>
          <p:nvPr>
            <p:ph type="sldNum" sz="quarter" idx="12"/>
          </p:nvPr>
        </p:nvSpPr>
        <p:spPr>
          <a:ln/>
        </p:spPr>
        <p:txBody>
          <a:bodyPr/>
          <a:lstStyle>
            <a:lvl1pPr>
              <a:defRPr/>
            </a:lvl1pPr>
          </a:lstStyle>
          <a:p>
            <a:fld id="{B2593981-961C-4F8C-A4FF-4C8C9455F9D5}" type="slidenum">
              <a:rPr lang="zh-CN" altLang="en-US"/>
              <a:pPr/>
              <a:t>‹#›</a:t>
            </a:fld>
            <a:endParaRPr lang="zh-CN" altLang="en-US"/>
          </a:p>
        </p:txBody>
      </p:sp>
    </p:spTree>
    <p:extLst>
      <p:ext uri="{BB962C8B-B14F-4D97-AF65-F5344CB8AC3E}">
        <p14:creationId xmlns:p14="http://schemas.microsoft.com/office/powerpoint/2010/main" val="3647433263"/>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819203">
            <a:extLst>
              <a:ext uri="{FF2B5EF4-FFF2-40B4-BE49-F238E27FC236}">
                <a16:creationId xmlns:a16="http://schemas.microsoft.com/office/drawing/2014/main" id="{A26ADE43-BEA6-D419-5510-7CCD35FF82E4}"/>
              </a:ext>
            </a:extLst>
          </p:cNvPr>
          <p:cNvSpPr>
            <a:spLocks noGrp="1"/>
          </p:cNvSpPr>
          <p:nvPr>
            <p:ph type="dt" sz="half" idx="10"/>
          </p:nvPr>
        </p:nvSpPr>
        <p:spPr>
          <a:ln/>
        </p:spPr>
        <p:txBody>
          <a:bodyPr/>
          <a:lstStyle>
            <a:lvl1pPr>
              <a:defRPr/>
            </a:lvl1pPr>
          </a:lstStyle>
          <a:p>
            <a:endParaRPr lang="zh-CN" altLang="en-US"/>
          </a:p>
        </p:txBody>
      </p:sp>
      <p:sp>
        <p:nvSpPr>
          <p:cNvPr id="5" name="Footer Placeholder 819204">
            <a:extLst>
              <a:ext uri="{FF2B5EF4-FFF2-40B4-BE49-F238E27FC236}">
                <a16:creationId xmlns:a16="http://schemas.microsoft.com/office/drawing/2014/main" id="{F8189F5E-B16F-EBE2-BD8B-8B2BF779D1BA}"/>
              </a:ext>
            </a:extLst>
          </p:cNvPr>
          <p:cNvSpPr>
            <a:spLocks noGrp="1"/>
          </p:cNvSpPr>
          <p:nvPr>
            <p:ph type="ftr" sz="quarter" idx="11"/>
          </p:nvPr>
        </p:nvSpPr>
        <p:spPr>
          <a:ln/>
        </p:spPr>
        <p:txBody>
          <a:bodyPr/>
          <a:lstStyle>
            <a:lvl1pPr>
              <a:defRPr/>
            </a:lvl1pPr>
          </a:lstStyle>
          <a:p>
            <a:endParaRPr lang="zh-CN" altLang="en-US"/>
          </a:p>
        </p:txBody>
      </p:sp>
      <p:sp>
        <p:nvSpPr>
          <p:cNvPr id="6" name="Slide Number Placeholder 819205">
            <a:extLst>
              <a:ext uri="{FF2B5EF4-FFF2-40B4-BE49-F238E27FC236}">
                <a16:creationId xmlns:a16="http://schemas.microsoft.com/office/drawing/2014/main" id="{9BBA7C97-6F85-8C0C-9DC4-1B6F283580C3}"/>
              </a:ext>
            </a:extLst>
          </p:cNvPr>
          <p:cNvSpPr>
            <a:spLocks noGrp="1"/>
          </p:cNvSpPr>
          <p:nvPr>
            <p:ph type="sldNum" sz="quarter" idx="12"/>
          </p:nvPr>
        </p:nvSpPr>
        <p:spPr>
          <a:ln/>
        </p:spPr>
        <p:txBody>
          <a:bodyPr/>
          <a:lstStyle>
            <a:lvl1pPr>
              <a:defRPr/>
            </a:lvl1pPr>
          </a:lstStyle>
          <a:p>
            <a:fld id="{E8FF796B-4FAC-4D88-81F7-F9ECC8F2F4DB}" type="slidenum">
              <a:rPr lang="zh-CN" altLang="en-US"/>
              <a:pPr/>
              <a:t>‹#›</a:t>
            </a:fld>
            <a:endParaRPr lang="zh-CN" altLang="en-US"/>
          </a:p>
        </p:txBody>
      </p:sp>
    </p:spTree>
    <p:extLst>
      <p:ext uri="{BB962C8B-B14F-4D97-AF65-F5344CB8AC3E}">
        <p14:creationId xmlns:p14="http://schemas.microsoft.com/office/powerpoint/2010/main" val="52762043"/>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274638"/>
            <a:ext cx="6052931" cy="5851525"/>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819203">
            <a:extLst>
              <a:ext uri="{FF2B5EF4-FFF2-40B4-BE49-F238E27FC236}">
                <a16:creationId xmlns:a16="http://schemas.microsoft.com/office/drawing/2014/main" id="{DECB319E-278C-2266-9224-8BBC9A274E93}"/>
              </a:ext>
            </a:extLst>
          </p:cNvPr>
          <p:cNvSpPr>
            <a:spLocks noGrp="1"/>
          </p:cNvSpPr>
          <p:nvPr>
            <p:ph type="dt" sz="half" idx="10"/>
          </p:nvPr>
        </p:nvSpPr>
        <p:spPr>
          <a:ln/>
        </p:spPr>
        <p:txBody>
          <a:bodyPr/>
          <a:lstStyle>
            <a:lvl1pPr>
              <a:defRPr/>
            </a:lvl1pPr>
          </a:lstStyle>
          <a:p>
            <a:endParaRPr lang="zh-CN" altLang="en-US"/>
          </a:p>
        </p:txBody>
      </p:sp>
      <p:sp>
        <p:nvSpPr>
          <p:cNvPr id="5" name="Footer Placeholder 819204">
            <a:extLst>
              <a:ext uri="{FF2B5EF4-FFF2-40B4-BE49-F238E27FC236}">
                <a16:creationId xmlns:a16="http://schemas.microsoft.com/office/drawing/2014/main" id="{B9EBD745-FAAD-B2E0-4C93-CB8199A56C3E}"/>
              </a:ext>
            </a:extLst>
          </p:cNvPr>
          <p:cNvSpPr>
            <a:spLocks noGrp="1"/>
          </p:cNvSpPr>
          <p:nvPr>
            <p:ph type="ftr" sz="quarter" idx="11"/>
          </p:nvPr>
        </p:nvSpPr>
        <p:spPr>
          <a:ln/>
        </p:spPr>
        <p:txBody>
          <a:bodyPr/>
          <a:lstStyle>
            <a:lvl1pPr>
              <a:defRPr/>
            </a:lvl1pPr>
          </a:lstStyle>
          <a:p>
            <a:endParaRPr lang="zh-CN" altLang="en-US"/>
          </a:p>
        </p:txBody>
      </p:sp>
      <p:sp>
        <p:nvSpPr>
          <p:cNvPr id="6" name="Slide Number Placeholder 819205">
            <a:extLst>
              <a:ext uri="{FF2B5EF4-FFF2-40B4-BE49-F238E27FC236}">
                <a16:creationId xmlns:a16="http://schemas.microsoft.com/office/drawing/2014/main" id="{B37933A1-4B22-BE0B-4D8D-13B3860EB2D0}"/>
              </a:ext>
            </a:extLst>
          </p:cNvPr>
          <p:cNvSpPr>
            <a:spLocks noGrp="1"/>
          </p:cNvSpPr>
          <p:nvPr>
            <p:ph type="sldNum" sz="quarter" idx="12"/>
          </p:nvPr>
        </p:nvSpPr>
        <p:spPr>
          <a:ln/>
        </p:spPr>
        <p:txBody>
          <a:bodyPr/>
          <a:lstStyle>
            <a:lvl1pPr>
              <a:defRPr/>
            </a:lvl1pPr>
          </a:lstStyle>
          <a:p>
            <a:fld id="{AF6D8C25-3E01-41F3-AFC8-0BBD76214C59}" type="slidenum">
              <a:rPr lang="zh-CN" altLang="en-US"/>
              <a:pPr/>
              <a:t>‹#›</a:t>
            </a:fld>
            <a:endParaRPr lang="zh-CN" altLang="en-US"/>
          </a:p>
        </p:txBody>
      </p:sp>
    </p:spTree>
    <p:extLst>
      <p:ext uri="{BB962C8B-B14F-4D97-AF65-F5344CB8AC3E}">
        <p14:creationId xmlns:p14="http://schemas.microsoft.com/office/powerpoint/2010/main" val="41210001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theme" Target="../theme/theme4.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4.xml"/><Relationship Id="rId3" Type="http://schemas.openxmlformats.org/officeDocument/2006/relationships/slideLayout" Target="../slideLayouts/slideLayout49.xml"/><Relationship Id="rId7" Type="http://schemas.openxmlformats.org/officeDocument/2006/relationships/slideLayout" Target="../slideLayouts/slideLayout53.xml"/><Relationship Id="rId12" Type="http://schemas.openxmlformats.org/officeDocument/2006/relationships/theme" Target="../theme/theme5.xml"/><Relationship Id="rId2" Type="http://schemas.openxmlformats.org/officeDocument/2006/relationships/slideLayout" Target="../slideLayouts/slideLayout48.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5" Type="http://schemas.openxmlformats.org/officeDocument/2006/relationships/slideLayout" Target="../slideLayouts/slideLayout51.xml"/><Relationship Id="rId10" Type="http://schemas.openxmlformats.org/officeDocument/2006/relationships/slideLayout" Target="../slideLayouts/slideLayout56.xml"/><Relationship Id="rId4" Type="http://schemas.openxmlformats.org/officeDocument/2006/relationships/slideLayout" Target="../slideLayouts/slideLayout50.xml"/><Relationship Id="rId9" Type="http://schemas.openxmlformats.org/officeDocument/2006/relationships/slideLayout" Target="../slideLayouts/slideLayout5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5.xml"/><Relationship Id="rId3" Type="http://schemas.openxmlformats.org/officeDocument/2006/relationships/slideLayout" Target="../slideLayouts/slideLayout60.xml"/><Relationship Id="rId7" Type="http://schemas.openxmlformats.org/officeDocument/2006/relationships/slideLayout" Target="../slideLayouts/slideLayout64.xml"/><Relationship Id="rId12" Type="http://schemas.openxmlformats.org/officeDocument/2006/relationships/theme" Target="../theme/theme6.xml"/><Relationship Id="rId2" Type="http://schemas.openxmlformats.org/officeDocument/2006/relationships/slideLayout" Target="../slideLayouts/slideLayout59.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5" Type="http://schemas.openxmlformats.org/officeDocument/2006/relationships/slideLayout" Target="../slideLayouts/slideLayout62.xml"/><Relationship Id="rId10" Type="http://schemas.openxmlformats.org/officeDocument/2006/relationships/slideLayout" Target="../slideLayouts/slideLayout67.xml"/><Relationship Id="rId4" Type="http://schemas.openxmlformats.org/officeDocument/2006/relationships/slideLayout" Target="../slideLayouts/slideLayout61.xml"/><Relationship Id="rId9" Type="http://schemas.openxmlformats.org/officeDocument/2006/relationships/slideLayout" Target="../slideLayouts/slideLayout6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rgbClr val="134781"/>
        </a:solidFill>
        <a:effectLst>
          <a:outerShdw dist="107763" dir="2700000" algn="ctr" rotWithShape="0">
            <a:srgbClr val="020000"/>
          </a:outerShdw>
        </a:effectLst>
      </p:bgPr>
    </p:bg>
    <p:spTree>
      <p:nvGrpSpPr>
        <p:cNvPr id="1" name=""/>
        <p:cNvGrpSpPr/>
        <p:nvPr/>
      </p:nvGrpSpPr>
      <p:grpSpPr>
        <a:xfrm>
          <a:off x="0" y="0"/>
          <a:ext cx="0" cy="0"/>
          <a:chOff x="0" y="0"/>
          <a:chExt cx="0" cy="0"/>
        </a:xfrm>
      </p:grpSpPr>
      <p:sp>
        <p:nvSpPr>
          <p:cNvPr id="1026" name="矩形 2091">
            <a:extLst>
              <a:ext uri="{FF2B5EF4-FFF2-40B4-BE49-F238E27FC236}">
                <a16:creationId xmlns:a16="http://schemas.microsoft.com/office/drawing/2014/main" id="{62C18B71-B884-0B9B-6569-A7688D5475D9}"/>
              </a:ext>
            </a:extLst>
          </p:cNvPr>
          <p:cNvSpPr>
            <a:spLocks noChangeArrowheads="1"/>
          </p:cNvSpPr>
          <p:nvPr/>
        </p:nvSpPr>
        <p:spPr bwMode="auto">
          <a:xfrm>
            <a:off x="0" y="0"/>
            <a:ext cx="9144000" cy="1066800"/>
          </a:xfrm>
          <a:prstGeom prst="rect">
            <a:avLst/>
          </a:prstGeom>
          <a:solidFill>
            <a:srgbClr val="89A5C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2060" name="Date Placeholder 2059">
            <a:extLst>
              <a:ext uri="{FF2B5EF4-FFF2-40B4-BE49-F238E27FC236}">
                <a16:creationId xmlns:a16="http://schemas.microsoft.com/office/drawing/2014/main" id="{083826A3-20C1-1BAC-148B-DE655792E0CC}"/>
              </a:ext>
            </a:extLst>
          </p:cNvPr>
          <p:cNvSpPr>
            <a:spLocks noGrp="1"/>
          </p:cNvSpPr>
          <p:nvPr>
            <p:ph type="dt" sz="half" idx="2"/>
          </p:nvPr>
        </p:nvSpPr>
        <p:spPr>
          <a:xfrm>
            <a:off x="1295400" y="6400800"/>
            <a:ext cx="1905000" cy="457200"/>
          </a:xfrm>
          <a:prstGeom prst="rect">
            <a:avLst/>
          </a:prstGeom>
          <a:noFill/>
          <a:ln w="9525">
            <a:noFill/>
          </a:ln>
        </p:spPr>
        <p:txBody>
          <a:bodyPr/>
          <a:lstStyle>
            <a:lvl1pPr>
              <a:spcBef>
                <a:spcPct val="50000"/>
              </a:spcBef>
              <a:defRPr sz="1400" i="0" noProof="1" dirty="0">
                <a:solidFill>
                  <a:srgbClr val="FFFFFF"/>
                </a:solidFill>
                <a:latin typeface="Arial" charset="0"/>
                <a:ea typeface="宋体" charset="-122"/>
              </a:defRPr>
            </a:lvl1pPr>
          </a:lstStyle>
          <a:p>
            <a:endParaRPr lang="zh-CN" altLang="en-AU"/>
          </a:p>
        </p:txBody>
      </p:sp>
      <p:sp>
        <p:nvSpPr>
          <p:cNvPr id="2061" name="Footer Placeholder 2060">
            <a:extLst>
              <a:ext uri="{FF2B5EF4-FFF2-40B4-BE49-F238E27FC236}">
                <a16:creationId xmlns:a16="http://schemas.microsoft.com/office/drawing/2014/main" id="{45214BCD-553F-C389-B269-4EA122D832FE}"/>
              </a:ext>
            </a:extLst>
          </p:cNvPr>
          <p:cNvSpPr>
            <a:spLocks noGrp="1"/>
          </p:cNvSpPr>
          <p:nvPr>
            <p:ph type="ftr" sz="quarter" idx="3"/>
          </p:nvPr>
        </p:nvSpPr>
        <p:spPr>
          <a:xfrm>
            <a:off x="3733800" y="6400800"/>
            <a:ext cx="2895600" cy="457200"/>
          </a:xfrm>
          <a:prstGeom prst="rect">
            <a:avLst/>
          </a:prstGeom>
          <a:noFill/>
          <a:ln w="9525">
            <a:noFill/>
          </a:ln>
        </p:spPr>
        <p:txBody>
          <a:bodyPr/>
          <a:lstStyle>
            <a:lvl1pPr algn="ctr">
              <a:spcBef>
                <a:spcPct val="50000"/>
              </a:spcBef>
              <a:defRPr sz="1400" i="0" noProof="1" dirty="0">
                <a:solidFill>
                  <a:srgbClr val="FFFFFF"/>
                </a:solidFill>
                <a:latin typeface="Arial" charset="0"/>
                <a:ea typeface="宋体" charset="-122"/>
              </a:defRPr>
            </a:lvl1pPr>
          </a:lstStyle>
          <a:p>
            <a:endParaRPr lang="zh-CN" altLang="en-AU"/>
          </a:p>
        </p:txBody>
      </p:sp>
      <p:sp>
        <p:nvSpPr>
          <p:cNvPr id="2062" name="Slide Number Placeholder 2061">
            <a:extLst>
              <a:ext uri="{FF2B5EF4-FFF2-40B4-BE49-F238E27FC236}">
                <a16:creationId xmlns:a16="http://schemas.microsoft.com/office/drawing/2014/main" id="{7F5BB271-6B15-FBD7-BCD4-7E669769E674}"/>
              </a:ext>
            </a:extLst>
          </p:cNvPr>
          <p:cNvSpPr>
            <a:spLocks noGrp="1"/>
          </p:cNvSpPr>
          <p:nvPr>
            <p:ph type="sldNum" sz="quarter" idx="4"/>
          </p:nvPr>
        </p:nvSpPr>
        <p:spPr>
          <a:xfrm>
            <a:off x="6811963" y="6400800"/>
            <a:ext cx="2332037" cy="457200"/>
          </a:xfrm>
          <a:prstGeom prst="rect">
            <a:avLst/>
          </a:prstGeom>
          <a:noFill/>
          <a:ln w="9525">
            <a:noFill/>
          </a:ln>
        </p:spPr>
        <p:txBody>
          <a:bodyPr vert="horz" wrap="square" lIns="91440" tIns="45720" rIns="91440" bIns="45720" numCol="1" anchor="t" anchorCtr="0" compatLnSpc="1">
            <a:prstTxWarp prst="textNoShape">
              <a:avLst/>
            </a:prstTxWarp>
          </a:bodyPr>
          <a:lstStyle>
            <a:lvl1pPr algn="r" eaLnBrk="0" hangingPunct="0">
              <a:spcBef>
                <a:spcPct val="50000"/>
              </a:spcBef>
              <a:defRPr sz="1400" i="0">
                <a:latin typeface="Arial" panose="020B0604020202020204" pitchFamily="34" charset="0"/>
              </a:defRPr>
            </a:lvl1pPr>
          </a:lstStyle>
          <a:p>
            <a:r>
              <a:rPr lang="en-AU" altLang="zh-CN"/>
              <a:t> </a:t>
            </a:r>
            <a:fld id="{D3240977-40ED-41B7-8479-DE69C533175A}" type="slidenum">
              <a:rPr lang="en-AU" altLang="zh-CN"/>
              <a:pPr/>
              <a:t>‹#›</a:t>
            </a:fld>
            <a:endParaRPr lang="en-AU" altLang="zh-CN"/>
          </a:p>
        </p:txBody>
      </p:sp>
      <p:sp>
        <p:nvSpPr>
          <p:cNvPr id="1030" name="Text Placeholder 2058">
            <a:extLst>
              <a:ext uri="{FF2B5EF4-FFF2-40B4-BE49-F238E27FC236}">
                <a16:creationId xmlns:a16="http://schemas.microsoft.com/office/drawing/2014/main" id="{D6EB8C3B-0737-865B-B93F-56DA5807C3F3}"/>
              </a:ext>
            </a:extLst>
          </p:cNvPr>
          <p:cNvSpPr>
            <a:spLocks noGrp="1" noChangeArrowheads="1"/>
          </p:cNvSpPr>
          <p:nvPr>
            <p:ph type="body" idx="4294967295"/>
          </p:nvPr>
        </p:nvSpPr>
        <p:spPr bwMode="auto">
          <a:xfrm>
            <a:off x="838200" y="1219200"/>
            <a:ext cx="7467600" cy="457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endParaRPr lang="en-AU" altLang="zh-CN"/>
          </a:p>
          <a:p>
            <a:pPr lvl="1"/>
            <a:r>
              <a:rPr lang="zh-CN" altLang="en-US"/>
              <a:t>第二级</a:t>
            </a:r>
            <a:endParaRPr lang="en-AU" altLang="zh-CN"/>
          </a:p>
          <a:p>
            <a:pPr lvl="2"/>
            <a:r>
              <a:rPr lang="zh-CN" altLang="en-US"/>
              <a:t>第三级</a:t>
            </a:r>
            <a:endParaRPr lang="en-AU" altLang="zh-CN"/>
          </a:p>
          <a:p>
            <a:pPr lvl="3"/>
            <a:r>
              <a:rPr lang="zh-CN" altLang="en-US"/>
              <a:t>第四级</a:t>
            </a:r>
            <a:endParaRPr lang="en-AU" altLang="zh-CN"/>
          </a:p>
          <a:p>
            <a:pPr lvl="4"/>
            <a:r>
              <a:rPr lang="zh-CN" altLang="en-US"/>
              <a:t>第五级</a:t>
            </a:r>
            <a:endParaRPr lang="en-AU" altLang="zh-CN"/>
          </a:p>
        </p:txBody>
      </p:sp>
      <p:sp>
        <p:nvSpPr>
          <p:cNvPr id="1031" name="Title 2057">
            <a:extLst>
              <a:ext uri="{FF2B5EF4-FFF2-40B4-BE49-F238E27FC236}">
                <a16:creationId xmlns:a16="http://schemas.microsoft.com/office/drawing/2014/main" id="{02C34169-1DCD-E118-4B9C-899D31145384}"/>
              </a:ext>
            </a:extLst>
          </p:cNvPr>
          <p:cNvSpPr>
            <a:spLocks noGrp="1" noChangeArrowheads="1"/>
          </p:cNvSpPr>
          <p:nvPr>
            <p:ph type="title" idx="4294967295"/>
          </p:nvPr>
        </p:nvSpPr>
        <p:spPr bwMode="auto">
          <a:xfrm>
            <a:off x="912813" y="0"/>
            <a:ext cx="8231187" cy="989013"/>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000" tIns="46800" rIns="90000" bIns="46800" numCol="1" anchor="ctr" anchorCtr="0" compatLnSpc="1">
            <a:prstTxWarp prst="textNoShape">
              <a:avLst/>
            </a:prstTxWarp>
          </a:bodyPr>
          <a:lstStyle/>
          <a:p>
            <a:pPr lvl="0"/>
            <a:r>
              <a:rPr lang="zh-CN" altLang="en-US"/>
              <a:t>单击此处编辑母版标题样式</a:t>
            </a:r>
            <a:endParaRPr lang="en-AU" altLang="zh-CN"/>
          </a:p>
        </p:txBody>
      </p:sp>
      <p:grpSp>
        <p:nvGrpSpPr>
          <p:cNvPr id="1032" name="组合 2119">
            <a:extLst>
              <a:ext uri="{FF2B5EF4-FFF2-40B4-BE49-F238E27FC236}">
                <a16:creationId xmlns:a16="http://schemas.microsoft.com/office/drawing/2014/main" id="{78D62B98-0E96-B269-17FA-6225719CA542}"/>
              </a:ext>
            </a:extLst>
          </p:cNvPr>
          <p:cNvGrpSpPr>
            <a:grpSpLocks/>
          </p:cNvGrpSpPr>
          <p:nvPr/>
        </p:nvGrpSpPr>
        <p:grpSpPr bwMode="auto">
          <a:xfrm>
            <a:off x="304800" y="400050"/>
            <a:ext cx="457200" cy="288925"/>
            <a:chOff x="96" y="152"/>
            <a:chExt cx="491" cy="311"/>
          </a:xfrm>
        </p:grpSpPr>
        <p:sp>
          <p:nvSpPr>
            <p:cNvPr id="1033" name="椭圆 2120">
              <a:extLst>
                <a:ext uri="{FF2B5EF4-FFF2-40B4-BE49-F238E27FC236}">
                  <a16:creationId xmlns:a16="http://schemas.microsoft.com/office/drawing/2014/main" id="{12898458-F747-359E-34E8-C1BB9FF663B4}"/>
                </a:ext>
              </a:extLst>
            </p:cNvPr>
            <p:cNvSpPr>
              <a:spLocks noChangeArrowheads="1"/>
            </p:cNvSpPr>
            <p:nvPr/>
          </p:nvSpPr>
          <p:spPr bwMode="auto">
            <a:xfrm>
              <a:off x="96" y="152"/>
              <a:ext cx="95" cy="95"/>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1034" name="椭圆 2121">
              <a:extLst>
                <a:ext uri="{FF2B5EF4-FFF2-40B4-BE49-F238E27FC236}">
                  <a16:creationId xmlns:a16="http://schemas.microsoft.com/office/drawing/2014/main" id="{86E557CC-855B-6E6D-92CF-54EE7F9ADFE0}"/>
                </a:ext>
              </a:extLst>
            </p:cNvPr>
            <p:cNvSpPr>
              <a:spLocks noChangeArrowheads="1"/>
            </p:cNvSpPr>
            <p:nvPr/>
          </p:nvSpPr>
          <p:spPr bwMode="auto">
            <a:xfrm>
              <a:off x="204" y="257"/>
              <a:ext cx="95" cy="96"/>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1035" name="椭圆 2122">
              <a:extLst>
                <a:ext uri="{FF2B5EF4-FFF2-40B4-BE49-F238E27FC236}">
                  <a16:creationId xmlns:a16="http://schemas.microsoft.com/office/drawing/2014/main" id="{E9D6D40B-1D66-3B5F-F2E9-35A34C1902BA}"/>
                </a:ext>
              </a:extLst>
            </p:cNvPr>
            <p:cNvSpPr>
              <a:spLocks noChangeArrowheads="1"/>
            </p:cNvSpPr>
            <p:nvPr/>
          </p:nvSpPr>
          <p:spPr bwMode="auto">
            <a:xfrm>
              <a:off x="96" y="368"/>
              <a:ext cx="95" cy="95"/>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1036" name="椭圆 2123">
              <a:extLst>
                <a:ext uri="{FF2B5EF4-FFF2-40B4-BE49-F238E27FC236}">
                  <a16:creationId xmlns:a16="http://schemas.microsoft.com/office/drawing/2014/main" id="{552A9C8C-BF6E-8DC4-6557-F18E5ED21EF5}"/>
                </a:ext>
              </a:extLst>
            </p:cNvPr>
            <p:cNvSpPr>
              <a:spLocks noChangeArrowheads="1"/>
            </p:cNvSpPr>
            <p:nvPr/>
          </p:nvSpPr>
          <p:spPr bwMode="auto">
            <a:xfrm>
              <a:off x="384" y="152"/>
              <a:ext cx="95" cy="95"/>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1037" name="椭圆 2124">
              <a:extLst>
                <a:ext uri="{FF2B5EF4-FFF2-40B4-BE49-F238E27FC236}">
                  <a16:creationId xmlns:a16="http://schemas.microsoft.com/office/drawing/2014/main" id="{FC38CAE3-6F78-4A55-F634-CFB974D3B057}"/>
                </a:ext>
              </a:extLst>
            </p:cNvPr>
            <p:cNvSpPr>
              <a:spLocks noChangeArrowheads="1"/>
            </p:cNvSpPr>
            <p:nvPr/>
          </p:nvSpPr>
          <p:spPr bwMode="auto">
            <a:xfrm>
              <a:off x="492" y="257"/>
              <a:ext cx="95" cy="96"/>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sp>
          <p:nvSpPr>
            <p:cNvPr id="1038" name="椭圆 2125">
              <a:extLst>
                <a:ext uri="{FF2B5EF4-FFF2-40B4-BE49-F238E27FC236}">
                  <a16:creationId xmlns:a16="http://schemas.microsoft.com/office/drawing/2014/main" id="{9EDE3FB1-8C52-68E8-3880-8546B60BC9A6}"/>
                </a:ext>
              </a:extLst>
            </p:cNvPr>
            <p:cNvSpPr>
              <a:spLocks noChangeArrowheads="1"/>
            </p:cNvSpPr>
            <p:nvPr/>
          </p:nvSpPr>
          <p:spPr bwMode="auto">
            <a:xfrm>
              <a:off x="384" y="368"/>
              <a:ext cx="95" cy="95"/>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a:p>
          </p:txBody>
        </p:sp>
      </p:grpSp>
      <p:sp>
        <p:nvSpPr>
          <p:cNvPr id="1039" name="直角三角形 2127">
            <a:extLst>
              <a:ext uri="{FF2B5EF4-FFF2-40B4-BE49-F238E27FC236}">
                <a16:creationId xmlns:a16="http://schemas.microsoft.com/office/drawing/2014/main" id="{63132594-3137-4C83-4235-DEB0A4307F5D}"/>
              </a:ext>
            </a:extLst>
          </p:cNvPr>
          <p:cNvSpPr>
            <a:spLocks noChangeArrowheads="1"/>
          </p:cNvSpPr>
          <p:nvPr userDrawn="1"/>
        </p:nvSpPr>
        <p:spPr bwMode="auto">
          <a:xfrm>
            <a:off x="301625" y="5105400"/>
            <a:ext cx="509588" cy="1555750"/>
          </a:xfrm>
          <a:prstGeom prst="rtTriangle">
            <a:avLst/>
          </a:prstGeom>
          <a:gradFill rotWithShape="0">
            <a:gsLst>
              <a:gs pos="0">
                <a:srgbClr val="6FA2ED"/>
              </a:gs>
              <a:gs pos="100000">
                <a:schemeClr val="bg1"/>
              </a:gs>
            </a:gsLst>
            <a:lin ang="2700000" scaled="1"/>
          </a:gradFill>
          <a:ln>
            <a:noFill/>
          </a:ln>
          <a:effectLst>
            <a:outerShdw dist="53882" dir="2700000" algn="ctr" rotWithShape="0">
              <a:srgbClr val="B2B2B2"/>
            </a:outerShdw>
          </a:effectLst>
          <a:extLst>
            <a:ext uri="{91240B29-F687-4F45-9708-019B960494DF}">
              <a14:hiddenLine xmlns:a14="http://schemas.microsoft.com/office/drawing/2010/main" w="12700">
                <a:solidFill>
                  <a:srgbClr val="000000"/>
                </a:solidFill>
                <a:miter lim="800000"/>
                <a:headEnd/>
                <a:tailEnd/>
              </a14:hiddenLine>
            </a:ext>
          </a:extLst>
        </p:spPr>
        <p:txBody>
          <a:bodyPr/>
          <a:lstStyle/>
          <a:p>
            <a:pPr algn="ctr" eaLnBrk="0" hangingPunct="0"/>
            <a:endParaRPr lang="zh-CN" altLang="en-US"/>
          </a:p>
        </p:txBody>
      </p:sp>
      <p:sp>
        <p:nvSpPr>
          <p:cNvPr id="1040" name="直接连接符 2128">
            <a:extLst>
              <a:ext uri="{FF2B5EF4-FFF2-40B4-BE49-F238E27FC236}">
                <a16:creationId xmlns:a16="http://schemas.microsoft.com/office/drawing/2014/main" id="{B4943587-B280-891F-6E3F-B51DB5AA793B}"/>
              </a:ext>
            </a:extLst>
          </p:cNvPr>
          <p:cNvSpPr>
            <a:spLocks noChangeShapeType="1"/>
          </p:cNvSpPr>
          <p:nvPr userDrawn="1"/>
        </p:nvSpPr>
        <p:spPr bwMode="auto">
          <a:xfrm>
            <a:off x="180975" y="5486400"/>
            <a:ext cx="0" cy="1087438"/>
          </a:xfrm>
          <a:prstGeom prst="line">
            <a:avLst/>
          </a:prstGeom>
          <a:noFill/>
          <a:ln w="28575">
            <a:solidFill>
              <a:srgbClr val="CCFF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41" name="直接连接符 2129">
            <a:extLst>
              <a:ext uri="{FF2B5EF4-FFF2-40B4-BE49-F238E27FC236}">
                <a16:creationId xmlns:a16="http://schemas.microsoft.com/office/drawing/2014/main" id="{283CD901-77C2-F00F-4F8D-0AF7B392BD22}"/>
              </a:ext>
            </a:extLst>
          </p:cNvPr>
          <p:cNvSpPr>
            <a:spLocks noChangeShapeType="1"/>
          </p:cNvSpPr>
          <p:nvPr userDrawn="1"/>
        </p:nvSpPr>
        <p:spPr bwMode="auto">
          <a:xfrm rot="20258273" flipV="1">
            <a:off x="723900" y="5486400"/>
            <a:ext cx="9525" cy="908050"/>
          </a:xfrm>
          <a:prstGeom prst="line">
            <a:avLst/>
          </a:prstGeom>
          <a:noFill/>
          <a:ln w="28575">
            <a:solidFill>
              <a:srgbClr val="FFCC99"/>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42" name="直接连接符 2130">
            <a:extLst>
              <a:ext uri="{FF2B5EF4-FFF2-40B4-BE49-F238E27FC236}">
                <a16:creationId xmlns:a16="http://schemas.microsoft.com/office/drawing/2014/main" id="{BEC545C8-FEEF-20C6-5A22-CCD500F2DE7B}"/>
              </a:ext>
            </a:extLst>
          </p:cNvPr>
          <p:cNvSpPr>
            <a:spLocks noChangeShapeType="1"/>
          </p:cNvSpPr>
          <p:nvPr userDrawn="1"/>
        </p:nvSpPr>
        <p:spPr bwMode="auto">
          <a:xfrm>
            <a:off x="387350" y="6562725"/>
            <a:ext cx="350838" cy="0"/>
          </a:xfrm>
          <a:prstGeom prst="line">
            <a:avLst/>
          </a:prstGeom>
          <a:noFill/>
          <a:ln w="19050">
            <a:solidFill>
              <a:srgbClr val="FFFF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 bg1="lt1" tx1="dk1" bg2="lt2" tx2="dk2" accent1="accent1" accent2="accent2" accent3="accent3" accent4="accent4" accent5="accent5" accent6="accent6" hlink="hlink" folHlink="folHlink"/>
  <p:sldLayoutIdLst>
    <p:sldLayoutId id="2147483723" r:id="rId1"/>
    <p:sldLayoutId id="2147483667" r:id="rId2"/>
    <p:sldLayoutId id="2147483666" r:id="rId3"/>
    <p:sldLayoutId id="2147483665" r:id="rId4"/>
    <p:sldLayoutId id="2147483664" r:id="rId5"/>
    <p:sldLayoutId id="2147483663" r:id="rId6"/>
    <p:sldLayoutId id="2147483662" r:id="rId7"/>
    <p:sldLayoutId id="2147483661" r:id="rId8"/>
    <p:sldLayoutId id="2147483660" r:id="rId9"/>
    <p:sldLayoutId id="2147483659" r:id="rId10"/>
    <p:sldLayoutId id="2147483658" r:id="rId11"/>
    <p:sldLayoutId id="2147483657" r:id="rId12"/>
    <p:sldLayoutId id="2147483656" r:id="rId13"/>
  </p:sldLayoutIdLst>
  <p:transition spd="med">
    <p:zoom/>
  </p:transition>
  <p:hf hdr="0" ftr="0" dt="0"/>
  <p:txStyles>
    <p:titleStyle>
      <a:lvl1pPr algn="l" rtl="0" eaLnBrk="0" fontAlgn="base" hangingPunct="0">
        <a:spcBef>
          <a:spcPct val="0"/>
        </a:spcBef>
        <a:spcAft>
          <a:spcPct val="0"/>
        </a:spcAft>
        <a:buFont typeface="Arial" panose="020B0604020202020204" pitchFamily="34" charset="0"/>
        <a:defRPr sz="3600" kern="1200">
          <a:solidFill>
            <a:srgbClr val="FFFFFF"/>
          </a:solidFill>
          <a:latin typeface="+mj-lt"/>
          <a:ea typeface="+mj-ea"/>
          <a:cs typeface="+mj-cs"/>
        </a:defRPr>
      </a:lvl1pPr>
      <a:lvl2pPr algn="l" rtl="0" eaLnBrk="0" fontAlgn="base" hangingPunct="0">
        <a:spcBef>
          <a:spcPct val="0"/>
        </a:spcBef>
        <a:spcAft>
          <a:spcPct val="0"/>
        </a:spcAft>
        <a:buFont typeface="Arial" panose="020B0604020202020204" pitchFamily="34" charset="0"/>
        <a:defRPr sz="3600">
          <a:solidFill>
            <a:srgbClr val="FFFFFF"/>
          </a:solidFill>
          <a:latin typeface="Arial" panose="020B0604020202020204" pitchFamily="34" charset="0"/>
          <a:ea typeface="方正姚体" panose="02010601030101010101" pitchFamily="2" charset="-122"/>
        </a:defRPr>
      </a:lvl2pPr>
      <a:lvl3pPr algn="l" rtl="0" eaLnBrk="0" fontAlgn="base" hangingPunct="0">
        <a:spcBef>
          <a:spcPct val="0"/>
        </a:spcBef>
        <a:spcAft>
          <a:spcPct val="0"/>
        </a:spcAft>
        <a:buFont typeface="Arial" panose="020B0604020202020204" pitchFamily="34" charset="0"/>
        <a:defRPr sz="3600">
          <a:solidFill>
            <a:srgbClr val="FFFFFF"/>
          </a:solidFill>
          <a:latin typeface="Arial" panose="020B0604020202020204" pitchFamily="34" charset="0"/>
          <a:ea typeface="方正姚体" panose="02010601030101010101" pitchFamily="2" charset="-122"/>
        </a:defRPr>
      </a:lvl3pPr>
      <a:lvl4pPr algn="l" rtl="0" eaLnBrk="0" fontAlgn="base" hangingPunct="0">
        <a:spcBef>
          <a:spcPct val="0"/>
        </a:spcBef>
        <a:spcAft>
          <a:spcPct val="0"/>
        </a:spcAft>
        <a:buFont typeface="Arial" panose="020B0604020202020204" pitchFamily="34" charset="0"/>
        <a:defRPr sz="3600">
          <a:solidFill>
            <a:srgbClr val="FFFFFF"/>
          </a:solidFill>
          <a:latin typeface="Arial" panose="020B0604020202020204" pitchFamily="34" charset="0"/>
          <a:ea typeface="方正姚体" panose="02010601030101010101" pitchFamily="2" charset="-122"/>
        </a:defRPr>
      </a:lvl4pPr>
      <a:lvl5pPr algn="l" rtl="0" eaLnBrk="0" fontAlgn="base" hangingPunct="0">
        <a:spcBef>
          <a:spcPct val="0"/>
        </a:spcBef>
        <a:spcAft>
          <a:spcPct val="0"/>
        </a:spcAft>
        <a:buFont typeface="Arial" panose="020B0604020202020204" pitchFamily="34" charset="0"/>
        <a:defRPr sz="3600">
          <a:solidFill>
            <a:srgbClr val="FFFFFF"/>
          </a:solidFill>
          <a:latin typeface="Arial" panose="020B0604020202020204" pitchFamily="34" charset="0"/>
          <a:ea typeface="方正姚体" panose="02010601030101010101" pitchFamily="2" charset="-122"/>
        </a:defRPr>
      </a:lvl5pPr>
      <a:lvl6pPr marL="457200" algn="l" rtl="0" eaLnBrk="0" fontAlgn="base" hangingPunct="0">
        <a:spcBef>
          <a:spcPct val="0"/>
        </a:spcBef>
        <a:spcAft>
          <a:spcPct val="0"/>
        </a:spcAft>
        <a:buFont typeface="Arial" panose="020B0604020202020204" pitchFamily="34" charset="0"/>
        <a:defRPr sz="3600">
          <a:solidFill>
            <a:srgbClr val="FFFFFF"/>
          </a:solidFill>
          <a:latin typeface="Arial" panose="020B0604020202020204" pitchFamily="34" charset="0"/>
          <a:ea typeface="方正姚体" panose="02010601030101010101" pitchFamily="2" charset="-122"/>
        </a:defRPr>
      </a:lvl6pPr>
      <a:lvl7pPr marL="914400" algn="l" rtl="0" eaLnBrk="0" fontAlgn="base" hangingPunct="0">
        <a:spcBef>
          <a:spcPct val="0"/>
        </a:spcBef>
        <a:spcAft>
          <a:spcPct val="0"/>
        </a:spcAft>
        <a:buFont typeface="Arial" panose="020B0604020202020204" pitchFamily="34" charset="0"/>
        <a:defRPr sz="3600">
          <a:solidFill>
            <a:srgbClr val="FFFFFF"/>
          </a:solidFill>
          <a:latin typeface="Arial" panose="020B0604020202020204" pitchFamily="34" charset="0"/>
          <a:ea typeface="方正姚体" panose="02010601030101010101" pitchFamily="2" charset="-122"/>
        </a:defRPr>
      </a:lvl7pPr>
      <a:lvl8pPr marL="1371600" algn="l" rtl="0" eaLnBrk="0" fontAlgn="base" hangingPunct="0">
        <a:spcBef>
          <a:spcPct val="0"/>
        </a:spcBef>
        <a:spcAft>
          <a:spcPct val="0"/>
        </a:spcAft>
        <a:buFont typeface="Arial" panose="020B0604020202020204" pitchFamily="34" charset="0"/>
        <a:defRPr sz="3600">
          <a:solidFill>
            <a:srgbClr val="FFFFFF"/>
          </a:solidFill>
          <a:latin typeface="Arial" panose="020B0604020202020204" pitchFamily="34" charset="0"/>
          <a:ea typeface="方正姚体" panose="02010601030101010101" pitchFamily="2" charset="-122"/>
        </a:defRPr>
      </a:lvl8pPr>
      <a:lvl9pPr marL="1828800" algn="l" rtl="0" eaLnBrk="0" fontAlgn="base" hangingPunct="0">
        <a:spcBef>
          <a:spcPct val="0"/>
        </a:spcBef>
        <a:spcAft>
          <a:spcPct val="0"/>
        </a:spcAft>
        <a:buFont typeface="Arial" panose="020B0604020202020204" pitchFamily="34" charset="0"/>
        <a:defRPr sz="3600">
          <a:solidFill>
            <a:srgbClr val="FFFFFF"/>
          </a:solidFill>
          <a:latin typeface="Arial" panose="020B0604020202020204" pitchFamily="34" charset="0"/>
          <a:ea typeface="方正姚体" panose="02010601030101010101" pitchFamily="2" charset="-122"/>
        </a:defRPr>
      </a:lvl9pPr>
    </p:titleStyle>
    <p:bodyStyle>
      <a:lvl1pPr marL="476250" indent="-476250" algn="l" rtl="0" eaLnBrk="0" fontAlgn="base" hangingPunct="0">
        <a:spcBef>
          <a:spcPct val="45000"/>
        </a:spcBef>
        <a:spcAft>
          <a:spcPct val="0"/>
        </a:spcAft>
        <a:buClr>
          <a:srgbClr val="99CCCC"/>
        </a:buClr>
        <a:buFont typeface="Arial" panose="020B0604020202020204" pitchFamily="34" charset="0"/>
        <a:buChar char="•"/>
        <a:defRPr sz="2400" kern="1200">
          <a:solidFill>
            <a:srgbClr val="FFFFFF"/>
          </a:solidFill>
          <a:latin typeface="+mn-lt"/>
          <a:ea typeface="+mn-ea"/>
          <a:cs typeface="+mn-cs"/>
        </a:defRPr>
      </a:lvl1pPr>
      <a:lvl2pPr marL="1139825" lvl="1" indent="-473075" algn="l" rtl="0" eaLnBrk="0" fontAlgn="base" hangingPunct="0">
        <a:spcBef>
          <a:spcPct val="45000"/>
        </a:spcBef>
        <a:spcAft>
          <a:spcPct val="0"/>
        </a:spcAft>
        <a:buClr>
          <a:srgbClr val="99CCCC"/>
        </a:buClr>
        <a:buFont typeface="Arial" panose="020B0604020202020204" pitchFamily="34" charset="0"/>
        <a:buChar char="–"/>
        <a:defRPr sz="2400" kern="1200">
          <a:solidFill>
            <a:srgbClr val="FFFFFF"/>
          </a:solidFill>
          <a:latin typeface="+mn-lt"/>
          <a:ea typeface="+mn-ea"/>
          <a:cs typeface="+mn-cs"/>
        </a:defRPr>
      </a:lvl2pPr>
      <a:lvl3pPr marL="1717675" lvl="2" indent="-387350" algn="l" rtl="0" eaLnBrk="0" fontAlgn="base" hangingPunct="0">
        <a:spcBef>
          <a:spcPct val="45000"/>
        </a:spcBef>
        <a:spcAft>
          <a:spcPct val="0"/>
        </a:spcAft>
        <a:buClr>
          <a:srgbClr val="99CCCC"/>
        </a:buClr>
        <a:buFont typeface="Arial" panose="020B0604020202020204" pitchFamily="34" charset="0"/>
        <a:buChar char="Ø"/>
        <a:defRPr sz="2400" kern="1200">
          <a:solidFill>
            <a:srgbClr val="FFFFFF"/>
          </a:solidFill>
          <a:latin typeface="+mn-lt"/>
          <a:ea typeface="+mn-ea"/>
          <a:cs typeface="+mn-cs"/>
        </a:defRPr>
      </a:lvl3pPr>
      <a:lvl4pPr marL="2193925" lvl="3" indent="-285750" algn="l" rtl="0" eaLnBrk="0" fontAlgn="base" hangingPunct="0">
        <a:spcBef>
          <a:spcPct val="45000"/>
        </a:spcBef>
        <a:spcAft>
          <a:spcPct val="0"/>
        </a:spcAft>
        <a:buClr>
          <a:srgbClr val="99CCCC"/>
        </a:buClr>
        <a:buFont typeface="Arial" panose="020B0604020202020204" pitchFamily="34" charset="0"/>
        <a:buChar char="o"/>
        <a:defRPr sz="2400" kern="1200">
          <a:solidFill>
            <a:srgbClr val="FFFFFF"/>
          </a:solidFill>
          <a:latin typeface="+mn-lt"/>
          <a:ea typeface="+mn-ea"/>
          <a:cs typeface="+mn-cs"/>
        </a:defRPr>
      </a:lvl4pPr>
      <a:lvl5pPr marL="2568575" lvl="4" indent="-184150" algn="l" rtl="0" eaLnBrk="0" fontAlgn="base" hangingPunct="0">
        <a:spcBef>
          <a:spcPct val="20000"/>
        </a:spcBef>
        <a:spcAft>
          <a:spcPct val="0"/>
        </a:spcAft>
        <a:buClr>
          <a:srgbClr val="C2B515"/>
        </a:buClr>
        <a:buFont typeface="Arial" panose="020B0604020202020204" pitchFamily="34" charset="0"/>
        <a:buChar char="»"/>
        <a:defRPr sz="2000" kern="1200">
          <a:solidFill>
            <a:srgbClr val="FFFFFF"/>
          </a:solidFill>
          <a:latin typeface="+mn-lt"/>
          <a:ea typeface="+mn-ea"/>
          <a:cs typeface="+mn-cs"/>
        </a:defRPr>
      </a:lvl5pPr>
      <a:lvl6pPr marL="2514600" lvl="5" indent="-228600" algn="l" defTabSz="914400" eaLnBrk="0" fontAlgn="base" latinLnBrk="0" hangingPunct="0">
        <a:lnSpc>
          <a:spcPct val="100000"/>
        </a:lnSpc>
        <a:spcBef>
          <a:spcPct val="20000"/>
        </a:spcBef>
        <a:spcAft>
          <a:spcPct val="0"/>
        </a:spcAft>
        <a:buClr>
          <a:srgbClr val="C2B515"/>
        </a:buClr>
        <a:buFont typeface="Arial" charset="0"/>
        <a:buChar char="»"/>
        <a:defRPr sz="2000" b="0" i="0" u="none" kern="1200" baseline="0">
          <a:solidFill>
            <a:srgbClr val="FFFFFF"/>
          </a:solidFill>
          <a:latin typeface="+mn-lt"/>
          <a:ea typeface="+mn-ea"/>
          <a:cs typeface="+mn-cs"/>
        </a:defRPr>
      </a:lvl6pPr>
      <a:lvl7pPr marL="2971800" lvl="6" indent="-228600" algn="l" defTabSz="914400" eaLnBrk="0" fontAlgn="base" latinLnBrk="0" hangingPunct="0">
        <a:lnSpc>
          <a:spcPct val="100000"/>
        </a:lnSpc>
        <a:spcBef>
          <a:spcPct val="20000"/>
        </a:spcBef>
        <a:spcAft>
          <a:spcPct val="0"/>
        </a:spcAft>
        <a:buClr>
          <a:srgbClr val="C2B515"/>
        </a:buClr>
        <a:buFont typeface="Arial" charset="0"/>
        <a:buChar char="»"/>
        <a:defRPr sz="2000" b="0" i="0" u="none" kern="1200" baseline="0">
          <a:solidFill>
            <a:srgbClr val="FFFFFF"/>
          </a:solidFill>
          <a:latin typeface="+mn-lt"/>
          <a:ea typeface="+mn-ea"/>
          <a:cs typeface="+mn-cs"/>
        </a:defRPr>
      </a:lvl7pPr>
      <a:lvl8pPr marL="3429000" lvl="7" indent="-228600" algn="l" defTabSz="914400" eaLnBrk="0" fontAlgn="base" latinLnBrk="0" hangingPunct="0">
        <a:lnSpc>
          <a:spcPct val="100000"/>
        </a:lnSpc>
        <a:spcBef>
          <a:spcPct val="20000"/>
        </a:spcBef>
        <a:spcAft>
          <a:spcPct val="0"/>
        </a:spcAft>
        <a:buClr>
          <a:srgbClr val="C2B515"/>
        </a:buClr>
        <a:buFont typeface="Arial" charset="0"/>
        <a:buChar char="»"/>
        <a:defRPr sz="2000" b="0" i="0" u="none" kern="1200" baseline="0">
          <a:solidFill>
            <a:srgbClr val="FFFFFF"/>
          </a:solidFill>
          <a:latin typeface="+mn-lt"/>
          <a:ea typeface="+mn-ea"/>
          <a:cs typeface="+mn-cs"/>
        </a:defRPr>
      </a:lvl8pPr>
      <a:lvl9pPr marL="3886200" lvl="8" indent="-228600" algn="l" defTabSz="914400" eaLnBrk="0" fontAlgn="base" latinLnBrk="0" hangingPunct="0">
        <a:lnSpc>
          <a:spcPct val="100000"/>
        </a:lnSpc>
        <a:spcBef>
          <a:spcPct val="20000"/>
        </a:spcBef>
        <a:spcAft>
          <a:spcPct val="0"/>
        </a:spcAft>
        <a:buClr>
          <a:srgbClr val="C2B515"/>
        </a:buClr>
        <a:buFont typeface="Arial" charset="0"/>
        <a:buChar char="»"/>
        <a:defRPr sz="2000" b="0" i="0" u="none" kern="1200" baseline="0">
          <a:solidFill>
            <a:srgbClr val="FFFFFF"/>
          </a:solidFill>
          <a:latin typeface="+mn-lt"/>
          <a:ea typeface="+mn-ea"/>
          <a:cs typeface="+mn-cs"/>
        </a:defRPr>
      </a:lvl9pPr>
    </p:bodyStyle>
    <p:otherStyle>
      <a:lvl1pPr marL="0" lvl="0" indent="0" algn="l" defTabSz="914400" eaLnBrk="0" fontAlgn="base" latinLnBrk="0" hangingPunct="0">
        <a:lnSpc>
          <a:spcPct val="100000"/>
        </a:lnSpc>
        <a:spcBef>
          <a:spcPct val="0"/>
        </a:spcBef>
        <a:spcAft>
          <a:spcPct val="0"/>
        </a:spcAft>
        <a:buNone/>
        <a:defRPr sz="2400" b="0" i="0" u="none" kern="1200" baseline="0">
          <a:solidFill>
            <a:schemeClr val="tx1"/>
          </a:solidFill>
          <a:latin typeface="+mn-lt"/>
          <a:ea typeface="+mn-ea"/>
          <a:cs typeface="+mn-cs"/>
        </a:defRPr>
      </a:lvl1pPr>
      <a:lvl2pPr marL="457200" lvl="1" indent="0" algn="l" defTabSz="914400" eaLnBrk="0" fontAlgn="base" latinLnBrk="0" hangingPunct="0">
        <a:lnSpc>
          <a:spcPct val="100000"/>
        </a:lnSpc>
        <a:spcBef>
          <a:spcPct val="0"/>
        </a:spcBef>
        <a:spcAft>
          <a:spcPct val="0"/>
        </a:spcAft>
        <a:buNone/>
        <a:defRPr sz="2400" b="0" i="0" u="none" kern="1200" baseline="0">
          <a:solidFill>
            <a:schemeClr val="tx1"/>
          </a:solidFill>
          <a:latin typeface="+mn-lt"/>
          <a:ea typeface="+mn-ea"/>
          <a:cs typeface="+mn-cs"/>
        </a:defRPr>
      </a:lvl2pPr>
      <a:lvl3pPr marL="914400" lvl="2" indent="0" algn="l" defTabSz="914400" eaLnBrk="0" fontAlgn="base" latinLnBrk="0" hangingPunct="0">
        <a:lnSpc>
          <a:spcPct val="100000"/>
        </a:lnSpc>
        <a:spcBef>
          <a:spcPct val="0"/>
        </a:spcBef>
        <a:spcAft>
          <a:spcPct val="0"/>
        </a:spcAft>
        <a:buNone/>
        <a:defRPr sz="2400" b="0" i="0" u="none" kern="1200" baseline="0">
          <a:solidFill>
            <a:schemeClr val="tx1"/>
          </a:solidFill>
          <a:latin typeface="+mn-lt"/>
          <a:ea typeface="+mn-ea"/>
          <a:cs typeface="+mn-cs"/>
        </a:defRPr>
      </a:lvl3pPr>
      <a:lvl4pPr marL="1371600" lvl="3" indent="0" algn="l" defTabSz="914400" eaLnBrk="0" fontAlgn="base" latinLnBrk="0" hangingPunct="0">
        <a:lnSpc>
          <a:spcPct val="100000"/>
        </a:lnSpc>
        <a:spcBef>
          <a:spcPct val="0"/>
        </a:spcBef>
        <a:spcAft>
          <a:spcPct val="0"/>
        </a:spcAft>
        <a:buNone/>
        <a:defRPr sz="2400" b="0" i="0" u="none" kern="1200" baseline="0">
          <a:solidFill>
            <a:schemeClr val="tx1"/>
          </a:solidFill>
          <a:latin typeface="+mn-lt"/>
          <a:ea typeface="+mn-ea"/>
          <a:cs typeface="+mn-cs"/>
        </a:defRPr>
      </a:lvl4pPr>
      <a:lvl5pPr marL="1828800" lvl="4" indent="0" algn="l" defTabSz="914400" eaLnBrk="0" fontAlgn="base" latinLnBrk="0" hangingPunct="0">
        <a:lnSpc>
          <a:spcPct val="100000"/>
        </a:lnSpc>
        <a:spcBef>
          <a:spcPct val="0"/>
        </a:spcBef>
        <a:spcAft>
          <a:spcPct val="0"/>
        </a:spcAft>
        <a:buNone/>
        <a:defRPr sz="2400" b="0" i="0" u="none" kern="1200" baseline="0">
          <a:solidFill>
            <a:schemeClr val="tx1"/>
          </a:solidFill>
          <a:latin typeface="+mn-lt"/>
          <a:ea typeface="+mn-ea"/>
          <a:cs typeface="+mn-cs"/>
        </a:defRPr>
      </a:lvl5pPr>
      <a:lvl6pPr marL="2286000" lvl="5" indent="0" algn="l" defTabSz="914400" eaLnBrk="0" fontAlgn="base" latinLnBrk="0" hangingPunct="0">
        <a:lnSpc>
          <a:spcPct val="100000"/>
        </a:lnSpc>
        <a:spcBef>
          <a:spcPct val="0"/>
        </a:spcBef>
        <a:spcAft>
          <a:spcPct val="0"/>
        </a:spcAft>
        <a:buNone/>
        <a:defRPr sz="2400" b="0" i="0" u="none" kern="1200" baseline="0">
          <a:solidFill>
            <a:schemeClr val="tx1"/>
          </a:solidFill>
          <a:latin typeface="+mn-lt"/>
          <a:ea typeface="+mn-ea"/>
          <a:cs typeface="+mn-cs"/>
        </a:defRPr>
      </a:lvl6pPr>
      <a:lvl7pPr marL="2743200" lvl="6" indent="0" algn="l" defTabSz="914400" eaLnBrk="0" fontAlgn="base" latinLnBrk="0" hangingPunct="0">
        <a:lnSpc>
          <a:spcPct val="100000"/>
        </a:lnSpc>
        <a:spcBef>
          <a:spcPct val="0"/>
        </a:spcBef>
        <a:spcAft>
          <a:spcPct val="0"/>
        </a:spcAft>
        <a:buNone/>
        <a:defRPr sz="2400" b="0" i="0" u="none" kern="1200" baseline="0">
          <a:solidFill>
            <a:schemeClr val="tx1"/>
          </a:solidFill>
          <a:latin typeface="+mn-lt"/>
          <a:ea typeface="+mn-ea"/>
          <a:cs typeface="+mn-cs"/>
        </a:defRPr>
      </a:lvl7pPr>
      <a:lvl8pPr marL="3200400" lvl="7" indent="0" algn="l" defTabSz="914400" eaLnBrk="0" fontAlgn="base" latinLnBrk="0" hangingPunct="0">
        <a:lnSpc>
          <a:spcPct val="100000"/>
        </a:lnSpc>
        <a:spcBef>
          <a:spcPct val="0"/>
        </a:spcBef>
        <a:spcAft>
          <a:spcPct val="0"/>
        </a:spcAft>
        <a:buNone/>
        <a:defRPr sz="2400" b="0" i="0" u="none" kern="1200" baseline="0">
          <a:solidFill>
            <a:schemeClr val="tx1"/>
          </a:solidFill>
          <a:latin typeface="+mn-lt"/>
          <a:ea typeface="+mn-ea"/>
          <a:cs typeface="+mn-cs"/>
        </a:defRPr>
      </a:lvl8pPr>
      <a:lvl9pPr marL="3657600" lvl="8" indent="0" algn="l" defTabSz="914400" eaLnBrk="0" fontAlgn="base" latinLnBrk="0" hangingPunct="0">
        <a:lnSpc>
          <a:spcPct val="100000"/>
        </a:lnSpc>
        <a:spcBef>
          <a:spcPct val="0"/>
        </a:spcBef>
        <a:spcAft>
          <a:spcPct val="0"/>
        </a:spcAft>
        <a:buNone/>
        <a:defRPr sz="2400" b="0" i="0" u="none" kern="1200" baseline="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2050" name="Title 900097">
            <a:extLst>
              <a:ext uri="{FF2B5EF4-FFF2-40B4-BE49-F238E27FC236}">
                <a16:creationId xmlns:a16="http://schemas.microsoft.com/office/drawing/2014/main" id="{4E1E8682-5E4F-C3B6-FDCE-58E761FA2400}"/>
              </a:ext>
            </a:extLst>
          </p:cNvPr>
          <p:cNvSpPr>
            <a:spLocks noGrp="1" noChangeArrowheads="1"/>
          </p:cNvSpPr>
          <p:nvPr>
            <p:ph type="title" idx="4294967295"/>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051" name="Text Placeholder 900098">
            <a:extLst>
              <a:ext uri="{FF2B5EF4-FFF2-40B4-BE49-F238E27FC236}">
                <a16:creationId xmlns:a16="http://schemas.microsoft.com/office/drawing/2014/main" id="{CF1721AF-A3BD-02F9-33BE-5F8C80F1658D}"/>
              </a:ext>
            </a:extLst>
          </p:cNvPr>
          <p:cNvSpPr>
            <a:spLocks noGrp="1" noChangeArrowheads="1"/>
          </p:cNvSpPr>
          <p:nvPr>
            <p:ph type="body" idx="4294967295"/>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00100" name="Date Placeholder 900099">
            <a:extLst>
              <a:ext uri="{FF2B5EF4-FFF2-40B4-BE49-F238E27FC236}">
                <a16:creationId xmlns:a16="http://schemas.microsoft.com/office/drawing/2014/main" id="{B9113B4C-7261-E9EA-98F8-3D88ABCDB365}"/>
              </a:ext>
            </a:extLst>
          </p:cNvPr>
          <p:cNvSpPr>
            <a:spLocks noGrp="1"/>
          </p:cNvSpPr>
          <p:nvPr>
            <p:ph type="dt" sz="half" idx="2"/>
          </p:nvPr>
        </p:nvSpPr>
        <p:spPr>
          <a:xfrm>
            <a:off x="457200" y="6245225"/>
            <a:ext cx="2133600" cy="476250"/>
          </a:xfrm>
          <a:prstGeom prst="rect">
            <a:avLst/>
          </a:prstGeom>
          <a:noFill/>
          <a:ln w="9525">
            <a:noFill/>
          </a:ln>
        </p:spPr>
        <p:txBody>
          <a:bodyPr/>
          <a:lstStyle>
            <a:lvl1pPr>
              <a:defRPr sz="1400" i="0" noProof="1" dirty="0">
                <a:ea typeface="宋体" charset="-122"/>
              </a:defRPr>
            </a:lvl1pPr>
          </a:lstStyle>
          <a:p>
            <a:endParaRPr lang="zh-CN" altLang="en-US"/>
          </a:p>
        </p:txBody>
      </p:sp>
      <p:sp>
        <p:nvSpPr>
          <p:cNvPr id="900101" name="Footer Placeholder 900100">
            <a:extLst>
              <a:ext uri="{FF2B5EF4-FFF2-40B4-BE49-F238E27FC236}">
                <a16:creationId xmlns:a16="http://schemas.microsoft.com/office/drawing/2014/main" id="{D5AC9429-B130-6650-57A6-95201468D9EF}"/>
              </a:ext>
            </a:extLst>
          </p:cNvPr>
          <p:cNvSpPr>
            <a:spLocks noGrp="1"/>
          </p:cNvSpPr>
          <p:nvPr>
            <p:ph type="ftr" sz="quarter" idx="3"/>
          </p:nvPr>
        </p:nvSpPr>
        <p:spPr>
          <a:xfrm>
            <a:off x="3124200" y="6245225"/>
            <a:ext cx="2895600" cy="476250"/>
          </a:xfrm>
          <a:prstGeom prst="rect">
            <a:avLst/>
          </a:prstGeom>
          <a:noFill/>
          <a:ln w="9525">
            <a:noFill/>
          </a:ln>
        </p:spPr>
        <p:txBody>
          <a:bodyPr/>
          <a:lstStyle>
            <a:lvl1pPr algn="ctr">
              <a:defRPr sz="1400" i="0" noProof="1" dirty="0">
                <a:ea typeface="宋体" charset="-122"/>
              </a:defRPr>
            </a:lvl1pPr>
          </a:lstStyle>
          <a:p>
            <a:endParaRPr lang="zh-CN" altLang="en-US"/>
          </a:p>
        </p:txBody>
      </p:sp>
      <p:sp>
        <p:nvSpPr>
          <p:cNvPr id="900102" name="Slide Number Placeholder 900101">
            <a:extLst>
              <a:ext uri="{FF2B5EF4-FFF2-40B4-BE49-F238E27FC236}">
                <a16:creationId xmlns:a16="http://schemas.microsoft.com/office/drawing/2014/main" id="{B70D8EC7-F854-7BDD-5F5C-BC8DC8D60808}"/>
              </a:ext>
            </a:extLst>
          </p:cNvPr>
          <p:cNvSpPr>
            <a:spLocks noGrp="1"/>
          </p:cNvSpPr>
          <p:nvPr>
            <p:ph type="sldNum" sz="quarter" idx="4"/>
          </p:nvPr>
        </p:nvSpPr>
        <p:spPr>
          <a:xfrm>
            <a:off x="6553200" y="6245225"/>
            <a:ext cx="2133600" cy="476250"/>
          </a:xfrm>
          <a:prstGeom prst="rect">
            <a:avLst/>
          </a:prstGeom>
          <a:noFill/>
          <a:ln w="9525">
            <a:noFill/>
          </a:ln>
        </p:spPr>
        <p:txBody>
          <a:bodyPr vert="horz" wrap="square" lIns="91440" tIns="45720" rIns="91440" bIns="45720" numCol="1" anchor="t" anchorCtr="0" compatLnSpc="1">
            <a:prstTxWarp prst="textNoShape">
              <a:avLst/>
            </a:prstTxWarp>
          </a:bodyPr>
          <a:lstStyle>
            <a:lvl1pPr algn="r" eaLnBrk="0" hangingPunct="0">
              <a:lnSpc>
                <a:spcPct val="100000"/>
              </a:lnSpc>
              <a:spcBef>
                <a:spcPct val="0"/>
              </a:spcBef>
              <a:defRPr sz="1400" i="0">
                <a:solidFill>
                  <a:schemeClr val="tx1"/>
                </a:solidFill>
                <a:latin typeface="Arial" panose="020B0604020202020204" pitchFamily="34" charset="0"/>
              </a:defRPr>
            </a:lvl1pPr>
          </a:lstStyle>
          <a:p>
            <a:fld id="{8BE3ACB4-AAD6-4A18-A58D-2D8C58B7CC91}" type="slidenum">
              <a:rPr lang="zh-CN" altLang="en-US"/>
              <a:pPr/>
              <a:t>‹#›</a:t>
            </a:fld>
            <a:endParaRPr lang="zh-CN" altLang="en-US"/>
          </a:p>
        </p:txBody>
      </p:sp>
    </p:spTree>
  </p:cSld>
  <p:clrMap bg1="lt1" tx1="dk1" bg2="lt2" tx2="dk2" accent1="accent1" accent2="accent2" accent3="accent3" accent4="accent4" accent5="accent5" accent6="accent6" hlink="hlink" folHlink="folHlink"/>
  <p:sldLayoutIdLst>
    <p:sldLayoutId id="2147483678" r:id="rId1"/>
    <p:sldLayoutId id="2147483677" r:id="rId2"/>
    <p:sldLayoutId id="2147483676" r:id="rId3"/>
    <p:sldLayoutId id="2147483675" r:id="rId4"/>
    <p:sldLayoutId id="2147483674" r:id="rId5"/>
    <p:sldLayoutId id="2147483673" r:id="rId6"/>
    <p:sldLayoutId id="2147483672" r:id="rId7"/>
    <p:sldLayoutId id="2147483671" r:id="rId8"/>
    <p:sldLayoutId id="2147483670" r:id="rId9"/>
    <p:sldLayoutId id="2147483669" r:id="rId10"/>
    <p:sldLayoutId id="2147483668" r:id="rId11"/>
  </p:sldLayoutIdLst>
  <p:hf hdr="0" ftr="0" dt="0"/>
  <p:txStyles>
    <p:titleStyle>
      <a:lvl1pPr algn="ctr" rtl="0" fontAlgn="base">
        <a:spcBef>
          <a:spcPct val="0"/>
        </a:spcBef>
        <a:spcAft>
          <a:spcPct val="0"/>
        </a:spcAft>
        <a:buFont typeface="Arial" panose="020B0604020202020204" pitchFamily="34" charset="0"/>
        <a:defRPr sz="4400" kern="1200">
          <a:solidFill>
            <a:schemeClr val="tx2"/>
          </a:solidFill>
          <a:latin typeface="+mj-lt"/>
          <a:ea typeface="+mj-ea"/>
          <a:cs typeface="+mj-cs"/>
        </a:defRPr>
      </a:lvl1pPr>
      <a:lvl2pPr algn="ctr" rtl="0" fontAlgn="base">
        <a:spcBef>
          <a:spcPct val="0"/>
        </a:spcBef>
        <a:spcAft>
          <a:spcPct val="0"/>
        </a:spcAft>
        <a:buFont typeface="Arial" panose="020B0604020202020204" pitchFamily="34" charset="0"/>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buFont typeface="Arial" panose="020B0604020202020204" pitchFamily="34" charset="0"/>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buFont typeface="Arial" panose="020B0604020202020204" pitchFamily="34" charset="0"/>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buFont typeface="Arial" panose="020B0604020202020204" pitchFamily="34" charset="0"/>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buFont typeface="Arial" panose="020B0604020202020204" pitchFamily="34" charset="0"/>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buFont typeface="Arial" panose="020B0604020202020204" pitchFamily="34" charset="0"/>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buFont typeface="Arial" panose="020B0604020202020204" pitchFamily="34" charset="0"/>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buFont typeface="Arial" panose="020B0604020202020204" pitchFamily="34" charset="0"/>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fontAlgn="base">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lvl="1" indent="-285750" algn="l" rtl="0" fontAlgn="base">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lvl="2" indent="-228600" algn="l" rtl="0" fontAlgn="base">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lvl="3"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lvl="4"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0" fontAlgn="base" latinLnBrk="0" hangingPunct="0">
        <a:lnSpc>
          <a:spcPct val="100000"/>
        </a:lnSpc>
        <a:spcBef>
          <a:spcPct val="0"/>
        </a:spcBef>
        <a:spcAft>
          <a:spcPct val="0"/>
        </a:spcAft>
        <a:buNone/>
        <a:defRPr sz="2400" b="0" i="0" u="none" kern="1200" baseline="0">
          <a:solidFill>
            <a:schemeClr val="tx1"/>
          </a:solidFill>
          <a:latin typeface="+mn-lt"/>
          <a:ea typeface="+mn-ea"/>
          <a:cs typeface="+mn-cs"/>
        </a:defRPr>
      </a:lvl1pPr>
      <a:lvl2pPr marL="457200" lvl="1" indent="0" algn="ctr" defTabSz="914400" eaLnBrk="0" fontAlgn="base" latinLnBrk="0" hangingPunct="0">
        <a:lnSpc>
          <a:spcPct val="120000"/>
        </a:lnSpc>
        <a:spcBef>
          <a:spcPct val="45000"/>
        </a:spcBef>
        <a:spcAft>
          <a:spcPct val="0"/>
        </a:spcAft>
        <a:buNone/>
        <a:defRPr sz="2000" b="0" i="1" u="none" kern="1200" baseline="0">
          <a:solidFill>
            <a:srgbClr val="FFFFFF"/>
          </a:solidFill>
          <a:latin typeface="+mn-lt"/>
          <a:ea typeface="+mn-ea"/>
          <a:cs typeface="+mn-cs"/>
        </a:defRPr>
      </a:lvl2pPr>
      <a:lvl3pPr marL="914400" lvl="2" indent="0" algn="ctr" defTabSz="914400" eaLnBrk="0" fontAlgn="base" latinLnBrk="0" hangingPunct="0">
        <a:lnSpc>
          <a:spcPct val="120000"/>
        </a:lnSpc>
        <a:spcBef>
          <a:spcPct val="45000"/>
        </a:spcBef>
        <a:spcAft>
          <a:spcPct val="0"/>
        </a:spcAft>
        <a:buNone/>
        <a:defRPr sz="2000" b="0" i="1" u="none" kern="1200" baseline="0">
          <a:solidFill>
            <a:srgbClr val="FFFFFF"/>
          </a:solidFill>
          <a:latin typeface="+mn-lt"/>
          <a:ea typeface="+mn-ea"/>
          <a:cs typeface="+mn-cs"/>
        </a:defRPr>
      </a:lvl3pPr>
      <a:lvl4pPr marL="1371600" lvl="3" indent="0" algn="ctr" defTabSz="914400" eaLnBrk="0" fontAlgn="base" latinLnBrk="0" hangingPunct="0">
        <a:lnSpc>
          <a:spcPct val="120000"/>
        </a:lnSpc>
        <a:spcBef>
          <a:spcPct val="45000"/>
        </a:spcBef>
        <a:spcAft>
          <a:spcPct val="0"/>
        </a:spcAft>
        <a:buNone/>
        <a:defRPr sz="2000" b="0" i="1" u="none" kern="1200" baseline="0">
          <a:solidFill>
            <a:srgbClr val="FFFFFF"/>
          </a:solidFill>
          <a:latin typeface="+mn-lt"/>
          <a:ea typeface="+mn-ea"/>
          <a:cs typeface="+mn-cs"/>
        </a:defRPr>
      </a:lvl4pPr>
      <a:lvl5pPr marL="1828800" lvl="4" indent="0" algn="ctr" defTabSz="914400" eaLnBrk="0" fontAlgn="base" latinLnBrk="0" hangingPunct="0">
        <a:lnSpc>
          <a:spcPct val="120000"/>
        </a:lnSpc>
        <a:spcBef>
          <a:spcPct val="45000"/>
        </a:spcBef>
        <a:spcAft>
          <a:spcPct val="0"/>
        </a:spcAft>
        <a:buNone/>
        <a:defRPr sz="2000" b="0" i="1" u="none" kern="1200" baseline="0">
          <a:solidFill>
            <a:srgbClr val="FFFFFF"/>
          </a:solidFill>
          <a:latin typeface="+mn-lt"/>
          <a:ea typeface="+mn-ea"/>
          <a:cs typeface="+mn-cs"/>
        </a:defRPr>
      </a:lvl5pPr>
      <a:lvl6pPr marL="2286000" lvl="5" indent="0" algn="ctr" defTabSz="914400" eaLnBrk="0" fontAlgn="base" latinLnBrk="0" hangingPunct="0">
        <a:lnSpc>
          <a:spcPct val="120000"/>
        </a:lnSpc>
        <a:spcBef>
          <a:spcPct val="45000"/>
        </a:spcBef>
        <a:spcAft>
          <a:spcPct val="0"/>
        </a:spcAft>
        <a:buNone/>
        <a:defRPr sz="2000" b="0" i="1" u="none" kern="1200" baseline="0">
          <a:solidFill>
            <a:srgbClr val="FFFFFF"/>
          </a:solidFill>
          <a:latin typeface="+mn-lt"/>
          <a:ea typeface="+mn-ea"/>
          <a:cs typeface="+mn-cs"/>
        </a:defRPr>
      </a:lvl6pPr>
      <a:lvl7pPr marL="2743200" lvl="6" indent="0" algn="ctr" defTabSz="914400" eaLnBrk="0" fontAlgn="base" latinLnBrk="0" hangingPunct="0">
        <a:lnSpc>
          <a:spcPct val="120000"/>
        </a:lnSpc>
        <a:spcBef>
          <a:spcPct val="45000"/>
        </a:spcBef>
        <a:spcAft>
          <a:spcPct val="0"/>
        </a:spcAft>
        <a:buNone/>
        <a:defRPr sz="2000" b="0" i="1" u="none" kern="1200" baseline="0">
          <a:solidFill>
            <a:srgbClr val="FFFFFF"/>
          </a:solidFill>
          <a:latin typeface="+mn-lt"/>
          <a:ea typeface="+mn-ea"/>
          <a:cs typeface="+mn-cs"/>
        </a:defRPr>
      </a:lvl7pPr>
      <a:lvl8pPr marL="3200400" lvl="7" indent="0" algn="ctr" defTabSz="914400" eaLnBrk="0" fontAlgn="base" latinLnBrk="0" hangingPunct="0">
        <a:lnSpc>
          <a:spcPct val="120000"/>
        </a:lnSpc>
        <a:spcBef>
          <a:spcPct val="45000"/>
        </a:spcBef>
        <a:spcAft>
          <a:spcPct val="0"/>
        </a:spcAft>
        <a:buNone/>
        <a:defRPr sz="2000" b="0" i="1" u="none" kern="1200" baseline="0">
          <a:solidFill>
            <a:srgbClr val="FFFFFF"/>
          </a:solidFill>
          <a:latin typeface="+mn-lt"/>
          <a:ea typeface="+mn-ea"/>
          <a:cs typeface="+mn-cs"/>
        </a:defRPr>
      </a:lvl8pPr>
      <a:lvl9pPr marL="3657600" lvl="8" indent="0" algn="ctr" defTabSz="914400" eaLnBrk="0" fontAlgn="base" latinLnBrk="0" hangingPunct="0">
        <a:lnSpc>
          <a:spcPct val="120000"/>
        </a:lnSpc>
        <a:spcBef>
          <a:spcPct val="45000"/>
        </a:spcBef>
        <a:spcAft>
          <a:spcPct val="0"/>
        </a:spcAft>
        <a:buNone/>
        <a:defRPr sz="2000" b="0" i="1" u="none" kern="1200" baseline="0">
          <a:solidFill>
            <a:srgbClr val="FFFFFF"/>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3074" name="Title 887809">
            <a:extLst>
              <a:ext uri="{FF2B5EF4-FFF2-40B4-BE49-F238E27FC236}">
                <a16:creationId xmlns:a16="http://schemas.microsoft.com/office/drawing/2014/main" id="{C6A02668-E9F3-BB0D-ED5C-1797ED5B1B88}"/>
              </a:ext>
            </a:extLst>
          </p:cNvPr>
          <p:cNvSpPr>
            <a:spLocks noGrp="1" noChangeArrowheads="1"/>
          </p:cNvSpPr>
          <p:nvPr>
            <p:ph type="title" idx="4294967295"/>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3075" name="Text Placeholder 887810">
            <a:extLst>
              <a:ext uri="{FF2B5EF4-FFF2-40B4-BE49-F238E27FC236}">
                <a16:creationId xmlns:a16="http://schemas.microsoft.com/office/drawing/2014/main" id="{C97C9DFB-4844-03DB-A957-62BA584F1E89}"/>
              </a:ext>
            </a:extLst>
          </p:cNvPr>
          <p:cNvSpPr>
            <a:spLocks noGrp="1" noChangeArrowheads="1"/>
          </p:cNvSpPr>
          <p:nvPr>
            <p:ph type="body" idx="4294967295"/>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87812" name="Date Placeholder 887811">
            <a:extLst>
              <a:ext uri="{FF2B5EF4-FFF2-40B4-BE49-F238E27FC236}">
                <a16:creationId xmlns:a16="http://schemas.microsoft.com/office/drawing/2014/main" id="{CE9B0E16-C9CF-4A4C-BF8B-1AD68CFD6E57}"/>
              </a:ext>
            </a:extLst>
          </p:cNvPr>
          <p:cNvSpPr>
            <a:spLocks noGrp="1"/>
          </p:cNvSpPr>
          <p:nvPr>
            <p:ph type="dt" sz="half" idx="2"/>
          </p:nvPr>
        </p:nvSpPr>
        <p:spPr>
          <a:xfrm>
            <a:off x="457200" y="6245225"/>
            <a:ext cx="2133600" cy="476250"/>
          </a:xfrm>
          <a:prstGeom prst="rect">
            <a:avLst/>
          </a:prstGeom>
          <a:noFill/>
          <a:ln w="9525">
            <a:noFill/>
          </a:ln>
        </p:spPr>
        <p:txBody>
          <a:bodyPr/>
          <a:lstStyle>
            <a:lvl1pPr>
              <a:defRPr sz="1400" i="0" noProof="1" dirty="0">
                <a:ea typeface="宋体" charset="-122"/>
              </a:defRPr>
            </a:lvl1pPr>
          </a:lstStyle>
          <a:p>
            <a:endParaRPr lang="zh-CN" altLang="en-US"/>
          </a:p>
        </p:txBody>
      </p:sp>
      <p:sp>
        <p:nvSpPr>
          <p:cNvPr id="887813" name="Footer Placeholder 887812">
            <a:extLst>
              <a:ext uri="{FF2B5EF4-FFF2-40B4-BE49-F238E27FC236}">
                <a16:creationId xmlns:a16="http://schemas.microsoft.com/office/drawing/2014/main" id="{537070F9-8876-EB7C-F30B-3A8D441CE481}"/>
              </a:ext>
            </a:extLst>
          </p:cNvPr>
          <p:cNvSpPr>
            <a:spLocks noGrp="1"/>
          </p:cNvSpPr>
          <p:nvPr>
            <p:ph type="ftr" sz="quarter" idx="3"/>
          </p:nvPr>
        </p:nvSpPr>
        <p:spPr>
          <a:xfrm>
            <a:off x="3124200" y="6245225"/>
            <a:ext cx="2895600" cy="476250"/>
          </a:xfrm>
          <a:prstGeom prst="rect">
            <a:avLst/>
          </a:prstGeom>
          <a:noFill/>
          <a:ln w="9525">
            <a:noFill/>
          </a:ln>
        </p:spPr>
        <p:txBody>
          <a:bodyPr/>
          <a:lstStyle>
            <a:lvl1pPr algn="ctr">
              <a:defRPr sz="1400" i="0" noProof="1" dirty="0">
                <a:ea typeface="宋体" charset="-122"/>
              </a:defRPr>
            </a:lvl1pPr>
          </a:lstStyle>
          <a:p>
            <a:endParaRPr lang="zh-CN" altLang="en-US"/>
          </a:p>
        </p:txBody>
      </p:sp>
      <p:sp>
        <p:nvSpPr>
          <p:cNvPr id="887814" name="Slide Number Placeholder 887813">
            <a:extLst>
              <a:ext uri="{FF2B5EF4-FFF2-40B4-BE49-F238E27FC236}">
                <a16:creationId xmlns:a16="http://schemas.microsoft.com/office/drawing/2014/main" id="{3BA8B083-280B-F687-43D8-C18F5059C22C}"/>
              </a:ext>
            </a:extLst>
          </p:cNvPr>
          <p:cNvSpPr>
            <a:spLocks noGrp="1"/>
          </p:cNvSpPr>
          <p:nvPr>
            <p:ph type="sldNum" sz="quarter" idx="4"/>
          </p:nvPr>
        </p:nvSpPr>
        <p:spPr>
          <a:xfrm>
            <a:off x="6553200" y="6245225"/>
            <a:ext cx="2133600" cy="476250"/>
          </a:xfrm>
          <a:prstGeom prst="rect">
            <a:avLst/>
          </a:prstGeom>
          <a:noFill/>
          <a:ln w="9525">
            <a:noFill/>
          </a:ln>
        </p:spPr>
        <p:txBody>
          <a:bodyPr vert="horz" wrap="square" lIns="91440" tIns="45720" rIns="91440" bIns="45720" numCol="1" anchor="t" anchorCtr="0" compatLnSpc="1">
            <a:prstTxWarp prst="textNoShape">
              <a:avLst/>
            </a:prstTxWarp>
          </a:bodyPr>
          <a:lstStyle>
            <a:lvl1pPr algn="r" eaLnBrk="0" hangingPunct="0">
              <a:lnSpc>
                <a:spcPct val="100000"/>
              </a:lnSpc>
              <a:spcBef>
                <a:spcPct val="0"/>
              </a:spcBef>
              <a:defRPr sz="1400" i="0">
                <a:solidFill>
                  <a:schemeClr val="tx1"/>
                </a:solidFill>
                <a:latin typeface="Arial" panose="020B0604020202020204" pitchFamily="34" charset="0"/>
              </a:defRPr>
            </a:lvl1pPr>
          </a:lstStyle>
          <a:p>
            <a:fld id="{0B980420-CD86-4089-8AE2-6F555F12A2BE}" type="slidenum">
              <a:rPr lang="zh-CN" altLang="en-US"/>
              <a:pPr/>
              <a:t>‹#›</a:t>
            </a:fld>
            <a:endParaRPr lang="zh-CN" altLang="en-US"/>
          </a:p>
        </p:txBody>
      </p:sp>
    </p:spTree>
  </p:cSld>
  <p:clrMap bg1="lt1" tx1="dk1" bg2="lt2" tx2="dk2" accent1="accent1" accent2="accent2" accent3="accent3" accent4="accent4" accent5="accent5" accent6="accent6" hlink="hlink" folHlink="folHlink"/>
  <p:sldLayoutIdLst>
    <p:sldLayoutId id="2147483689" r:id="rId1"/>
    <p:sldLayoutId id="2147483688" r:id="rId2"/>
    <p:sldLayoutId id="2147483687" r:id="rId3"/>
    <p:sldLayoutId id="2147483686" r:id="rId4"/>
    <p:sldLayoutId id="2147483685" r:id="rId5"/>
    <p:sldLayoutId id="2147483684" r:id="rId6"/>
    <p:sldLayoutId id="2147483683" r:id="rId7"/>
    <p:sldLayoutId id="2147483682" r:id="rId8"/>
    <p:sldLayoutId id="2147483681" r:id="rId9"/>
    <p:sldLayoutId id="2147483680" r:id="rId10"/>
    <p:sldLayoutId id="2147483679" r:id="rId11"/>
  </p:sldLayoutIdLst>
  <p:hf hdr="0" ftr="0" dt="0"/>
  <p:txStyles>
    <p:titleStyle>
      <a:lvl1pPr algn="ctr" rtl="0" fontAlgn="base">
        <a:spcBef>
          <a:spcPct val="0"/>
        </a:spcBef>
        <a:spcAft>
          <a:spcPct val="0"/>
        </a:spcAft>
        <a:buFont typeface="Arial" panose="020B0604020202020204" pitchFamily="34" charset="0"/>
        <a:defRPr sz="4400" kern="1200">
          <a:solidFill>
            <a:schemeClr val="tx2"/>
          </a:solidFill>
          <a:latin typeface="+mj-lt"/>
          <a:ea typeface="+mj-ea"/>
          <a:cs typeface="+mj-cs"/>
        </a:defRPr>
      </a:lvl1pPr>
      <a:lvl2pPr algn="ctr" rtl="0" fontAlgn="base">
        <a:spcBef>
          <a:spcPct val="0"/>
        </a:spcBef>
        <a:spcAft>
          <a:spcPct val="0"/>
        </a:spcAft>
        <a:buFont typeface="Arial" panose="020B0604020202020204" pitchFamily="34" charset="0"/>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buFont typeface="Arial" panose="020B0604020202020204" pitchFamily="34" charset="0"/>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buFont typeface="Arial" panose="020B0604020202020204" pitchFamily="34" charset="0"/>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buFont typeface="Arial" panose="020B0604020202020204" pitchFamily="34" charset="0"/>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buFont typeface="Arial" panose="020B0604020202020204" pitchFamily="34" charset="0"/>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buFont typeface="Arial" panose="020B0604020202020204" pitchFamily="34" charset="0"/>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buFont typeface="Arial" panose="020B0604020202020204" pitchFamily="34" charset="0"/>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buFont typeface="Arial" panose="020B0604020202020204" pitchFamily="34" charset="0"/>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fontAlgn="base">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lvl="1" indent="-285750" algn="l" rtl="0" fontAlgn="base">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lvl="2" indent="-228600" algn="l" rtl="0" fontAlgn="base">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lvl="3"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lvl="4"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0" fontAlgn="base" latinLnBrk="0" hangingPunct="0">
        <a:lnSpc>
          <a:spcPct val="100000"/>
        </a:lnSpc>
        <a:spcBef>
          <a:spcPct val="0"/>
        </a:spcBef>
        <a:spcAft>
          <a:spcPct val="0"/>
        </a:spcAft>
        <a:buNone/>
        <a:defRPr sz="2400" b="0" i="0" u="none" kern="1200" baseline="0">
          <a:solidFill>
            <a:schemeClr val="tx1"/>
          </a:solidFill>
          <a:latin typeface="+mn-lt"/>
          <a:ea typeface="+mn-ea"/>
          <a:cs typeface="+mn-cs"/>
        </a:defRPr>
      </a:lvl1pPr>
      <a:lvl2pPr marL="457200" lvl="1" indent="0" algn="ctr" defTabSz="914400" eaLnBrk="0" fontAlgn="base" latinLnBrk="0" hangingPunct="0">
        <a:lnSpc>
          <a:spcPct val="120000"/>
        </a:lnSpc>
        <a:spcBef>
          <a:spcPct val="45000"/>
        </a:spcBef>
        <a:spcAft>
          <a:spcPct val="0"/>
        </a:spcAft>
        <a:buNone/>
        <a:defRPr sz="2000" b="0" i="1" u="none" kern="1200" baseline="0">
          <a:solidFill>
            <a:srgbClr val="FFFFFF"/>
          </a:solidFill>
          <a:latin typeface="+mn-lt"/>
          <a:ea typeface="+mn-ea"/>
          <a:cs typeface="+mn-cs"/>
        </a:defRPr>
      </a:lvl2pPr>
      <a:lvl3pPr marL="914400" lvl="2" indent="0" algn="ctr" defTabSz="914400" eaLnBrk="0" fontAlgn="base" latinLnBrk="0" hangingPunct="0">
        <a:lnSpc>
          <a:spcPct val="120000"/>
        </a:lnSpc>
        <a:spcBef>
          <a:spcPct val="45000"/>
        </a:spcBef>
        <a:spcAft>
          <a:spcPct val="0"/>
        </a:spcAft>
        <a:buNone/>
        <a:defRPr sz="2000" b="0" i="1" u="none" kern="1200" baseline="0">
          <a:solidFill>
            <a:srgbClr val="FFFFFF"/>
          </a:solidFill>
          <a:latin typeface="+mn-lt"/>
          <a:ea typeface="+mn-ea"/>
          <a:cs typeface="+mn-cs"/>
        </a:defRPr>
      </a:lvl3pPr>
      <a:lvl4pPr marL="1371600" lvl="3" indent="0" algn="ctr" defTabSz="914400" eaLnBrk="0" fontAlgn="base" latinLnBrk="0" hangingPunct="0">
        <a:lnSpc>
          <a:spcPct val="120000"/>
        </a:lnSpc>
        <a:spcBef>
          <a:spcPct val="45000"/>
        </a:spcBef>
        <a:spcAft>
          <a:spcPct val="0"/>
        </a:spcAft>
        <a:buNone/>
        <a:defRPr sz="2000" b="0" i="1" u="none" kern="1200" baseline="0">
          <a:solidFill>
            <a:srgbClr val="FFFFFF"/>
          </a:solidFill>
          <a:latin typeface="+mn-lt"/>
          <a:ea typeface="+mn-ea"/>
          <a:cs typeface="+mn-cs"/>
        </a:defRPr>
      </a:lvl4pPr>
      <a:lvl5pPr marL="1828800" lvl="4" indent="0" algn="ctr" defTabSz="914400" eaLnBrk="0" fontAlgn="base" latinLnBrk="0" hangingPunct="0">
        <a:lnSpc>
          <a:spcPct val="120000"/>
        </a:lnSpc>
        <a:spcBef>
          <a:spcPct val="45000"/>
        </a:spcBef>
        <a:spcAft>
          <a:spcPct val="0"/>
        </a:spcAft>
        <a:buNone/>
        <a:defRPr sz="2000" b="0" i="1" u="none" kern="1200" baseline="0">
          <a:solidFill>
            <a:srgbClr val="FFFFFF"/>
          </a:solidFill>
          <a:latin typeface="+mn-lt"/>
          <a:ea typeface="+mn-ea"/>
          <a:cs typeface="+mn-cs"/>
        </a:defRPr>
      </a:lvl5pPr>
      <a:lvl6pPr marL="2286000" lvl="5" indent="0" algn="ctr" defTabSz="914400" eaLnBrk="0" fontAlgn="base" latinLnBrk="0" hangingPunct="0">
        <a:lnSpc>
          <a:spcPct val="120000"/>
        </a:lnSpc>
        <a:spcBef>
          <a:spcPct val="45000"/>
        </a:spcBef>
        <a:spcAft>
          <a:spcPct val="0"/>
        </a:spcAft>
        <a:buNone/>
        <a:defRPr sz="2000" b="0" i="1" u="none" kern="1200" baseline="0">
          <a:solidFill>
            <a:srgbClr val="FFFFFF"/>
          </a:solidFill>
          <a:latin typeface="+mn-lt"/>
          <a:ea typeface="+mn-ea"/>
          <a:cs typeface="+mn-cs"/>
        </a:defRPr>
      </a:lvl6pPr>
      <a:lvl7pPr marL="2743200" lvl="6" indent="0" algn="ctr" defTabSz="914400" eaLnBrk="0" fontAlgn="base" latinLnBrk="0" hangingPunct="0">
        <a:lnSpc>
          <a:spcPct val="120000"/>
        </a:lnSpc>
        <a:spcBef>
          <a:spcPct val="45000"/>
        </a:spcBef>
        <a:spcAft>
          <a:spcPct val="0"/>
        </a:spcAft>
        <a:buNone/>
        <a:defRPr sz="2000" b="0" i="1" u="none" kern="1200" baseline="0">
          <a:solidFill>
            <a:srgbClr val="FFFFFF"/>
          </a:solidFill>
          <a:latin typeface="+mn-lt"/>
          <a:ea typeface="+mn-ea"/>
          <a:cs typeface="+mn-cs"/>
        </a:defRPr>
      </a:lvl7pPr>
      <a:lvl8pPr marL="3200400" lvl="7" indent="0" algn="ctr" defTabSz="914400" eaLnBrk="0" fontAlgn="base" latinLnBrk="0" hangingPunct="0">
        <a:lnSpc>
          <a:spcPct val="120000"/>
        </a:lnSpc>
        <a:spcBef>
          <a:spcPct val="45000"/>
        </a:spcBef>
        <a:spcAft>
          <a:spcPct val="0"/>
        </a:spcAft>
        <a:buNone/>
        <a:defRPr sz="2000" b="0" i="1" u="none" kern="1200" baseline="0">
          <a:solidFill>
            <a:srgbClr val="FFFFFF"/>
          </a:solidFill>
          <a:latin typeface="+mn-lt"/>
          <a:ea typeface="+mn-ea"/>
          <a:cs typeface="+mn-cs"/>
        </a:defRPr>
      </a:lvl8pPr>
      <a:lvl9pPr marL="3657600" lvl="8" indent="0" algn="ctr" defTabSz="914400" eaLnBrk="0" fontAlgn="base" latinLnBrk="0" hangingPunct="0">
        <a:lnSpc>
          <a:spcPct val="120000"/>
        </a:lnSpc>
        <a:spcBef>
          <a:spcPct val="45000"/>
        </a:spcBef>
        <a:spcAft>
          <a:spcPct val="0"/>
        </a:spcAft>
        <a:buNone/>
        <a:defRPr sz="2000" b="0" i="1" u="none" kern="1200" baseline="0">
          <a:solidFill>
            <a:srgbClr val="FFFFFF"/>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8" name="Title 884737">
            <a:extLst>
              <a:ext uri="{FF2B5EF4-FFF2-40B4-BE49-F238E27FC236}">
                <a16:creationId xmlns:a16="http://schemas.microsoft.com/office/drawing/2014/main" id="{1FCD30CE-E302-F878-BDA0-77334D36C5DC}"/>
              </a:ext>
            </a:extLst>
          </p:cNvPr>
          <p:cNvSpPr>
            <a:spLocks noGrp="1" noChangeArrowheads="1"/>
          </p:cNvSpPr>
          <p:nvPr>
            <p:ph type="title" idx="4294967295"/>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4099" name="Text Placeholder 884738">
            <a:extLst>
              <a:ext uri="{FF2B5EF4-FFF2-40B4-BE49-F238E27FC236}">
                <a16:creationId xmlns:a16="http://schemas.microsoft.com/office/drawing/2014/main" id="{476B5F52-020F-86DE-32A7-8F6F43D35985}"/>
              </a:ext>
            </a:extLst>
          </p:cNvPr>
          <p:cNvSpPr>
            <a:spLocks noGrp="1" noChangeArrowheads="1"/>
          </p:cNvSpPr>
          <p:nvPr>
            <p:ph type="body" idx="4294967295"/>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84740" name="Date Placeholder 884739">
            <a:extLst>
              <a:ext uri="{FF2B5EF4-FFF2-40B4-BE49-F238E27FC236}">
                <a16:creationId xmlns:a16="http://schemas.microsoft.com/office/drawing/2014/main" id="{83C39B0A-DD90-BD70-5628-5A460F0B6935}"/>
              </a:ext>
            </a:extLst>
          </p:cNvPr>
          <p:cNvSpPr>
            <a:spLocks noGrp="1"/>
          </p:cNvSpPr>
          <p:nvPr>
            <p:ph type="dt" sz="half" idx="2"/>
          </p:nvPr>
        </p:nvSpPr>
        <p:spPr>
          <a:xfrm>
            <a:off x="457200" y="6245225"/>
            <a:ext cx="2133600" cy="476250"/>
          </a:xfrm>
          <a:prstGeom prst="rect">
            <a:avLst/>
          </a:prstGeom>
          <a:noFill/>
          <a:ln w="9525">
            <a:noFill/>
          </a:ln>
        </p:spPr>
        <p:txBody>
          <a:bodyPr/>
          <a:lstStyle>
            <a:lvl1pPr>
              <a:defRPr sz="1400" i="0" noProof="1" dirty="0">
                <a:ea typeface="宋体" charset="-122"/>
              </a:defRPr>
            </a:lvl1pPr>
          </a:lstStyle>
          <a:p>
            <a:endParaRPr lang="zh-CN" altLang="en-US"/>
          </a:p>
        </p:txBody>
      </p:sp>
      <p:sp>
        <p:nvSpPr>
          <p:cNvPr id="884741" name="Footer Placeholder 884740">
            <a:extLst>
              <a:ext uri="{FF2B5EF4-FFF2-40B4-BE49-F238E27FC236}">
                <a16:creationId xmlns:a16="http://schemas.microsoft.com/office/drawing/2014/main" id="{6D62ECFE-8EF8-442E-EE7A-7407606B6CF6}"/>
              </a:ext>
            </a:extLst>
          </p:cNvPr>
          <p:cNvSpPr>
            <a:spLocks noGrp="1"/>
          </p:cNvSpPr>
          <p:nvPr>
            <p:ph type="ftr" sz="quarter" idx="3"/>
          </p:nvPr>
        </p:nvSpPr>
        <p:spPr>
          <a:xfrm>
            <a:off x="3124200" y="6245225"/>
            <a:ext cx="2895600" cy="476250"/>
          </a:xfrm>
          <a:prstGeom prst="rect">
            <a:avLst/>
          </a:prstGeom>
          <a:noFill/>
          <a:ln w="9525">
            <a:noFill/>
          </a:ln>
        </p:spPr>
        <p:txBody>
          <a:bodyPr/>
          <a:lstStyle>
            <a:lvl1pPr algn="ctr">
              <a:defRPr sz="1400" i="0" noProof="1" dirty="0">
                <a:ea typeface="宋体" charset="-122"/>
              </a:defRPr>
            </a:lvl1pPr>
          </a:lstStyle>
          <a:p>
            <a:endParaRPr lang="zh-CN" altLang="en-US"/>
          </a:p>
        </p:txBody>
      </p:sp>
      <p:sp>
        <p:nvSpPr>
          <p:cNvPr id="884742" name="Slide Number Placeholder 884741">
            <a:extLst>
              <a:ext uri="{FF2B5EF4-FFF2-40B4-BE49-F238E27FC236}">
                <a16:creationId xmlns:a16="http://schemas.microsoft.com/office/drawing/2014/main" id="{CA512531-F864-6C64-2211-21B65D955DA9}"/>
              </a:ext>
            </a:extLst>
          </p:cNvPr>
          <p:cNvSpPr>
            <a:spLocks noGrp="1"/>
          </p:cNvSpPr>
          <p:nvPr>
            <p:ph type="sldNum" sz="quarter" idx="4"/>
          </p:nvPr>
        </p:nvSpPr>
        <p:spPr>
          <a:xfrm>
            <a:off x="6553200" y="6245225"/>
            <a:ext cx="2133600" cy="476250"/>
          </a:xfrm>
          <a:prstGeom prst="rect">
            <a:avLst/>
          </a:prstGeom>
          <a:noFill/>
          <a:ln w="9525">
            <a:noFill/>
          </a:ln>
        </p:spPr>
        <p:txBody>
          <a:bodyPr vert="horz" wrap="square" lIns="91440" tIns="45720" rIns="91440" bIns="45720" numCol="1" anchor="t" anchorCtr="0" compatLnSpc="1">
            <a:prstTxWarp prst="textNoShape">
              <a:avLst/>
            </a:prstTxWarp>
          </a:bodyPr>
          <a:lstStyle>
            <a:lvl1pPr algn="r" eaLnBrk="0" hangingPunct="0">
              <a:lnSpc>
                <a:spcPct val="100000"/>
              </a:lnSpc>
              <a:spcBef>
                <a:spcPct val="0"/>
              </a:spcBef>
              <a:defRPr sz="1400" i="0">
                <a:solidFill>
                  <a:schemeClr val="tx1"/>
                </a:solidFill>
                <a:latin typeface="Arial" panose="020B0604020202020204" pitchFamily="34" charset="0"/>
              </a:defRPr>
            </a:lvl1pPr>
          </a:lstStyle>
          <a:p>
            <a:fld id="{8E67A452-EB76-4D7F-80F6-5F69CCB7ACC2}" type="slidenum">
              <a:rPr lang="zh-CN" altLang="en-US"/>
              <a:pPr/>
              <a:t>‹#›</a:t>
            </a:fld>
            <a:endParaRPr lang="zh-CN" altLang="en-US"/>
          </a:p>
        </p:txBody>
      </p:sp>
    </p:spTree>
  </p:cSld>
  <p:clrMap bg1="lt1" tx1="dk1" bg2="lt2" tx2="dk2" accent1="accent1" accent2="accent2" accent3="accent3" accent4="accent4" accent5="accent5" accent6="accent6" hlink="hlink" folHlink="folHlink"/>
  <p:sldLayoutIdLst>
    <p:sldLayoutId id="2147483700" r:id="rId1"/>
    <p:sldLayoutId id="2147483699" r:id="rId2"/>
    <p:sldLayoutId id="2147483698" r:id="rId3"/>
    <p:sldLayoutId id="2147483697" r:id="rId4"/>
    <p:sldLayoutId id="2147483696" r:id="rId5"/>
    <p:sldLayoutId id="2147483695" r:id="rId6"/>
    <p:sldLayoutId id="2147483694" r:id="rId7"/>
    <p:sldLayoutId id="2147483693" r:id="rId8"/>
    <p:sldLayoutId id="2147483692" r:id="rId9"/>
    <p:sldLayoutId id="2147483691" r:id="rId10"/>
    <p:sldLayoutId id="2147483690" r:id="rId11"/>
  </p:sldLayoutIdLst>
  <p:hf hdr="0" ftr="0" dt="0"/>
  <p:txStyles>
    <p:titleStyle>
      <a:lvl1pPr algn="ctr" rtl="0" fontAlgn="base">
        <a:spcBef>
          <a:spcPct val="0"/>
        </a:spcBef>
        <a:spcAft>
          <a:spcPct val="0"/>
        </a:spcAft>
        <a:buFont typeface="Arial" panose="020B0604020202020204" pitchFamily="34" charset="0"/>
        <a:defRPr sz="4400" kern="1200">
          <a:solidFill>
            <a:schemeClr val="tx2"/>
          </a:solidFill>
          <a:latin typeface="+mj-lt"/>
          <a:ea typeface="+mj-ea"/>
          <a:cs typeface="+mj-cs"/>
        </a:defRPr>
      </a:lvl1pPr>
      <a:lvl2pPr algn="ctr" rtl="0" fontAlgn="base">
        <a:spcBef>
          <a:spcPct val="0"/>
        </a:spcBef>
        <a:spcAft>
          <a:spcPct val="0"/>
        </a:spcAft>
        <a:buFont typeface="Arial" panose="020B0604020202020204" pitchFamily="34" charset="0"/>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buFont typeface="Arial" panose="020B0604020202020204" pitchFamily="34" charset="0"/>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buFont typeface="Arial" panose="020B0604020202020204" pitchFamily="34" charset="0"/>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buFont typeface="Arial" panose="020B0604020202020204" pitchFamily="34" charset="0"/>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buFont typeface="Arial" panose="020B0604020202020204" pitchFamily="34" charset="0"/>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buFont typeface="Arial" panose="020B0604020202020204" pitchFamily="34" charset="0"/>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buFont typeface="Arial" panose="020B0604020202020204" pitchFamily="34" charset="0"/>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buFont typeface="Arial" panose="020B0604020202020204" pitchFamily="34" charset="0"/>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fontAlgn="base">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lvl="1" indent="-285750" algn="l" rtl="0" fontAlgn="base">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lvl="2" indent="-228600" algn="l" rtl="0" fontAlgn="base">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lvl="3"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lvl="4"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0" fontAlgn="base" latinLnBrk="0" hangingPunct="0">
        <a:lnSpc>
          <a:spcPct val="100000"/>
        </a:lnSpc>
        <a:spcBef>
          <a:spcPct val="0"/>
        </a:spcBef>
        <a:spcAft>
          <a:spcPct val="0"/>
        </a:spcAft>
        <a:buNone/>
        <a:defRPr sz="2400" b="0" i="0" u="none" kern="1200" baseline="0">
          <a:solidFill>
            <a:schemeClr val="tx1"/>
          </a:solidFill>
          <a:latin typeface="+mn-lt"/>
          <a:ea typeface="+mn-ea"/>
          <a:cs typeface="+mn-cs"/>
        </a:defRPr>
      </a:lvl1pPr>
      <a:lvl2pPr marL="457200" lvl="1" indent="0" algn="ctr" defTabSz="914400" eaLnBrk="0" fontAlgn="base" latinLnBrk="0" hangingPunct="0">
        <a:lnSpc>
          <a:spcPct val="120000"/>
        </a:lnSpc>
        <a:spcBef>
          <a:spcPct val="45000"/>
        </a:spcBef>
        <a:spcAft>
          <a:spcPct val="0"/>
        </a:spcAft>
        <a:buNone/>
        <a:defRPr sz="2000" b="0" i="1" u="none" kern="1200" baseline="0">
          <a:solidFill>
            <a:srgbClr val="FFFFFF"/>
          </a:solidFill>
          <a:latin typeface="+mn-lt"/>
          <a:ea typeface="+mn-ea"/>
          <a:cs typeface="+mn-cs"/>
        </a:defRPr>
      </a:lvl2pPr>
      <a:lvl3pPr marL="914400" lvl="2" indent="0" algn="ctr" defTabSz="914400" eaLnBrk="0" fontAlgn="base" latinLnBrk="0" hangingPunct="0">
        <a:lnSpc>
          <a:spcPct val="120000"/>
        </a:lnSpc>
        <a:spcBef>
          <a:spcPct val="45000"/>
        </a:spcBef>
        <a:spcAft>
          <a:spcPct val="0"/>
        </a:spcAft>
        <a:buNone/>
        <a:defRPr sz="2000" b="0" i="1" u="none" kern="1200" baseline="0">
          <a:solidFill>
            <a:srgbClr val="FFFFFF"/>
          </a:solidFill>
          <a:latin typeface="+mn-lt"/>
          <a:ea typeface="+mn-ea"/>
          <a:cs typeface="+mn-cs"/>
        </a:defRPr>
      </a:lvl3pPr>
      <a:lvl4pPr marL="1371600" lvl="3" indent="0" algn="ctr" defTabSz="914400" eaLnBrk="0" fontAlgn="base" latinLnBrk="0" hangingPunct="0">
        <a:lnSpc>
          <a:spcPct val="120000"/>
        </a:lnSpc>
        <a:spcBef>
          <a:spcPct val="45000"/>
        </a:spcBef>
        <a:spcAft>
          <a:spcPct val="0"/>
        </a:spcAft>
        <a:buNone/>
        <a:defRPr sz="2000" b="0" i="1" u="none" kern="1200" baseline="0">
          <a:solidFill>
            <a:srgbClr val="FFFFFF"/>
          </a:solidFill>
          <a:latin typeface="+mn-lt"/>
          <a:ea typeface="+mn-ea"/>
          <a:cs typeface="+mn-cs"/>
        </a:defRPr>
      </a:lvl4pPr>
      <a:lvl5pPr marL="1828800" lvl="4" indent="0" algn="ctr" defTabSz="914400" eaLnBrk="0" fontAlgn="base" latinLnBrk="0" hangingPunct="0">
        <a:lnSpc>
          <a:spcPct val="120000"/>
        </a:lnSpc>
        <a:spcBef>
          <a:spcPct val="45000"/>
        </a:spcBef>
        <a:spcAft>
          <a:spcPct val="0"/>
        </a:spcAft>
        <a:buNone/>
        <a:defRPr sz="2000" b="0" i="1" u="none" kern="1200" baseline="0">
          <a:solidFill>
            <a:srgbClr val="FFFFFF"/>
          </a:solidFill>
          <a:latin typeface="+mn-lt"/>
          <a:ea typeface="+mn-ea"/>
          <a:cs typeface="+mn-cs"/>
        </a:defRPr>
      </a:lvl5pPr>
      <a:lvl6pPr marL="2286000" lvl="5" indent="0" algn="ctr" defTabSz="914400" eaLnBrk="0" fontAlgn="base" latinLnBrk="0" hangingPunct="0">
        <a:lnSpc>
          <a:spcPct val="120000"/>
        </a:lnSpc>
        <a:spcBef>
          <a:spcPct val="45000"/>
        </a:spcBef>
        <a:spcAft>
          <a:spcPct val="0"/>
        </a:spcAft>
        <a:buNone/>
        <a:defRPr sz="2000" b="0" i="1" u="none" kern="1200" baseline="0">
          <a:solidFill>
            <a:srgbClr val="FFFFFF"/>
          </a:solidFill>
          <a:latin typeface="+mn-lt"/>
          <a:ea typeface="+mn-ea"/>
          <a:cs typeface="+mn-cs"/>
        </a:defRPr>
      </a:lvl6pPr>
      <a:lvl7pPr marL="2743200" lvl="6" indent="0" algn="ctr" defTabSz="914400" eaLnBrk="0" fontAlgn="base" latinLnBrk="0" hangingPunct="0">
        <a:lnSpc>
          <a:spcPct val="120000"/>
        </a:lnSpc>
        <a:spcBef>
          <a:spcPct val="45000"/>
        </a:spcBef>
        <a:spcAft>
          <a:spcPct val="0"/>
        </a:spcAft>
        <a:buNone/>
        <a:defRPr sz="2000" b="0" i="1" u="none" kern="1200" baseline="0">
          <a:solidFill>
            <a:srgbClr val="FFFFFF"/>
          </a:solidFill>
          <a:latin typeface="+mn-lt"/>
          <a:ea typeface="+mn-ea"/>
          <a:cs typeface="+mn-cs"/>
        </a:defRPr>
      </a:lvl7pPr>
      <a:lvl8pPr marL="3200400" lvl="7" indent="0" algn="ctr" defTabSz="914400" eaLnBrk="0" fontAlgn="base" latinLnBrk="0" hangingPunct="0">
        <a:lnSpc>
          <a:spcPct val="120000"/>
        </a:lnSpc>
        <a:spcBef>
          <a:spcPct val="45000"/>
        </a:spcBef>
        <a:spcAft>
          <a:spcPct val="0"/>
        </a:spcAft>
        <a:buNone/>
        <a:defRPr sz="2000" b="0" i="1" u="none" kern="1200" baseline="0">
          <a:solidFill>
            <a:srgbClr val="FFFFFF"/>
          </a:solidFill>
          <a:latin typeface="+mn-lt"/>
          <a:ea typeface="+mn-ea"/>
          <a:cs typeface="+mn-cs"/>
        </a:defRPr>
      </a:lvl8pPr>
      <a:lvl9pPr marL="3657600" lvl="8" indent="0" algn="ctr" defTabSz="914400" eaLnBrk="0" fontAlgn="base" latinLnBrk="0" hangingPunct="0">
        <a:lnSpc>
          <a:spcPct val="120000"/>
        </a:lnSpc>
        <a:spcBef>
          <a:spcPct val="45000"/>
        </a:spcBef>
        <a:spcAft>
          <a:spcPct val="0"/>
        </a:spcAft>
        <a:buNone/>
        <a:defRPr sz="2000" b="0" i="1" u="none" kern="1200" baseline="0">
          <a:solidFill>
            <a:srgbClr val="FFFFFF"/>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5122" name="Title 879617">
            <a:extLst>
              <a:ext uri="{FF2B5EF4-FFF2-40B4-BE49-F238E27FC236}">
                <a16:creationId xmlns:a16="http://schemas.microsoft.com/office/drawing/2014/main" id="{05A23EA1-E564-59B4-3448-2E87EA20AD19}"/>
              </a:ext>
            </a:extLst>
          </p:cNvPr>
          <p:cNvSpPr>
            <a:spLocks noGrp="1" noChangeArrowheads="1"/>
          </p:cNvSpPr>
          <p:nvPr>
            <p:ph type="title" idx="4294967295"/>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5123" name="Text Placeholder 879618">
            <a:extLst>
              <a:ext uri="{FF2B5EF4-FFF2-40B4-BE49-F238E27FC236}">
                <a16:creationId xmlns:a16="http://schemas.microsoft.com/office/drawing/2014/main" id="{8D59438D-CA83-C0D4-44DC-7840F934ED82}"/>
              </a:ext>
            </a:extLst>
          </p:cNvPr>
          <p:cNvSpPr>
            <a:spLocks noGrp="1" noChangeArrowheads="1"/>
          </p:cNvSpPr>
          <p:nvPr>
            <p:ph type="body" idx="4294967295"/>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79620" name="Date Placeholder 879619">
            <a:extLst>
              <a:ext uri="{FF2B5EF4-FFF2-40B4-BE49-F238E27FC236}">
                <a16:creationId xmlns:a16="http://schemas.microsoft.com/office/drawing/2014/main" id="{CFF1B94B-E4D7-286A-C6DB-20D8DB1E6588}"/>
              </a:ext>
            </a:extLst>
          </p:cNvPr>
          <p:cNvSpPr>
            <a:spLocks noGrp="1"/>
          </p:cNvSpPr>
          <p:nvPr>
            <p:ph type="dt" sz="half" idx="2"/>
          </p:nvPr>
        </p:nvSpPr>
        <p:spPr>
          <a:xfrm>
            <a:off x="457200" y="6245225"/>
            <a:ext cx="2133600" cy="476250"/>
          </a:xfrm>
          <a:prstGeom prst="rect">
            <a:avLst/>
          </a:prstGeom>
          <a:noFill/>
          <a:ln w="9525">
            <a:noFill/>
          </a:ln>
        </p:spPr>
        <p:txBody>
          <a:bodyPr/>
          <a:lstStyle>
            <a:lvl1pPr>
              <a:defRPr sz="1400" i="0" noProof="1" dirty="0">
                <a:ea typeface="宋体" charset="-122"/>
              </a:defRPr>
            </a:lvl1pPr>
          </a:lstStyle>
          <a:p>
            <a:endParaRPr lang="zh-CN" altLang="en-US"/>
          </a:p>
        </p:txBody>
      </p:sp>
      <p:sp>
        <p:nvSpPr>
          <p:cNvPr id="879621" name="Footer Placeholder 879620">
            <a:extLst>
              <a:ext uri="{FF2B5EF4-FFF2-40B4-BE49-F238E27FC236}">
                <a16:creationId xmlns:a16="http://schemas.microsoft.com/office/drawing/2014/main" id="{F63B6896-77AC-1A59-B572-B119E9B100A0}"/>
              </a:ext>
            </a:extLst>
          </p:cNvPr>
          <p:cNvSpPr>
            <a:spLocks noGrp="1"/>
          </p:cNvSpPr>
          <p:nvPr>
            <p:ph type="ftr" sz="quarter" idx="3"/>
          </p:nvPr>
        </p:nvSpPr>
        <p:spPr>
          <a:xfrm>
            <a:off x="3124200" y="6245225"/>
            <a:ext cx="2895600" cy="476250"/>
          </a:xfrm>
          <a:prstGeom prst="rect">
            <a:avLst/>
          </a:prstGeom>
          <a:noFill/>
          <a:ln w="9525">
            <a:noFill/>
          </a:ln>
        </p:spPr>
        <p:txBody>
          <a:bodyPr/>
          <a:lstStyle>
            <a:lvl1pPr algn="ctr">
              <a:defRPr sz="1400" i="0" noProof="1" dirty="0">
                <a:ea typeface="宋体" charset="-122"/>
              </a:defRPr>
            </a:lvl1pPr>
          </a:lstStyle>
          <a:p>
            <a:endParaRPr lang="zh-CN" altLang="en-US"/>
          </a:p>
        </p:txBody>
      </p:sp>
      <p:sp>
        <p:nvSpPr>
          <p:cNvPr id="879622" name="Slide Number Placeholder 879621">
            <a:extLst>
              <a:ext uri="{FF2B5EF4-FFF2-40B4-BE49-F238E27FC236}">
                <a16:creationId xmlns:a16="http://schemas.microsoft.com/office/drawing/2014/main" id="{45C096AA-36CE-C8CE-8D61-6FE16CECE4D7}"/>
              </a:ext>
            </a:extLst>
          </p:cNvPr>
          <p:cNvSpPr>
            <a:spLocks noGrp="1"/>
          </p:cNvSpPr>
          <p:nvPr>
            <p:ph type="sldNum" sz="quarter" idx="4"/>
          </p:nvPr>
        </p:nvSpPr>
        <p:spPr>
          <a:xfrm>
            <a:off x="6553200" y="6245225"/>
            <a:ext cx="2133600" cy="476250"/>
          </a:xfrm>
          <a:prstGeom prst="rect">
            <a:avLst/>
          </a:prstGeom>
          <a:noFill/>
          <a:ln w="9525">
            <a:noFill/>
          </a:ln>
        </p:spPr>
        <p:txBody>
          <a:bodyPr vert="horz" wrap="square" lIns="91440" tIns="45720" rIns="91440" bIns="45720" numCol="1" anchor="t" anchorCtr="0" compatLnSpc="1">
            <a:prstTxWarp prst="textNoShape">
              <a:avLst/>
            </a:prstTxWarp>
          </a:bodyPr>
          <a:lstStyle>
            <a:lvl1pPr algn="r" eaLnBrk="0" hangingPunct="0">
              <a:lnSpc>
                <a:spcPct val="100000"/>
              </a:lnSpc>
              <a:spcBef>
                <a:spcPct val="0"/>
              </a:spcBef>
              <a:defRPr sz="1400" i="0">
                <a:solidFill>
                  <a:schemeClr val="tx1"/>
                </a:solidFill>
                <a:latin typeface="Arial" panose="020B0604020202020204" pitchFamily="34" charset="0"/>
              </a:defRPr>
            </a:lvl1pPr>
          </a:lstStyle>
          <a:p>
            <a:fld id="{168CA06C-382C-44E8-A01E-8F556D953B0B}" type="slidenum">
              <a:rPr lang="zh-CN" altLang="en-US"/>
              <a:pPr/>
              <a:t>‹#›</a:t>
            </a:fld>
            <a:endParaRPr lang="zh-CN" altLang="en-US"/>
          </a:p>
        </p:txBody>
      </p:sp>
    </p:spTree>
  </p:cSld>
  <p:clrMap bg1="lt1" tx1="dk1" bg2="lt2" tx2="dk2" accent1="accent1" accent2="accent2" accent3="accent3" accent4="accent4" accent5="accent5" accent6="accent6" hlink="hlink" folHlink="folHlink"/>
  <p:sldLayoutIdLst>
    <p:sldLayoutId id="2147483711" r:id="rId1"/>
    <p:sldLayoutId id="2147483710" r:id="rId2"/>
    <p:sldLayoutId id="2147483709" r:id="rId3"/>
    <p:sldLayoutId id="2147483708" r:id="rId4"/>
    <p:sldLayoutId id="2147483707" r:id="rId5"/>
    <p:sldLayoutId id="2147483706" r:id="rId6"/>
    <p:sldLayoutId id="2147483705" r:id="rId7"/>
    <p:sldLayoutId id="2147483704" r:id="rId8"/>
    <p:sldLayoutId id="2147483703" r:id="rId9"/>
    <p:sldLayoutId id="2147483702" r:id="rId10"/>
    <p:sldLayoutId id="2147483701" r:id="rId11"/>
  </p:sldLayoutIdLst>
  <p:hf hdr="0" ftr="0" dt="0"/>
  <p:txStyles>
    <p:titleStyle>
      <a:lvl1pPr algn="ctr" rtl="0" fontAlgn="base">
        <a:spcBef>
          <a:spcPct val="0"/>
        </a:spcBef>
        <a:spcAft>
          <a:spcPct val="0"/>
        </a:spcAft>
        <a:buFont typeface="Arial" panose="020B0604020202020204" pitchFamily="34" charset="0"/>
        <a:defRPr sz="4400" kern="1200">
          <a:solidFill>
            <a:schemeClr val="tx2"/>
          </a:solidFill>
          <a:latin typeface="+mj-lt"/>
          <a:ea typeface="+mj-ea"/>
          <a:cs typeface="+mj-cs"/>
        </a:defRPr>
      </a:lvl1pPr>
      <a:lvl2pPr algn="ctr" rtl="0" fontAlgn="base">
        <a:spcBef>
          <a:spcPct val="0"/>
        </a:spcBef>
        <a:spcAft>
          <a:spcPct val="0"/>
        </a:spcAft>
        <a:buFont typeface="Arial" panose="020B0604020202020204" pitchFamily="34" charset="0"/>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buFont typeface="Arial" panose="020B0604020202020204" pitchFamily="34" charset="0"/>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buFont typeface="Arial" panose="020B0604020202020204" pitchFamily="34" charset="0"/>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buFont typeface="Arial" panose="020B0604020202020204" pitchFamily="34" charset="0"/>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buFont typeface="Arial" panose="020B0604020202020204" pitchFamily="34" charset="0"/>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buFont typeface="Arial" panose="020B0604020202020204" pitchFamily="34" charset="0"/>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buFont typeface="Arial" panose="020B0604020202020204" pitchFamily="34" charset="0"/>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buFont typeface="Arial" panose="020B0604020202020204" pitchFamily="34" charset="0"/>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fontAlgn="base">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lvl="1" indent="-285750" algn="l" rtl="0" fontAlgn="base">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lvl="2" indent="-228600" algn="l" rtl="0" fontAlgn="base">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lvl="3"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lvl="4"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0" fontAlgn="base" latinLnBrk="0" hangingPunct="0">
        <a:lnSpc>
          <a:spcPct val="100000"/>
        </a:lnSpc>
        <a:spcBef>
          <a:spcPct val="0"/>
        </a:spcBef>
        <a:spcAft>
          <a:spcPct val="0"/>
        </a:spcAft>
        <a:buNone/>
        <a:defRPr sz="2400" b="0" i="0" u="none" kern="1200" baseline="0">
          <a:solidFill>
            <a:schemeClr val="tx1"/>
          </a:solidFill>
          <a:latin typeface="+mn-lt"/>
          <a:ea typeface="+mn-ea"/>
          <a:cs typeface="+mn-cs"/>
        </a:defRPr>
      </a:lvl1pPr>
      <a:lvl2pPr marL="457200" lvl="1" indent="0" algn="ctr" defTabSz="914400" eaLnBrk="0" fontAlgn="base" latinLnBrk="0" hangingPunct="0">
        <a:lnSpc>
          <a:spcPct val="120000"/>
        </a:lnSpc>
        <a:spcBef>
          <a:spcPct val="45000"/>
        </a:spcBef>
        <a:spcAft>
          <a:spcPct val="0"/>
        </a:spcAft>
        <a:buNone/>
        <a:defRPr sz="2000" b="0" i="1" u="none" kern="1200" baseline="0">
          <a:solidFill>
            <a:srgbClr val="FFFFFF"/>
          </a:solidFill>
          <a:latin typeface="+mn-lt"/>
          <a:ea typeface="+mn-ea"/>
          <a:cs typeface="+mn-cs"/>
        </a:defRPr>
      </a:lvl2pPr>
      <a:lvl3pPr marL="914400" lvl="2" indent="0" algn="ctr" defTabSz="914400" eaLnBrk="0" fontAlgn="base" latinLnBrk="0" hangingPunct="0">
        <a:lnSpc>
          <a:spcPct val="120000"/>
        </a:lnSpc>
        <a:spcBef>
          <a:spcPct val="45000"/>
        </a:spcBef>
        <a:spcAft>
          <a:spcPct val="0"/>
        </a:spcAft>
        <a:buNone/>
        <a:defRPr sz="2000" b="0" i="1" u="none" kern="1200" baseline="0">
          <a:solidFill>
            <a:srgbClr val="FFFFFF"/>
          </a:solidFill>
          <a:latin typeface="+mn-lt"/>
          <a:ea typeface="+mn-ea"/>
          <a:cs typeface="+mn-cs"/>
        </a:defRPr>
      </a:lvl3pPr>
      <a:lvl4pPr marL="1371600" lvl="3" indent="0" algn="ctr" defTabSz="914400" eaLnBrk="0" fontAlgn="base" latinLnBrk="0" hangingPunct="0">
        <a:lnSpc>
          <a:spcPct val="120000"/>
        </a:lnSpc>
        <a:spcBef>
          <a:spcPct val="45000"/>
        </a:spcBef>
        <a:spcAft>
          <a:spcPct val="0"/>
        </a:spcAft>
        <a:buNone/>
        <a:defRPr sz="2000" b="0" i="1" u="none" kern="1200" baseline="0">
          <a:solidFill>
            <a:srgbClr val="FFFFFF"/>
          </a:solidFill>
          <a:latin typeface="+mn-lt"/>
          <a:ea typeface="+mn-ea"/>
          <a:cs typeface="+mn-cs"/>
        </a:defRPr>
      </a:lvl4pPr>
      <a:lvl5pPr marL="1828800" lvl="4" indent="0" algn="ctr" defTabSz="914400" eaLnBrk="0" fontAlgn="base" latinLnBrk="0" hangingPunct="0">
        <a:lnSpc>
          <a:spcPct val="120000"/>
        </a:lnSpc>
        <a:spcBef>
          <a:spcPct val="45000"/>
        </a:spcBef>
        <a:spcAft>
          <a:spcPct val="0"/>
        </a:spcAft>
        <a:buNone/>
        <a:defRPr sz="2000" b="0" i="1" u="none" kern="1200" baseline="0">
          <a:solidFill>
            <a:srgbClr val="FFFFFF"/>
          </a:solidFill>
          <a:latin typeface="+mn-lt"/>
          <a:ea typeface="+mn-ea"/>
          <a:cs typeface="+mn-cs"/>
        </a:defRPr>
      </a:lvl5pPr>
      <a:lvl6pPr marL="2286000" lvl="5" indent="0" algn="ctr" defTabSz="914400" eaLnBrk="0" fontAlgn="base" latinLnBrk="0" hangingPunct="0">
        <a:lnSpc>
          <a:spcPct val="120000"/>
        </a:lnSpc>
        <a:spcBef>
          <a:spcPct val="45000"/>
        </a:spcBef>
        <a:spcAft>
          <a:spcPct val="0"/>
        </a:spcAft>
        <a:buNone/>
        <a:defRPr sz="2000" b="0" i="1" u="none" kern="1200" baseline="0">
          <a:solidFill>
            <a:srgbClr val="FFFFFF"/>
          </a:solidFill>
          <a:latin typeface="+mn-lt"/>
          <a:ea typeface="+mn-ea"/>
          <a:cs typeface="+mn-cs"/>
        </a:defRPr>
      </a:lvl6pPr>
      <a:lvl7pPr marL="2743200" lvl="6" indent="0" algn="ctr" defTabSz="914400" eaLnBrk="0" fontAlgn="base" latinLnBrk="0" hangingPunct="0">
        <a:lnSpc>
          <a:spcPct val="120000"/>
        </a:lnSpc>
        <a:spcBef>
          <a:spcPct val="45000"/>
        </a:spcBef>
        <a:spcAft>
          <a:spcPct val="0"/>
        </a:spcAft>
        <a:buNone/>
        <a:defRPr sz="2000" b="0" i="1" u="none" kern="1200" baseline="0">
          <a:solidFill>
            <a:srgbClr val="FFFFFF"/>
          </a:solidFill>
          <a:latin typeface="+mn-lt"/>
          <a:ea typeface="+mn-ea"/>
          <a:cs typeface="+mn-cs"/>
        </a:defRPr>
      </a:lvl7pPr>
      <a:lvl8pPr marL="3200400" lvl="7" indent="0" algn="ctr" defTabSz="914400" eaLnBrk="0" fontAlgn="base" latinLnBrk="0" hangingPunct="0">
        <a:lnSpc>
          <a:spcPct val="120000"/>
        </a:lnSpc>
        <a:spcBef>
          <a:spcPct val="45000"/>
        </a:spcBef>
        <a:spcAft>
          <a:spcPct val="0"/>
        </a:spcAft>
        <a:buNone/>
        <a:defRPr sz="2000" b="0" i="1" u="none" kern="1200" baseline="0">
          <a:solidFill>
            <a:srgbClr val="FFFFFF"/>
          </a:solidFill>
          <a:latin typeface="+mn-lt"/>
          <a:ea typeface="+mn-ea"/>
          <a:cs typeface="+mn-cs"/>
        </a:defRPr>
      </a:lvl8pPr>
      <a:lvl9pPr marL="3657600" lvl="8" indent="0" algn="ctr" defTabSz="914400" eaLnBrk="0" fontAlgn="base" latinLnBrk="0" hangingPunct="0">
        <a:lnSpc>
          <a:spcPct val="120000"/>
        </a:lnSpc>
        <a:spcBef>
          <a:spcPct val="45000"/>
        </a:spcBef>
        <a:spcAft>
          <a:spcPct val="0"/>
        </a:spcAft>
        <a:buNone/>
        <a:defRPr sz="2000" b="0" i="1" u="none" kern="1200" baseline="0">
          <a:solidFill>
            <a:srgbClr val="FFFFFF"/>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6146" name="Title 819201">
            <a:extLst>
              <a:ext uri="{FF2B5EF4-FFF2-40B4-BE49-F238E27FC236}">
                <a16:creationId xmlns:a16="http://schemas.microsoft.com/office/drawing/2014/main" id="{A01874F9-55D6-5E85-1B0C-D868E3A9FECD}"/>
              </a:ext>
            </a:extLst>
          </p:cNvPr>
          <p:cNvSpPr>
            <a:spLocks noGrp="1" noChangeArrowheads="1"/>
          </p:cNvSpPr>
          <p:nvPr>
            <p:ph type="title" idx="4294967295"/>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6147" name="Text Placeholder 819202">
            <a:extLst>
              <a:ext uri="{FF2B5EF4-FFF2-40B4-BE49-F238E27FC236}">
                <a16:creationId xmlns:a16="http://schemas.microsoft.com/office/drawing/2014/main" id="{82B0B7EE-0D01-8D50-FD5C-F8197A71C6C4}"/>
              </a:ext>
            </a:extLst>
          </p:cNvPr>
          <p:cNvSpPr>
            <a:spLocks noGrp="1" noChangeArrowheads="1"/>
          </p:cNvSpPr>
          <p:nvPr>
            <p:ph type="body" idx="4294967295"/>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19204" name="Date Placeholder 819203">
            <a:extLst>
              <a:ext uri="{FF2B5EF4-FFF2-40B4-BE49-F238E27FC236}">
                <a16:creationId xmlns:a16="http://schemas.microsoft.com/office/drawing/2014/main" id="{F53791D8-F6A8-D9F5-5F0D-9EAD25CF70C8}"/>
              </a:ext>
            </a:extLst>
          </p:cNvPr>
          <p:cNvSpPr>
            <a:spLocks noGrp="1"/>
          </p:cNvSpPr>
          <p:nvPr>
            <p:ph type="dt" sz="half" idx="2"/>
          </p:nvPr>
        </p:nvSpPr>
        <p:spPr>
          <a:xfrm>
            <a:off x="457200" y="6245225"/>
            <a:ext cx="2133600" cy="476250"/>
          </a:xfrm>
          <a:prstGeom prst="rect">
            <a:avLst/>
          </a:prstGeom>
          <a:noFill/>
          <a:ln w="9525">
            <a:noFill/>
          </a:ln>
        </p:spPr>
        <p:txBody>
          <a:bodyPr/>
          <a:lstStyle>
            <a:lvl1pPr>
              <a:defRPr sz="1400" i="0" noProof="1" dirty="0">
                <a:ea typeface="宋体" charset="-122"/>
              </a:defRPr>
            </a:lvl1pPr>
          </a:lstStyle>
          <a:p>
            <a:endParaRPr lang="zh-CN" altLang="en-US"/>
          </a:p>
        </p:txBody>
      </p:sp>
      <p:sp>
        <p:nvSpPr>
          <p:cNvPr id="819205" name="Footer Placeholder 819204">
            <a:extLst>
              <a:ext uri="{FF2B5EF4-FFF2-40B4-BE49-F238E27FC236}">
                <a16:creationId xmlns:a16="http://schemas.microsoft.com/office/drawing/2014/main" id="{73A6153B-8E59-F3B8-A657-598388DC5B47}"/>
              </a:ext>
            </a:extLst>
          </p:cNvPr>
          <p:cNvSpPr>
            <a:spLocks noGrp="1"/>
          </p:cNvSpPr>
          <p:nvPr>
            <p:ph type="ftr" sz="quarter" idx="3"/>
          </p:nvPr>
        </p:nvSpPr>
        <p:spPr>
          <a:xfrm>
            <a:off x="3124200" y="6245225"/>
            <a:ext cx="2895600" cy="476250"/>
          </a:xfrm>
          <a:prstGeom prst="rect">
            <a:avLst/>
          </a:prstGeom>
          <a:noFill/>
          <a:ln w="9525">
            <a:noFill/>
          </a:ln>
        </p:spPr>
        <p:txBody>
          <a:bodyPr/>
          <a:lstStyle>
            <a:lvl1pPr algn="ctr">
              <a:defRPr sz="1400" i="0" noProof="1" dirty="0">
                <a:ea typeface="宋体" charset="-122"/>
              </a:defRPr>
            </a:lvl1pPr>
          </a:lstStyle>
          <a:p>
            <a:endParaRPr lang="zh-CN" altLang="en-US"/>
          </a:p>
        </p:txBody>
      </p:sp>
      <p:sp>
        <p:nvSpPr>
          <p:cNvPr id="819206" name="Slide Number Placeholder 819205">
            <a:extLst>
              <a:ext uri="{FF2B5EF4-FFF2-40B4-BE49-F238E27FC236}">
                <a16:creationId xmlns:a16="http://schemas.microsoft.com/office/drawing/2014/main" id="{E09E5C62-F401-00F7-AEC0-0F53D8AC4549}"/>
              </a:ext>
            </a:extLst>
          </p:cNvPr>
          <p:cNvSpPr>
            <a:spLocks noGrp="1"/>
          </p:cNvSpPr>
          <p:nvPr>
            <p:ph type="sldNum" sz="quarter" idx="4"/>
          </p:nvPr>
        </p:nvSpPr>
        <p:spPr>
          <a:xfrm>
            <a:off x="6553200" y="6245225"/>
            <a:ext cx="2133600" cy="476250"/>
          </a:xfrm>
          <a:prstGeom prst="rect">
            <a:avLst/>
          </a:prstGeom>
          <a:noFill/>
          <a:ln w="9525">
            <a:noFill/>
          </a:ln>
        </p:spPr>
        <p:txBody>
          <a:bodyPr vert="horz" wrap="square" lIns="91440" tIns="45720" rIns="91440" bIns="45720" numCol="1" anchor="t" anchorCtr="0" compatLnSpc="1">
            <a:prstTxWarp prst="textNoShape">
              <a:avLst/>
            </a:prstTxWarp>
          </a:bodyPr>
          <a:lstStyle>
            <a:lvl1pPr algn="r" eaLnBrk="0" hangingPunct="0">
              <a:lnSpc>
                <a:spcPct val="100000"/>
              </a:lnSpc>
              <a:spcBef>
                <a:spcPct val="0"/>
              </a:spcBef>
              <a:defRPr sz="1400" i="0">
                <a:solidFill>
                  <a:schemeClr val="tx1"/>
                </a:solidFill>
                <a:latin typeface="Arial" panose="020B0604020202020204" pitchFamily="34" charset="0"/>
              </a:defRPr>
            </a:lvl1pPr>
          </a:lstStyle>
          <a:p>
            <a:fld id="{4CCC0BD2-4394-447F-9E11-05A210CC59FE}" type="slidenum">
              <a:rPr lang="zh-CN" altLang="en-US"/>
              <a:pPr/>
              <a:t>‹#›</a:t>
            </a:fld>
            <a:endParaRPr lang="zh-CN" altLang="en-US"/>
          </a:p>
        </p:txBody>
      </p:sp>
    </p:spTree>
  </p:cSld>
  <p:clrMap bg1="lt1" tx1="dk1" bg2="lt2" tx2="dk2" accent1="accent1" accent2="accent2" accent3="accent3" accent4="accent4" accent5="accent5" accent6="accent6" hlink="hlink" folHlink="folHlink"/>
  <p:sldLayoutIdLst>
    <p:sldLayoutId id="2147483722" r:id="rId1"/>
    <p:sldLayoutId id="2147483721" r:id="rId2"/>
    <p:sldLayoutId id="2147483720" r:id="rId3"/>
    <p:sldLayoutId id="2147483719" r:id="rId4"/>
    <p:sldLayoutId id="2147483718" r:id="rId5"/>
    <p:sldLayoutId id="2147483717" r:id="rId6"/>
    <p:sldLayoutId id="2147483716" r:id="rId7"/>
    <p:sldLayoutId id="2147483715" r:id="rId8"/>
    <p:sldLayoutId id="2147483714" r:id="rId9"/>
    <p:sldLayoutId id="2147483713" r:id="rId10"/>
    <p:sldLayoutId id="2147483712" r:id="rId11"/>
  </p:sldLayoutIdLst>
  <p:hf hdr="0" ftr="0" dt="0"/>
  <p:txStyles>
    <p:titleStyle>
      <a:lvl1pPr algn="ctr" rtl="0" fontAlgn="base">
        <a:spcBef>
          <a:spcPct val="0"/>
        </a:spcBef>
        <a:spcAft>
          <a:spcPct val="0"/>
        </a:spcAft>
        <a:buFont typeface="Arial" panose="020B0604020202020204" pitchFamily="34" charset="0"/>
        <a:defRPr sz="4400" kern="1200">
          <a:solidFill>
            <a:schemeClr val="tx2"/>
          </a:solidFill>
          <a:latin typeface="+mj-lt"/>
          <a:ea typeface="+mj-ea"/>
          <a:cs typeface="+mj-cs"/>
        </a:defRPr>
      </a:lvl1pPr>
      <a:lvl2pPr algn="ctr" rtl="0" fontAlgn="base">
        <a:spcBef>
          <a:spcPct val="0"/>
        </a:spcBef>
        <a:spcAft>
          <a:spcPct val="0"/>
        </a:spcAft>
        <a:buFont typeface="Arial" panose="020B0604020202020204" pitchFamily="34" charset="0"/>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buFont typeface="Arial" panose="020B0604020202020204" pitchFamily="34" charset="0"/>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buFont typeface="Arial" panose="020B0604020202020204" pitchFamily="34" charset="0"/>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buFont typeface="Arial" panose="020B0604020202020204" pitchFamily="34" charset="0"/>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buFont typeface="Arial" panose="020B0604020202020204" pitchFamily="34" charset="0"/>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buFont typeface="Arial" panose="020B0604020202020204" pitchFamily="34" charset="0"/>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buFont typeface="Arial" panose="020B0604020202020204" pitchFamily="34" charset="0"/>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buFont typeface="Arial" panose="020B0604020202020204" pitchFamily="34" charset="0"/>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fontAlgn="base">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lvl="1" indent="-285750" algn="l" rtl="0" fontAlgn="base">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lvl="2" indent="-228600" algn="l" rtl="0" fontAlgn="base">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lvl="3"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lvl="4"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0" fontAlgn="base" latinLnBrk="0" hangingPunct="0">
        <a:lnSpc>
          <a:spcPct val="100000"/>
        </a:lnSpc>
        <a:spcBef>
          <a:spcPct val="0"/>
        </a:spcBef>
        <a:spcAft>
          <a:spcPct val="0"/>
        </a:spcAft>
        <a:buNone/>
        <a:defRPr sz="2400" b="0" i="0" u="none" kern="1200" baseline="0">
          <a:solidFill>
            <a:schemeClr val="tx1"/>
          </a:solidFill>
          <a:latin typeface="+mn-lt"/>
          <a:ea typeface="+mn-ea"/>
          <a:cs typeface="+mn-cs"/>
        </a:defRPr>
      </a:lvl1pPr>
      <a:lvl2pPr marL="457200" lvl="1" indent="0" algn="ctr" defTabSz="914400" eaLnBrk="0" fontAlgn="base" latinLnBrk="0" hangingPunct="0">
        <a:lnSpc>
          <a:spcPct val="120000"/>
        </a:lnSpc>
        <a:spcBef>
          <a:spcPct val="45000"/>
        </a:spcBef>
        <a:spcAft>
          <a:spcPct val="0"/>
        </a:spcAft>
        <a:buNone/>
        <a:defRPr sz="2000" b="0" i="1" u="none" kern="1200" baseline="0">
          <a:solidFill>
            <a:srgbClr val="FFFFFF"/>
          </a:solidFill>
          <a:latin typeface="+mn-lt"/>
          <a:ea typeface="+mn-ea"/>
          <a:cs typeface="+mn-cs"/>
        </a:defRPr>
      </a:lvl2pPr>
      <a:lvl3pPr marL="914400" lvl="2" indent="0" algn="ctr" defTabSz="914400" eaLnBrk="0" fontAlgn="base" latinLnBrk="0" hangingPunct="0">
        <a:lnSpc>
          <a:spcPct val="120000"/>
        </a:lnSpc>
        <a:spcBef>
          <a:spcPct val="45000"/>
        </a:spcBef>
        <a:spcAft>
          <a:spcPct val="0"/>
        </a:spcAft>
        <a:buNone/>
        <a:defRPr sz="2000" b="0" i="1" u="none" kern="1200" baseline="0">
          <a:solidFill>
            <a:srgbClr val="FFFFFF"/>
          </a:solidFill>
          <a:latin typeface="+mn-lt"/>
          <a:ea typeface="+mn-ea"/>
          <a:cs typeface="+mn-cs"/>
        </a:defRPr>
      </a:lvl3pPr>
      <a:lvl4pPr marL="1371600" lvl="3" indent="0" algn="ctr" defTabSz="914400" eaLnBrk="0" fontAlgn="base" latinLnBrk="0" hangingPunct="0">
        <a:lnSpc>
          <a:spcPct val="120000"/>
        </a:lnSpc>
        <a:spcBef>
          <a:spcPct val="45000"/>
        </a:spcBef>
        <a:spcAft>
          <a:spcPct val="0"/>
        </a:spcAft>
        <a:buNone/>
        <a:defRPr sz="2000" b="0" i="1" u="none" kern="1200" baseline="0">
          <a:solidFill>
            <a:srgbClr val="FFFFFF"/>
          </a:solidFill>
          <a:latin typeface="+mn-lt"/>
          <a:ea typeface="+mn-ea"/>
          <a:cs typeface="+mn-cs"/>
        </a:defRPr>
      </a:lvl4pPr>
      <a:lvl5pPr marL="1828800" lvl="4" indent="0" algn="ctr" defTabSz="914400" eaLnBrk="0" fontAlgn="base" latinLnBrk="0" hangingPunct="0">
        <a:lnSpc>
          <a:spcPct val="120000"/>
        </a:lnSpc>
        <a:spcBef>
          <a:spcPct val="45000"/>
        </a:spcBef>
        <a:spcAft>
          <a:spcPct val="0"/>
        </a:spcAft>
        <a:buNone/>
        <a:defRPr sz="2000" b="0" i="1" u="none" kern="1200" baseline="0">
          <a:solidFill>
            <a:srgbClr val="FFFFFF"/>
          </a:solidFill>
          <a:latin typeface="+mn-lt"/>
          <a:ea typeface="+mn-ea"/>
          <a:cs typeface="+mn-cs"/>
        </a:defRPr>
      </a:lvl5pPr>
      <a:lvl6pPr marL="2286000" lvl="5" indent="0" algn="ctr" defTabSz="914400" eaLnBrk="0" fontAlgn="base" latinLnBrk="0" hangingPunct="0">
        <a:lnSpc>
          <a:spcPct val="120000"/>
        </a:lnSpc>
        <a:spcBef>
          <a:spcPct val="45000"/>
        </a:spcBef>
        <a:spcAft>
          <a:spcPct val="0"/>
        </a:spcAft>
        <a:buNone/>
        <a:defRPr sz="2000" b="0" i="1" u="none" kern="1200" baseline="0">
          <a:solidFill>
            <a:srgbClr val="FFFFFF"/>
          </a:solidFill>
          <a:latin typeface="+mn-lt"/>
          <a:ea typeface="+mn-ea"/>
          <a:cs typeface="+mn-cs"/>
        </a:defRPr>
      </a:lvl6pPr>
      <a:lvl7pPr marL="2743200" lvl="6" indent="0" algn="ctr" defTabSz="914400" eaLnBrk="0" fontAlgn="base" latinLnBrk="0" hangingPunct="0">
        <a:lnSpc>
          <a:spcPct val="120000"/>
        </a:lnSpc>
        <a:spcBef>
          <a:spcPct val="45000"/>
        </a:spcBef>
        <a:spcAft>
          <a:spcPct val="0"/>
        </a:spcAft>
        <a:buNone/>
        <a:defRPr sz="2000" b="0" i="1" u="none" kern="1200" baseline="0">
          <a:solidFill>
            <a:srgbClr val="FFFFFF"/>
          </a:solidFill>
          <a:latin typeface="+mn-lt"/>
          <a:ea typeface="+mn-ea"/>
          <a:cs typeface="+mn-cs"/>
        </a:defRPr>
      </a:lvl7pPr>
      <a:lvl8pPr marL="3200400" lvl="7" indent="0" algn="ctr" defTabSz="914400" eaLnBrk="0" fontAlgn="base" latinLnBrk="0" hangingPunct="0">
        <a:lnSpc>
          <a:spcPct val="120000"/>
        </a:lnSpc>
        <a:spcBef>
          <a:spcPct val="45000"/>
        </a:spcBef>
        <a:spcAft>
          <a:spcPct val="0"/>
        </a:spcAft>
        <a:buNone/>
        <a:defRPr sz="2000" b="0" i="1" u="none" kern="1200" baseline="0">
          <a:solidFill>
            <a:srgbClr val="FFFFFF"/>
          </a:solidFill>
          <a:latin typeface="+mn-lt"/>
          <a:ea typeface="+mn-ea"/>
          <a:cs typeface="+mn-cs"/>
        </a:defRPr>
      </a:lvl8pPr>
      <a:lvl9pPr marL="3657600" lvl="8" indent="0" algn="ctr" defTabSz="914400" eaLnBrk="0" fontAlgn="base" latinLnBrk="0" hangingPunct="0">
        <a:lnSpc>
          <a:spcPct val="120000"/>
        </a:lnSpc>
        <a:spcBef>
          <a:spcPct val="45000"/>
        </a:spcBef>
        <a:spcAft>
          <a:spcPct val="0"/>
        </a:spcAft>
        <a:buNone/>
        <a:defRPr sz="2000" b="0" i="1" u="none" kern="1200" baseline="0">
          <a:solidFill>
            <a:srgbClr val="FFFFFF"/>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emf"/></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2.bin"/><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slideLayout" Target="../slideLayouts/slideLayout12.xml"/><Relationship Id="rId1" Type="http://schemas.openxmlformats.org/officeDocument/2006/relationships/control" Target="../activeX/activeX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slideLayout" Target="../slideLayouts/slideLayout12.xml"/><Relationship Id="rId1" Type="http://schemas.openxmlformats.org/officeDocument/2006/relationships/control" Target="../activeX/activeX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slideLayout" Target="../slideLayouts/slideLayout4.xml"/><Relationship Id="rId1" Type="http://schemas.openxmlformats.org/officeDocument/2006/relationships/control" Target="../activeX/activeX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2.xml"/><Relationship Id="rId1" Type="http://schemas.openxmlformats.org/officeDocument/2006/relationships/control" Target="../activeX/activeX4.xml"/><Relationship Id="rId4" Type="http://schemas.openxmlformats.org/officeDocument/2006/relationships/image" Target="../media/image8.w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slideLayout" Target="../slideLayouts/slideLayout12.xml"/><Relationship Id="rId1" Type="http://schemas.openxmlformats.org/officeDocument/2006/relationships/control" Target="../activeX/activeX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slideLayout" Target="../slideLayouts/slideLayout2.xml"/><Relationship Id="rId1" Type="http://schemas.openxmlformats.org/officeDocument/2006/relationships/control" Target="../activeX/activeX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slideLayout" Target="../slideLayouts/slideLayout2.xml"/><Relationship Id="rId1" Type="http://schemas.openxmlformats.org/officeDocument/2006/relationships/control" Target="../activeX/activeX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slideLayout" Target="../slideLayouts/slideLayout12.xml"/><Relationship Id="rId1" Type="http://schemas.openxmlformats.org/officeDocument/2006/relationships/control" Target="../activeX/activeX8.xml"/></Relationships>
</file>

<file path=ppt/slides/_rels/slide55.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slideLayout" Target="../slideLayouts/slideLayout12.xml"/><Relationship Id="rId1" Type="http://schemas.openxmlformats.org/officeDocument/2006/relationships/control" Target="../activeX/activeX9.xml"/></Relationships>
</file>

<file path=ppt/slides/_rels/slide56.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slideLayout" Target="../slideLayouts/slideLayout2.xml"/><Relationship Id="rId1" Type="http://schemas.openxmlformats.org/officeDocument/2006/relationships/control" Target="../activeX/activeX10.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slideLayout" Target="../slideLayouts/slideLayout13.xml"/><Relationship Id="rId1" Type="http://schemas.openxmlformats.org/officeDocument/2006/relationships/control" Target="../activeX/activeX1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Title 567297">
            <a:extLst>
              <a:ext uri="{FF2B5EF4-FFF2-40B4-BE49-F238E27FC236}">
                <a16:creationId xmlns:a16="http://schemas.microsoft.com/office/drawing/2014/main" id="{11A734C9-B66B-9194-006E-8292AADF07FA}"/>
              </a:ext>
            </a:extLst>
          </p:cNvPr>
          <p:cNvSpPr>
            <a:spLocks noGrp="1" noChangeArrowheads="1"/>
          </p:cNvSpPr>
          <p:nvPr>
            <p:ph type="ctrTitle"/>
          </p:nvPr>
        </p:nvSpPr>
        <p:spPr>
          <a:xfrm>
            <a:off x="900113" y="3810000"/>
            <a:ext cx="7848600" cy="2211388"/>
          </a:xfrm>
          <a:effectLst>
            <a:outerShdw dist="17961" dir="2700000" algn="ctr" rotWithShape="0">
              <a:schemeClr val="bg2"/>
            </a:outerShdw>
          </a:effectLst>
        </p:spPr>
        <p:txBody>
          <a:bodyPr/>
          <a:lstStyle/>
          <a:p>
            <a:pPr algn="ctr">
              <a:lnSpc>
                <a:spcPct val="110000"/>
              </a:lnSpc>
              <a:buClrTx/>
            </a:pPr>
            <a:r>
              <a:rPr lang="zh-CN" altLang="en-US" sz="4800" u="sng">
                <a:solidFill>
                  <a:schemeClr val="tx1"/>
                </a:solidFill>
                <a:latin typeface="华文隶书" panose="02010800040101010101" pitchFamily="2" charset="-122"/>
                <a:ea typeface="华文隶书" panose="02010800040101010101" pitchFamily="2" charset="-122"/>
              </a:rPr>
              <a:t>第三讲</a:t>
            </a:r>
            <a:r>
              <a:rPr lang="zh-CN" altLang="en-US" sz="5400">
                <a:solidFill>
                  <a:schemeClr val="tx1"/>
                </a:solidFill>
                <a:latin typeface="华文隶书" panose="02010800040101010101" pitchFamily="2" charset="-122"/>
                <a:ea typeface="华文隶书" panose="02010800040101010101" pitchFamily="2" charset="-122"/>
              </a:rPr>
              <a:t> </a:t>
            </a:r>
            <a:br>
              <a:rPr lang="zh-CN" altLang="en-US" sz="5400">
                <a:solidFill>
                  <a:schemeClr val="tx1"/>
                </a:solidFill>
                <a:latin typeface="华文隶书" panose="02010800040101010101" pitchFamily="2" charset="-122"/>
                <a:ea typeface="华文隶书" panose="02010800040101010101" pitchFamily="2" charset="-122"/>
              </a:rPr>
            </a:br>
            <a:r>
              <a:rPr lang="zh-CN" altLang="en-US" sz="4800">
                <a:solidFill>
                  <a:schemeClr val="tx1"/>
                </a:solidFill>
                <a:latin typeface="华文隶书" panose="02010800040101010101" pitchFamily="2" charset="-122"/>
                <a:ea typeface="华文隶书" panose="02010800040101010101" pitchFamily="2" charset="-122"/>
              </a:rPr>
              <a:t>简单国民收入决定模型</a:t>
            </a:r>
            <a:br>
              <a:rPr lang="en-US" altLang="zh-CN" sz="4800">
                <a:solidFill>
                  <a:schemeClr val="tx1"/>
                </a:solidFill>
                <a:latin typeface="华文隶书" panose="02010800040101010101" pitchFamily="2" charset="-122"/>
                <a:ea typeface="华文隶书" panose="02010800040101010101" pitchFamily="2" charset="-122"/>
              </a:rPr>
            </a:br>
            <a:endParaRPr lang="en-AU" altLang="zh-CN" sz="2800">
              <a:solidFill>
                <a:schemeClr val="tx1"/>
              </a:solidFill>
            </a:endParaRPr>
          </a:p>
        </p:txBody>
      </p:sp>
      <p:sp>
        <p:nvSpPr>
          <p:cNvPr id="567303" name="文本框 567302">
            <a:extLst>
              <a:ext uri="{FF2B5EF4-FFF2-40B4-BE49-F238E27FC236}">
                <a16:creationId xmlns:a16="http://schemas.microsoft.com/office/drawing/2014/main" id="{6C5ED2BB-CDF2-8843-F28F-7A5DE04D3DC3}"/>
              </a:ext>
            </a:extLst>
          </p:cNvPr>
          <p:cNvSpPr txBox="1"/>
          <p:nvPr/>
        </p:nvSpPr>
        <p:spPr>
          <a:xfrm>
            <a:off x="381000" y="139700"/>
            <a:ext cx="8458200" cy="1079500"/>
          </a:xfrm>
          <a:prstGeom prst="rect">
            <a:avLst/>
          </a:prstGeom>
          <a:noFill/>
          <a:ln w="9525">
            <a:noFill/>
          </a:ln>
        </p:spPr>
        <p:txBody>
          <a:bodyPr>
            <a:spAutoFit/>
          </a:bodyPr>
          <a:lstStyle/>
          <a:p>
            <a:pPr algn="ctr">
              <a:spcBef>
                <a:spcPct val="50000"/>
              </a:spcBef>
              <a:buClr>
                <a:srgbClr val="99CCCC"/>
              </a:buClr>
            </a:pPr>
            <a:r>
              <a:rPr lang="zh-CN" altLang="en-AU" sz="5400" i="0" noProof="1">
                <a:effectLst>
                  <a:outerShdw blurRad="38100" dist="38100" dir="2700000">
                    <a:srgbClr val="000000"/>
                  </a:outerShdw>
                </a:effectLst>
                <a:latin typeface="华文新魏" pitchFamily="2" charset="-122"/>
                <a:ea typeface="华文新魏" pitchFamily="2" charset="-122"/>
                <a:cs typeface="+mn-ea"/>
              </a:rPr>
              <a:t>宏观经济学 </a:t>
            </a:r>
            <a:r>
              <a:rPr lang="en-AU" altLang="zh-CN" sz="4000" i="0" noProof="1">
                <a:effectLst>
                  <a:outerShdw blurRad="38100" dist="38100" dir="2700000">
                    <a:srgbClr val="000000"/>
                  </a:outerShdw>
                </a:effectLst>
                <a:ea typeface="华文新魏" pitchFamily="2" charset="-122"/>
                <a:cs typeface="+mn-ea"/>
              </a:rPr>
              <a:t>Macroeconomics</a:t>
            </a:r>
            <a:endParaRPr lang="en-AU" altLang="zh-CN" sz="4000" i="0" noProof="1">
              <a:effectLst>
                <a:outerShdw blurRad="38100" dist="38100" dir="2700000">
                  <a:srgbClr val="000000"/>
                </a:outerShdw>
              </a:effectLst>
              <a:ea typeface="华文新魏" pitchFamily="2" charset="-122"/>
            </a:endParaRPr>
          </a:p>
        </p:txBody>
      </p:sp>
      <p:graphicFrame>
        <p:nvGraphicFramePr>
          <p:cNvPr id="10243" name="对象 567342">
            <a:extLst>
              <a:ext uri="{FF2B5EF4-FFF2-40B4-BE49-F238E27FC236}">
                <a16:creationId xmlns:a16="http://schemas.microsoft.com/office/drawing/2014/main" id="{31A4B024-96E1-8249-701C-7F12DEF69E48}"/>
              </a:ext>
            </a:extLst>
          </p:cNvPr>
          <p:cNvGraphicFramePr>
            <a:graphicFrameLocks/>
          </p:cNvGraphicFramePr>
          <p:nvPr/>
        </p:nvGraphicFramePr>
        <p:xfrm>
          <a:off x="1331913" y="1341438"/>
          <a:ext cx="6588125" cy="2374900"/>
        </p:xfrm>
        <a:graphic>
          <a:graphicData uri="http://schemas.openxmlformats.org/presentationml/2006/ole">
            <mc:AlternateContent xmlns:mc="http://schemas.openxmlformats.org/markup-compatibility/2006">
              <mc:Choice xmlns:v="urn:schemas-microsoft-com:vml" Requires="v">
                <p:oleObj r:id="rId3" imgW="6075000" imgH="4053600" progId="MSGraph.Chart.8">
                  <p:embed/>
                </p:oleObj>
              </mc:Choice>
              <mc:Fallback>
                <p:oleObj r:id="rId3" imgW="6075000" imgH="4053600" progId="MSGraph.Chart.8">
                  <p:embed/>
                  <p:pic>
                    <p:nvPicPr>
                      <p:cNvPr id="0" name="对象 56734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1913" y="1341438"/>
                        <a:ext cx="6588125" cy="237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pic>
                </p:oleObj>
              </mc:Fallback>
            </mc:AlternateContent>
          </a:graphicData>
        </a:graphic>
      </p:graphicFrame>
    </p:spTree>
  </p:cSld>
  <p:clrMapOvr>
    <a:masterClrMapping/>
  </p:clrMapOvr>
  <p:transition spd="med">
    <p:zoom/>
  </p:transition>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89" name="Title 902145">
            <a:extLst>
              <a:ext uri="{FF2B5EF4-FFF2-40B4-BE49-F238E27FC236}">
                <a16:creationId xmlns:a16="http://schemas.microsoft.com/office/drawing/2014/main" id="{000C4262-4E96-23E1-E96B-0C9048710D11}"/>
              </a:ext>
            </a:extLst>
          </p:cNvPr>
          <p:cNvSpPr>
            <a:spLocks noGrp="1" noChangeArrowheads="1"/>
          </p:cNvSpPr>
          <p:nvPr>
            <p:ph type="title"/>
          </p:nvPr>
        </p:nvSpPr>
        <p:spPr/>
        <p:txBody>
          <a:bodyPr/>
          <a:lstStyle/>
          <a:p>
            <a:r>
              <a:rPr lang="zh-CN" altLang="en-US" b="1">
                <a:latin typeface="楷体_GB2312" panose="02010609030101010101" pitchFamily="49" charset="-122"/>
                <a:ea typeface="楷体_GB2312" panose="02010609030101010101" pitchFamily="49" charset="-122"/>
              </a:rPr>
              <a:t>第三讲 简单国民收入决定模型</a:t>
            </a:r>
            <a:endParaRPr lang="en-AU" altLang="zh-CN" b="1">
              <a:latin typeface="楷体_GB2312" panose="02010609030101010101" pitchFamily="49" charset="-122"/>
              <a:ea typeface="楷体_GB2312" panose="02010609030101010101" pitchFamily="49" charset="-122"/>
            </a:endParaRPr>
          </a:p>
        </p:txBody>
      </p:sp>
      <p:sp>
        <p:nvSpPr>
          <p:cNvPr id="902147" name="Text Placeholder 902146">
            <a:extLst>
              <a:ext uri="{FF2B5EF4-FFF2-40B4-BE49-F238E27FC236}">
                <a16:creationId xmlns:a16="http://schemas.microsoft.com/office/drawing/2014/main" id="{72F37D6C-AB08-ABC0-DB1A-3428A7F7D3D0}"/>
              </a:ext>
            </a:extLst>
          </p:cNvPr>
          <p:cNvSpPr>
            <a:spLocks noGrp="1" noChangeArrowheads="1"/>
          </p:cNvSpPr>
          <p:nvPr>
            <p:ph type="body" idx="1"/>
          </p:nvPr>
        </p:nvSpPr>
        <p:spPr>
          <a:xfrm>
            <a:off x="2667000" y="1341438"/>
            <a:ext cx="5505450" cy="2747962"/>
          </a:xfrm>
        </p:spPr>
        <p:txBody>
          <a:bodyPr>
            <a:spAutoFit/>
          </a:bodyPr>
          <a:lstStyle/>
          <a:p>
            <a:r>
              <a:rPr lang="zh-CN" altLang="en-US" sz="3200"/>
              <a:t>也就是</a:t>
            </a:r>
            <a:r>
              <a:rPr lang="en-US" altLang="zh-CN" sz="3200"/>
              <a:t>45</a:t>
            </a:r>
            <a:r>
              <a:rPr lang="zh-CN" altLang="en-US" sz="3200"/>
              <a:t>度线模型</a:t>
            </a:r>
          </a:p>
          <a:p>
            <a:r>
              <a:rPr lang="zh-CN" altLang="en-US" sz="3200"/>
              <a:t>这是高度简化的凯恩斯宏观经济模型，以最简单的方式说明宏观经济总量的决定</a:t>
            </a:r>
            <a:endParaRPr lang="en-US" altLang="zh-CN" sz="3200"/>
          </a:p>
        </p:txBody>
      </p:sp>
      <p:pic>
        <p:nvPicPr>
          <p:cNvPr id="12291" name="图片 902147" descr="BCO_072">
            <a:extLst>
              <a:ext uri="{FF2B5EF4-FFF2-40B4-BE49-F238E27FC236}">
                <a16:creationId xmlns:a16="http://schemas.microsoft.com/office/drawing/2014/main" id="{BC16F696-B029-90E3-8F7C-EA2C22FBEA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16074"/>
          <a:stretch>
            <a:fillRect/>
          </a:stretch>
        </p:blipFill>
        <p:spPr bwMode="auto">
          <a:xfrm>
            <a:off x="0" y="1066800"/>
            <a:ext cx="2057400" cy="579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2" name="Slide Number Placeholder 1">
            <a:extLst>
              <a:ext uri="{FF2B5EF4-FFF2-40B4-BE49-F238E27FC236}">
                <a16:creationId xmlns:a16="http://schemas.microsoft.com/office/drawing/2014/main" id="{F5754655-4435-8211-12F1-13994790CD3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7C8BCB2C-EB94-4830-B5DA-C610D0B29118}" type="slidenum">
              <a:rPr lang="en-AU" altLang="zh-CN" sz="1400" i="0">
                <a:latin typeface="Arial" panose="020B0604020202020204" pitchFamily="34" charset="0"/>
              </a:rPr>
              <a:pPr algn="r"/>
              <a:t>2</a:t>
            </a:fld>
            <a:endParaRPr lang="en-AU" altLang="zh-CN" sz="1400" i="0">
              <a:latin typeface="Arial" panose="020B0604020202020204" pitchFamily="34" charset="0"/>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0214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90214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2147" grpId="0" build="p"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Title 903169">
            <a:extLst>
              <a:ext uri="{FF2B5EF4-FFF2-40B4-BE49-F238E27FC236}">
                <a16:creationId xmlns:a16="http://schemas.microsoft.com/office/drawing/2014/main" id="{3CB713C5-1395-1D38-E214-E7860F34D052}"/>
              </a:ext>
            </a:extLst>
          </p:cNvPr>
          <p:cNvSpPr>
            <a:spLocks noGrp="1" noChangeArrowheads="1"/>
          </p:cNvSpPr>
          <p:nvPr>
            <p:ph type="title"/>
          </p:nvPr>
        </p:nvSpPr>
        <p:spPr/>
        <p:txBody>
          <a:bodyPr/>
          <a:lstStyle/>
          <a:p>
            <a:r>
              <a:rPr lang="zh-CN" altLang="en-US" b="1">
                <a:latin typeface="楷体_GB2312" panose="02010609030101010101" pitchFamily="49" charset="-122"/>
                <a:ea typeface="楷体_GB2312" panose="02010609030101010101" pitchFamily="49" charset="-122"/>
              </a:rPr>
              <a:t>第三讲 简单国民收入决定模型</a:t>
            </a:r>
            <a:endParaRPr lang="en-AU" altLang="zh-CN" b="1">
              <a:latin typeface="楷体_GB2312" panose="02010609030101010101" pitchFamily="49" charset="-122"/>
              <a:ea typeface="楷体_GB2312" panose="02010609030101010101" pitchFamily="49" charset="-122"/>
            </a:endParaRPr>
          </a:p>
        </p:txBody>
      </p:sp>
      <p:sp>
        <p:nvSpPr>
          <p:cNvPr id="13314" name="Text Placeholder 903170">
            <a:extLst>
              <a:ext uri="{FF2B5EF4-FFF2-40B4-BE49-F238E27FC236}">
                <a16:creationId xmlns:a16="http://schemas.microsoft.com/office/drawing/2014/main" id="{2C755E83-6CAE-296E-3AA5-C5F8E1305F18}"/>
              </a:ext>
            </a:extLst>
          </p:cNvPr>
          <p:cNvSpPr>
            <a:spLocks noGrp="1" noChangeArrowheads="1"/>
          </p:cNvSpPr>
          <p:nvPr>
            <p:ph type="body" idx="1"/>
          </p:nvPr>
        </p:nvSpPr>
        <p:spPr>
          <a:xfrm>
            <a:off x="2411413" y="1600200"/>
            <a:ext cx="6351587" cy="3614738"/>
          </a:xfrm>
        </p:spPr>
        <p:txBody>
          <a:bodyPr>
            <a:spAutoFit/>
          </a:bodyPr>
          <a:lstStyle/>
          <a:p>
            <a:pPr>
              <a:buFont typeface="Arial" panose="020B0604020202020204" pitchFamily="34" charset="0"/>
              <a:buNone/>
            </a:pPr>
            <a:r>
              <a:rPr lang="en-US" altLang="zh-CN" sz="2800" b="1">
                <a:latin typeface="宋体" panose="02010600030101010101" pitchFamily="2" charset="-122"/>
                <a:hlinkClick r:id="" action="ppaction://noaction"/>
              </a:rPr>
              <a:t>3.1 </a:t>
            </a:r>
            <a:r>
              <a:rPr lang="zh-CN" altLang="en-US" sz="2800" b="1">
                <a:latin typeface="宋体" panose="02010600030101010101" pitchFamily="2" charset="-122"/>
                <a:hlinkClick r:id="" action="ppaction://noaction"/>
              </a:rPr>
              <a:t>简单国民收入决定理论的基本假设</a:t>
            </a:r>
            <a:endParaRPr lang="zh-CN" altLang="en-US" sz="2800" b="1">
              <a:latin typeface="宋体" panose="02010600030101010101" pitchFamily="2" charset="-122"/>
            </a:endParaRPr>
          </a:p>
          <a:p>
            <a:pPr>
              <a:buFont typeface="Arial" panose="020B0604020202020204" pitchFamily="34" charset="0"/>
              <a:buNone/>
            </a:pPr>
            <a:r>
              <a:rPr lang="en-US" altLang="zh-CN" sz="2800" b="1">
                <a:latin typeface="宋体" panose="02010600030101010101" pitchFamily="2" charset="-122"/>
                <a:hlinkClick r:id="" action="ppaction://noaction"/>
              </a:rPr>
              <a:t>3.2 </a:t>
            </a:r>
            <a:r>
              <a:rPr lang="zh-CN" altLang="en-US" sz="2800" b="1">
                <a:solidFill>
                  <a:srgbClr val="FFCC00"/>
                </a:solidFill>
                <a:latin typeface="宋体" panose="02010600030101010101" pitchFamily="2" charset="-122"/>
                <a:hlinkClick r:id="" action="ppaction://noaction"/>
              </a:rPr>
              <a:t>均</a:t>
            </a:r>
            <a:r>
              <a:rPr lang="zh-CN" altLang="en-US" sz="2800" b="1">
                <a:solidFill>
                  <a:srgbClr val="FFCC00"/>
                </a:solidFill>
                <a:latin typeface="宋体" panose="02010600030101010101" pitchFamily="2" charset="-122"/>
              </a:rPr>
              <a:t>衡产出</a:t>
            </a:r>
          </a:p>
          <a:p>
            <a:pPr>
              <a:buFont typeface="Arial" panose="020B0604020202020204" pitchFamily="34" charset="0"/>
              <a:buNone/>
            </a:pPr>
            <a:r>
              <a:rPr lang="en-US" altLang="zh-CN" sz="2800" b="1">
                <a:latin typeface="宋体" panose="02010600030101010101" pitchFamily="2" charset="-122"/>
                <a:hlinkClick r:id="" action="ppaction://noaction"/>
              </a:rPr>
              <a:t>3.3 </a:t>
            </a:r>
            <a:r>
              <a:rPr lang="zh-CN" altLang="en-US" sz="2800" b="1">
                <a:latin typeface="宋体" panose="02010600030101010101" pitchFamily="2" charset="-122"/>
                <a:hlinkClick r:id="" action="ppaction://noaction"/>
              </a:rPr>
              <a:t>消费函数与储蓄函数</a:t>
            </a:r>
            <a:endParaRPr lang="zh-CN" altLang="en-US" sz="2800" b="1">
              <a:latin typeface="宋体" panose="02010600030101010101" pitchFamily="2" charset="-122"/>
            </a:endParaRPr>
          </a:p>
          <a:p>
            <a:pPr>
              <a:buFont typeface="Arial" panose="020B0604020202020204" pitchFamily="34" charset="0"/>
              <a:buNone/>
            </a:pPr>
            <a:r>
              <a:rPr lang="en-US" altLang="zh-CN" sz="2800" b="1">
                <a:latin typeface="宋体" panose="02010600030101010101" pitchFamily="2" charset="-122"/>
                <a:hlinkClick r:id="" action="ppaction://noaction"/>
              </a:rPr>
              <a:t>3.4 </a:t>
            </a:r>
            <a:r>
              <a:rPr lang="zh-CN" altLang="en-US" sz="2800" b="1">
                <a:latin typeface="宋体" panose="02010600030101010101" pitchFamily="2" charset="-122"/>
                <a:hlinkClick r:id="" action="ppaction://noaction"/>
              </a:rPr>
              <a:t>两部门经济中国民收入的决定</a:t>
            </a:r>
            <a:endParaRPr lang="zh-CN" altLang="en-US" sz="2800" b="1">
              <a:latin typeface="宋体" panose="02010600030101010101" pitchFamily="2" charset="-122"/>
            </a:endParaRPr>
          </a:p>
          <a:p>
            <a:pPr>
              <a:buFont typeface="Arial" panose="020B0604020202020204" pitchFamily="34" charset="0"/>
              <a:buNone/>
            </a:pPr>
            <a:r>
              <a:rPr lang="en-US" altLang="zh-CN" sz="2800" b="1">
                <a:latin typeface="宋体" panose="02010600030101010101" pitchFamily="2" charset="-122"/>
                <a:hlinkClick r:id="" action="ppaction://noaction"/>
              </a:rPr>
              <a:t>3.5 </a:t>
            </a:r>
            <a:r>
              <a:rPr lang="zh-CN" altLang="en-US" sz="2800" b="1">
                <a:latin typeface="宋体" panose="02010600030101010101" pitchFamily="2" charset="-122"/>
                <a:hlinkClick r:id="" action="ppaction://noaction"/>
              </a:rPr>
              <a:t>三部门经济与财政政策效应</a:t>
            </a:r>
            <a:endParaRPr lang="zh-CN" altLang="en-US" sz="2800" b="1">
              <a:latin typeface="宋体" panose="02010600030101010101" pitchFamily="2" charset="-122"/>
            </a:endParaRPr>
          </a:p>
          <a:p>
            <a:pPr>
              <a:buFont typeface="Arial" panose="020B0604020202020204" pitchFamily="34" charset="0"/>
              <a:buNone/>
            </a:pPr>
            <a:r>
              <a:rPr lang="en-US" altLang="zh-CN" sz="2800" b="1">
                <a:latin typeface="宋体" panose="02010600030101010101" pitchFamily="2" charset="-122"/>
                <a:hlinkClick r:id="" action="ppaction://noaction"/>
              </a:rPr>
              <a:t>3.6 </a:t>
            </a:r>
            <a:r>
              <a:rPr lang="zh-CN" altLang="en-US" sz="2800" b="1">
                <a:latin typeface="宋体" panose="02010600030101010101" pitchFamily="2" charset="-122"/>
                <a:hlinkClick r:id="" action="ppaction://noaction"/>
              </a:rPr>
              <a:t>四部门经济与外贸乘数</a:t>
            </a:r>
            <a:endParaRPr lang="zh-CN" altLang="en-US" sz="2800" b="1">
              <a:latin typeface="宋体" panose="02010600030101010101" pitchFamily="2" charset="-122"/>
            </a:endParaRPr>
          </a:p>
        </p:txBody>
      </p:sp>
      <p:pic>
        <p:nvPicPr>
          <p:cNvPr id="13315" name="图片 903171" descr="BCO_072">
            <a:extLst>
              <a:ext uri="{FF2B5EF4-FFF2-40B4-BE49-F238E27FC236}">
                <a16:creationId xmlns:a16="http://schemas.microsoft.com/office/drawing/2014/main" id="{9455F18A-A534-718A-812E-E48AA18C73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16074"/>
          <a:stretch>
            <a:fillRect/>
          </a:stretch>
        </p:blipFill>
        <p:spPr bwMode="auto">
          <a:xfrm>
            <a:off x="0" y="1066800"/>
            <a:ext cx="2057400" cy="579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6" name="Slide Number Placeholder 1">
            <a:extLst>
              <a:ext uri="{FF2B5EF4-FFF2-40B4-BE49-F238E27FC236}">
                <a16:creationId xmlns:a16="http://schemas.microsoft.com/office/drawing/2014/main" id="{6F99C74E-01EC-B3EF-8121-AAEA96FE81D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432A2A12-0139-4A8D-B8F5-9E1724D37BB7}" type="slidenum">
              <a:rPr lang="en-AU" altLang="zh-CN" sz="1400" i="0">
                <a:latin typeface="Arial" panose="020B0604020202020204" pitchFamily="34" charset="0"/>
              </a:rPr>
              <a:pPr algn="r"/>
              <a:t>3</a:t>
            </a:fld>
            <a:endParaRPr lang="en-AU" altLang="zh-CN" sz="1400" i="0">
              <a:latin typeface="Arial" panose="020B0604020202020204" pitchFamily="34" charset="0"/>
            </a:endParaRPr>
          </a:p>
        </p:txBody>
      </p:sp>
    </p:spTree>
  </p:cSld>
  <p:clrMapOvr>
    <a:masterClrMapping/>
  </p:clrMapOvr>
  <p:transition spd="med">
    <p:zoom/>
  </p:transition>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7" name="Title 1006593">
            <a:extLst>
              <a:ext uri="{FF2B5EF4-FFF2-40B4-BE49-F238E27FC236}">
                <a16:creationId xmlns:a16="http://schemas.microsoft.com/office/drawing/2014/main" id="{9F472966-AD25-0EBD-1344-C305EFE5D87B}"/>
              </a:ext>
            </a:extLst>
          </p:cNvPr>
          <p:cNvSpPr>
            <a:spLocks noGrp="1" noChangeArrowheads="1"/>
          </p:cNvSpPr>
          <p:nvPr>
            <p:ph type="title"/>
          </p:nvPr>
        </p:nvSpPr>
        <p:spPr/>
        <p:txBody>
          <a:bodyPr/>
          <a:lstStyle/>
          <a:p>
            <a:r>
              <a:rPr lang="en-US" altLang="zh-CN">
                <a:solidFill>
                  <a:srgbClr val="FFFF00"/>
                </a:solidFill>
              </a:rPr>
              <a:t>3.1 </a:t>
            </a:r>
            <a:r>
              <a:rPr lang="zh-CN" altLang="en-US">
                <a:solidFill>
                  <a:srgbClr val="FFFF00"/>
                </a:solidFill>
              </a:rPr>
              <a:t>简单国民收入决定理论的基本假设</a:t>
            </a:r>
          </a:p>
        </p:txBody>
      </p:sp>
      <p:sp>
        <p:nvSpPr>
          <p:cNvPr id="1006595" name="Text Placeholder 1006594">
            <a:extLst>
              <a:ext uri="{FF2B5EF4-FFF2-40B4-BE49-F238E27FC236}">
                <a16:creationId xmlns:a16="http://schemas.microsoft.com/office/drawing/2014/main" id="{FD0C49CE-64A3-A446-CB70-B8565BE195CD}"/>
              </a:ext>
            </a:extLst>
          </p:cNvPr>
          <p:cNvSpPr>
            <a:spLocks noGrp="1" noChangeArrowheads="1"/>
          </p:cNvSpPr>
          <p:nvPr>
            <p:ph type="body" idx="1"/>
          </p:nvPr>
        </p:nvSpPr>
        <p:spPr/>
        <p:txBody>
          <a:bodyPr/>
          <a:lstStyle/>
          <a:p>
            <a:pPr>
              <a:lnSpc>
                <a:spcPct val="90000"/>
              </a:lnSpc>
            </a:pPr>
            <a:r>
              <a:rPr lang="zh-CN" altLang="en-US" sz="2800"/>
              <a:t>是两部门经济（居民户消费和储蓄，厂商生产和投资）</a:t>
            </a:r>
          </a:p>
          <a:p>
            <a:pPr>
              <a:lnSpc>
                <a:spcPct val="90000"/>
              </a:lnSpc>
            </a:pPr>
            <a:r>
              <a:rPr lang="zh-CN" altLang="en-US" sz="2800"/>
              <a:t>没有供给限制（存在资源闲置，物价不变，这是凯恩斯主义的基本出发点－－凯恩斯　主义）</a:t>
            </a:r>
          </a:p>
          <a:p>
            <a:pPr>
              <a:lnSpc>
                <a:spcPct val="90000"/>
              </a:lnSpc>
            </a:pPr>
            <a:r>
              <a:rPr lang="zh-CN" altLang="en-US" sz="2800"/>
              <a:t>折旧和公司未分配利润为零，这样，</a:t>
            </a:r>
          </a:p>
          <a:p>
            <a:pPr>
              <a:lnSpc>
                <a:spcPct val="90000"/>
              </a:lnSpc>
              <a:buFont typeface="Arial" panose="020B0604020202020204" pitchFamily="34" charset="0"/>
              <a:buNone/>
            </a:pPr>
            <a:r>
              <a:rPr lang="en-US" altLang="zh-CN" sz="2800"/>
              <a:t>GDP</a:t>
            </a:r>
            <a:r>
              <a:rPr lang="zh-CN" altLang="en-US" sz="2800"/>
              <a:t>＝</a:t>
            </a:r>
            <a:r>
              <a:rPr lang="en-US" altLang="zh-CN" sz="2800"/>
              <a:t>NDP</a:t>
            </a:r>
            <a:r>
              <a:rPr lang="zh-CN" altLang="en-US" sz="2800"/>
              <a:t>＝</a:t>
            </a:r>
            <a:r>
              <a:rPr lang="en-US" altLang="zh-CN" sz="2800"/>
              <a:t>NI</a:t>
            </a:r>
            <a:r>
              <a:rPr lang="zh-CN" altLang="en-US" sz="2800"/>
              <a:t>＝</a:t>
            </a:r>
            <a:r>
              <a:rPr lang="en-US" altLang="zh-CN" sz="2800"/>
              <a:t>PI</a:t>
            </a:r>
            <a:r>
              <a:rPr lang="zh-CN" altLang="en-US" sz="2800"/>
              <a:t>＝</a:t>
            </a:r>
            <a:r>
              <a:rPr lang="en-US" altLang="zh-CN" sz="2800"/>
              <a:t>DPI</a:t>
            </a:r>
          </a:p>
          <a:p>
            <a:pPr>
              <a:lnSpc>
                <a:spcPct val="90000"/>
              </a:lnSpc>
            </a:pPr>
            <a:r>
              <a:rPr lang="zh-CN" altLang="en-US" sz="2800"/>
              <a:t>投资为一常数：</a:t>
            </a:r>
            <a:r>
              <a:rPr lang="en-US" altLang="zh-CN" sz="2800"/>
              <a:t>I=I</a:t>
            </a:r>
            <a:r>
              <a:rPr lang="en-US" altLang="zh-CN" sz="2800" baseline="-25000"/>
              <a:t>0</a:t>
            </a:r>
            <a:r>
              <a:rPr lang="zh-CN" altLang="en-US" sz="2800"/>
              <a:t>，即企业自主决定投资，不受利率和产量变动的影响</a:t>
            </a:r>
            <a:endParaRPr lang="en-US" altLang="zh-CN" sz="2800"/>
          </a:p>
        </p:txBody>
      </p:sp>
      <p:sp>
        <p:nvSpPr>
          <p:cNvPr id="14339" name="左箭头标注 1006595">
            <a:hlinkClick r:id="" action="ppaction://noaction"/>
            <a:extLst>
              <a:ext uri="{FF2B5EF4-FFF2-40B4-BE49-F238E27FC236}">
                <a16:creationId xmlns:a16="http://schemas.microsoft.com/office/drawing/2014/main" id="{C647BED4-1558-76A1-930A-251B9BC76040}"/>
              </a:ext>
            </a:extLst>
          </p:cNvPr>
          <p:cNvSpPr>
            <a:spLocks noChangeArrowheads="1"/>
          </p:cNvSpPr>
          <p:nvPr/>
        </p:nvSpPr>
        <p:spPr bwMode="auto">
          <a:xfrm>
            <a:off x="7812088" y="5876925"/>
            <a:ext cx="762000" cy="533400"/>
          </a:xfrm>
          <a:prstGeom prst="leftArrowCallout">
            <a:avLst>
              <a:gd name="adj1" fmla="val 25000"/>
              <a:gd name="adj2" fmla="val 25000"/>
              <a:gd name="adj3" fmla="val 23803"/>
              <a:gd name="adj4" fmla="val 66667"/>
            </a:avLst>
          </a:prstGeom>
          <a:noFill/>
          <a:ln w="31750"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14340" name="Slide Number Placeholder 1">
            <a:extLst>
              <a:ext uri="{FF2B5EF4-FFF2-40B4-BE49-F238E27FC236}">
                <a16:creationId xmlns:a16="http://schemas.microsoft.com/office/drawing/2014/main" id="{18FDA84C-CE90-7C62-E54D-8E6FCA605CC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7655566C-E674-4C0F-86F7-9424F0864998}" type="slidenum">
              <a:rPr lang="en-AU" altLang="zh-CN" sz="1400" i="0">
                <a:latin typeface="Arial" panose="020B0604020202020204" pitchFamily="34" charset="0"/>
              </a:rPr>
              <a:pPr algn="r"/>
              <a:t>4</a:t>
            </a:fld>
            <a:endParaRPr lang="en-AU" altLang="zh-CN" sz="1400" i="0">
              <a:latin typeface="Arial" panose="020B0604020202020204" pitchFamily="34" charset="0"/>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06595">
                                            <p:txEl>
                                              <p:pRg st="0" end="0"/>
                                            </p:txEl>
                                          </p:spTgt>
                                        </p:tgtEl>
                                        <p:attrNameLst>
                                          <p:attrName>style.visibility</p:attrName>
                                        </p:attrNameLst>
                                      </p:cBhvr>
                                      <p:to>
                                        <p:strVal val="visible"/>
                                      </p:to>
                                    </p:set>
                                    <p:anim calcmode="lin" valueType="num">
                                      <p:cBhvr additive="base">
                                        <p:cTn id="7" dur="500" fill="hold"/>
                                        <p:tgtEl>
                                          <p:spTgt spid="100659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0659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06595">
                                            <p:txEl>
                                              <p:pRg st="1" end="1"/>
                                            </p:txEl>
                                          </p:spTgt>
                                        </p:tgtEl>
                                        <p:attrNameLst>
                                          <p:attrName>style.visibility</p:attrName>
                                        </p:attrNameLst>
                                      </p:cBhvr>
                                      <p:to>
                                        <p:strVal val="visible"/>
                                      </p:to>
                                    </p:set>
                                    <p:anim calcmode="lin" valueType="num">
                                      <p:cBhvr additive="base">
                                        <p:cTn id="13" dur="500" fill="hold"/>
                                        <p:tgtEl>
                                          <p:spTgt spid="100659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0659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06595">
                                            <p:txEl>
                                              <p:pRg st="2" end="2"/>
                                            </p:txEl>
                                          </p:spTgt>
                                        </p:tgtEl>
                                        <p:attrNameLst>
                                          <p:attrName>style.visibility</p:attrName>
                                        </p:attrNameLst>
                                      </p:cBhvr>
                                      <p:to>
                                        <p:strVal val="visible"/>
                                      </p:to>
                                    </p:set>
                                    <p:anim calcmode="lin" valueType="num">
                                      <p:cBhvr additive="base">
                                        <p:cTn id="19" dur="500" fill="hold"/>
                                        <p:tgtEl>
                                          <p:spTgt spid="100659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0659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06595">
                                            <p:txEl>
                                              <p:pRg st="3" end="3"/>
                                            </p:txEl>
                                          </p:spTgt>
                                        </p:tgtEl>
                                        <p:attrNameLst>
                                          <p:attrName>style.visibility</p:attrName>
                                        </p:attrNameLst>
                                      </p:cBhvr>
                                      <p:to>
                                        <p:strVal val="visible"/>
                                      </p:to>
                                    </p:set>
                                    <p:anim calcmode="lin" valueType="num">
                                      <p:cBhvr additive="base">
                                        <p:cTn id="25" dur="500" fill="hold"/>
                                        <p:tgtEl>
                                          <p:spTgt spid="1006595">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0659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06595">
                                            <p:txEl>
                                              <p:pRg st="4" end="4"/>
                                            </p:txEl>
                                          </p:spTgt>
                                        </p:tgtEl>
                                        <p:attrNameLst>
                                          <p:attrName>style.visibility</p:attrName>
                                        </p:attrNameLst>
                                      </p:cBhvr>
                                      <p:to>
                                        <p:strVal val="visible"/>
                                      </p:to>
                                    </p:set>
                                    <p:anim calcmode="lin" valueType="num">
                                      <p:cBhvr additive="base">
                                        <p:cTn id="31" dur="500" fill="hold"/>
                                        <p:tgtEl>
                                          <p:spTgt spid="1006595">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006595">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6595" grpId="0" build="p" autoUpdateAnimBg="0"/>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1" name="Title 1007617">
            <a:extLst>
              <a:ext uri="{FF2B5EF4-FFF2-40B4-BE49-F238E27FC236}">
                <a16:creationId xmlns:a16="http://schemas.microsoft.com/office/drawing/2014/main" id="{79D46CC6-756D-E971-6A48-038D6AB496E8}"/>
              </a:ext>
            </a:extLst>
          </p:cNvPr>
          <p:cNvSpPr>
            <a:spLocks noGrp="1" noChangeArrowheads="1"/>
          </p:cNvSpPr>
          <p:nvPr>
            <p:ph type="title"/>
          </p:nvPr>
        </p:nvSpPr>
        <p:spPr/>
        <p:txBody>
          <a:bodyPr/>
          <a:lstStyle/>
          <a:p>
            <a:r>
              <a:rPr lang="en-US" altLang="zh-CN">
                <a:solidFill>
                  <a:srgbClr val="FFFF00"/>
                </a:solidFill>
              </a:rPr>
              <a:t>3.2 </a:t>
            </a:r>
            <a:r>
              <a:rPr lang="zh-CN" altLang="en-US">
                <a:solidFill>
                  <a:srgbClr val="FFFF00"/>
                </a:solidFill>
              </a:rPr>
              <a:t>均衡产出</a:t>
            </a:r>
          </a:p>
        </p:txBody>
      </p:sp>
      <p:sp>
        <p:nvSpPr>
          <p:cNvPr id="15362" name="Text Placeholder 1007618">
            <a:extLst>
              <a:ext uri="{FF2B5EF4-FFF2-40B4-BE49-F238E27FC236}">
                <a16:creationId xmlns:a16="http://schemas.microsoft.com/office/drawing/2014/main" id="{81A64888-24BB-60CF-BE82-053FD20C4383}"/>
              </a:ext>
            </a:extLst>
          </p:cNvPr>
          <p:cNvSpPr>
            <a:spLocks noGrp="1" noChangeArrowheads="1"/>
          </p:cNvSpPr>
          <p:nvPr>
            <p:ph type="body" idx="1"/>
          </p:nvPr>
        </p:nvSpPr>
        <p:spPr/>
        <p:txBody>
          <a:bodyPr/>
          <a:lstStyle/>
          <a:p>
            <a:r>
              <a:rPr lang="en-US" altLang="zh-CN" sz="3200">
                <a:hlinkClick r:id="" action="ppaction://noaction"/>
              </a:rPr>
              <a:t>3.2.1 </a:t>
            </a:r>
            <a:r>
              <a:rPr lang="zh-CN" altLang="en-US" sz="3200">
                <a:hlinkClick r:id="" action="ppaction://noaction"/>
              </a:rPr>
              <a:t>总供给与总产出</a:t>
            </a:r>
            <a:endParaRPr lang="zh-CN" altLang="en-US" sz="3200"/>
          </a:p>
          <a:p>
            <a:r>
              <a:rPr lang="en-US" altLang="zh-CN" sz="3200">
                <a:hlinkClick r:id="" action="ppaction://noaction"/>
              </a:rPr>
              <a:t>3.2.2 </a:t>
            </a:r>
            <a:r>
              <a:rPr lang="zh-CN" altLang="en-US" sz="3200">
                <a:hlinkClick r:id="" action="ppaction://noaction"/>
              </a:rPr>
              <a:t>总需求与总支出</a:t>
            </a:r>
            <a:endParaRPr lang="zh-CN" altLang="en-US" sz="3200"/>
          </a:p>
          <a:p>
            <a:r>
              <a:rPr lang="en-US" altLang="zh-CN" sz="3200">
                <a:hlinkClick r:id="" action="ppaction://noaction"/>
              </a:rPr>
              <a:t>3.2.3 </a:t>
            </a:r>
            <a:r>
              <a:rPr lang="zh-CN" altLang="en-US" sz="3200">
                <a:hlinkClick r:id="" action="ppaction://noaction"/>
              </a:rPr>
              <a:t>总支出决定总产出</a:t>
            </a:r>
            <a:endParaRPr lang="zh-CN" altLang="en-US" sz="3200"/>
          </a:p>
        </p:txBody>
      </p:sp>
      <p:sp>
        <p:nvSpPr>
          <p:cNvPr id="15363" name="DRAWING2STR_FREEFORM 1007619">
            <a:hlinkClick r:id="" action="ppaction://noaction"/>
            <a:extLst>
              <a:ext uri="{FF2B5EF4-FFF2-40B4-BE49-F238E27FC236}">
                <a16:creationId xmlns:a16="http://schemas.microsoft.com/office/drawing/2014/main" id="{2A9C0E1C-CCE2-B297-A81D-D5C12480B781}"/>
              </a:ext>
            </a:extLst>
          </p:cNvPr>
          <p:cNvSpPr>
            <a:spLocks noChangeArrowheads="1"/>
          </p:cNvSpPr>
          <p:nvPr/>
        </p:nvSpPr>
        <p:spPr bwMode="auto">
          <a:xfrm>
            <a:off x="7092950" y="5229225"/>
            <a:ext cx="1295400" cy="863600"/>
          </a:xfrm>
          <a:custGeom>
            <a:avLst/>
            <a:gdLst>
              <a:gd name="T0" fmla="*/ 10800 w 21600"/>
              <a:gd name="T1" fmla="*/ 0 h 21600"/>
              <a:gd name="T2" fmla="*/ 6480 w 21600"/>
              <a:gd name="T3" fmla="*/ 4320 h 21600"/>
              <a:gd name="T4" fmla="*/ 8640 w 21600"/>
              <a:gd name="T5" fmla="*/ 4320 h 21600"/>
              <a:gd name="T6" fmla="*/ 8640 w 21600"/>
              <a:gd name="T7" fmla="*/ 8640 h 21600"/>
              <a:gd name="T8" fmla="*/ 4320 w 21600"/>
              <a:gd name="T9" fmla="*/ 8640 h 21600"/>
              <a:gd name="T10" fmla="*/ 4320 w 21600"/>
              <a:gd name="T11" fmla="*/ 6480 h 21600"/>
              <a:gd name="T12" fmla="*/ 0 w 21600"/>
              <a:gd name="T13" fmla="*/ 10800 h 21600"/>
              <a:gd name="T14" fmla="*/ 4320 w 21600"/>
              <a:gd name="T15" fmla="*/ 15120 h 21600"/>
              <a:gd name="T16" fmla="*/ 4320 w 21600"/>
              <a:gd name="T17" fmla="*/ 12960 h 21600"/>
              <a:gd name="T18" fmla="*/ 8640 w 21600"/>
              <a:gd name="T19" fmla="*/ 12960 h 21600"/>
              <a:gd name="T20" fmla="*/ 8640 w 21600"/>
              <a:gd name="T21" fmla="*/ 17280 h 21600"/>
              <a:gd name="T22" fmla="*/ 6480 w 21600"/>
              <a:gd name="T23" fmla="*/ 17280 h 21600"/>
              <a:gd name="T24" fmla="*/ 10800 w 21600"/>
              <a:gd name="T25" fmla="*/ 21600 h 21600"/>
              <a:gd name="T26" fmla="*/ 15120 w 21600"/>
              <a:gd name="T27" fmla="*/ 17280 h 21600"/>
              <a:gd name="T28" fmla="*/ 12960 w 21600"/>
              <a:gd name="T29" fmla="*/ 17280 h 21600"/>
              <a:gd name="T30" fmla="*/ 12960 w 21600"/>
              <a:gd name="T31" fmla="*/ 12960 h 21600"/>
              <a:gd name="T32" fmla="*/ 17280 w 21600"/>
              <a:gd name="T33" fmla="*/ 12960 h 21600"/>
              <a:gd name="T34" fmla="*/ 17280 w 21600"/>
              <a:gd name="T35" fmla="*/ 15120 h 21600"/>
              <a:gd name="T36" fmla="*/ 21600 w 21600"/>
              <a:gd name="T37" fmla="*/ 10800 h 21600"/>
              <a:gd name="T38" fmla="*/ 17280 w 21600"/>
              <a:gd name="T39" fmla="*/ 6480 h 21600"/>
              <a:gd name="T40" fmla="*/ 17280 w 21600"/>
              <a:gd name="T41" fmla="*/ 8640 h 21600"/>
              <a:gd name="T42" fmla="*/ 12960 w 21600"/>
              <a:gd name="T43" fmla="*/ 8640 h 21600"/>
              <a:gd name="T44" fmla="*/ 12960 w 21600"/>
              <a:gd name="T45" fmla="*/ 4320 h 21600"/>
              <a:gd name="T46" fmla="*/ 15120 w 21600"/>
              <a:gd name="T47" fmla="*/ 432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1600" h="21600">
                <a:moveTo>
                  <a:pt x="10800" y="0"/>
                </a:moveTo>
                <a:lnTo>
                  <a:pt x="6480" y="4320"/>
                </a:lnTo>
                <a:lnTo>
                  <a:pt x="8640" y="4320"/>
                </a:lnTo>
                <a:lnTo>
                  <a:pt x="8640" y="8640"/>
                </a:lnTo>
                <a:lnTo>
                  <a:pt x="4320" y="8640"/>
                </a:lnTo>
                <a:lnTo>
                  <a:pt x="4320" y="6480"/>
                </a:lnTo>
                <a:lnTo>
                  <a:pt x="0" y="10800"/>
                </a:lnTo>
                <a:lnTo>
                  <a:pt x="4320" y="15120"/>
                </a:lnTo>
                <a:lnTo>
                  <a:pt x="4320" y="12960"/>
                </a:lnTo>
                <a:lnTo>
                  <a:pt x="8640" y="12960"/>
                </a:lnTo>
                <a:lnTo>
                  <a:pt x="8640" y="17280"/>
                </a:lnTo>
                <a:lnTo>
                  <a:pt x="6480" y="17280"/>
                </a:lnTo>
                <a:lnTo>
                  <a:pt x="10800" y="21600"/>
                </a:lnTo>
                <a:lnTo>
                  <a:pt x="15120" y="17280"/>
                </a:lnTo>
                <a:lnTo>
                  <a:pt x="12960" y="17280"/>
                </a:lnTo>
                <a:lnTo>
                  <a:pt x="12960" y="12960"/>
                </a:lnTo>
                <a:lnTo>
                  <a:pt x="17280" y="12960"/>
                </a:lnTo>
                <a:lnTo>
                  <a:pt x="17280" y="15120"/>
                </a:lnTo>
                <a:lnTo>
                  <a:pt x="21600" y="10800"/>
                </a:lnTo>
                <a:lnTo>
                  <a:pt x="17280" y="6480"/>
                </a:lnTo>
                <a:lnTo>
                  <a:pt x="17280" y="8640"/>
                </a:lnTo>
                <a:lnTo>
                  <a:pt x="12960" y="8640"/>
                </a:lnTo>
                <a:lnTo>
                  <a:pt x="12960" y="4320"/>
                </a:lnTo>
                <a:lnTo>
                  <a:pt x="15120" y="4320"/>
                </a:lnTo>
                <a:close/>
              </a:path>
            </a:pathLst>
          </a:custGeom>
          <a:solidFill>
            <a:schemeClr val="accent1"/>
          </a:solidFill>
          <a:ln w="31750" cap="sq">
            <a:solidFill>
              <a:schemeClr val="tx1"/>
            </a:solidFill>
            <a:miter lim="800000"/>
            <a:headEnd/>
            <a:tailEnd/>
          </a:ln>
        </p:spPr>
        <p:txBody>
          <a:bodyPr/>
          <a:lstStyle/>
          <a:p>
            <a:pPr algn="ctr" eaLnBrk="0" hangingPunct="0"/>
            <a:endParaRPr lang="zh-CN" altLang="en-US"/>
          </a:p>
        </p:txBody>
      </p:sp>
      <p:sp>
        <p:nvSpPr>
          <p:cNvPr id="15364" name="Slide Number Placeholder 1">
            <a:extLst>
              <a:ext uri="{FF2B5EF4-FFF2-40B4-BE49-F238E27FC236}">
                <a16:creationId xmlns:a16="http://schemas.microsoft.com/office/drawing/2014/main" id="{AD805F84-2FA4-A5E1-F26E-83B85A7BE53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BA46B1B7-6C0D-4894-A546-D325BBE92AA8}" type="slidenum">
              <a:rPr lang="en-AU" altLang="zh-CN" sz="1400" i="0">
                <a:latin typeface="Arial" panose="020B0604020202020204" pitchFamily="34" charset="0"/>
              </a:rPr>
              <a:pPr algn="r"/>
              <a:t>5</a:t>
            </a:fld>
            <a:endParaRPr lang="en-AU" altLang="zh-CN" sz="1400" i="0">
              <a:latin typeface="Arial" panose="020B0604020202020204" pitchFamily="34" charset="0"/>
            </a:endParaRPr>
          </a:p>
        </p:txBody>
      </p:sp>
    </p:spTree>
  </p:cSld>
  <p:clrMapOvr>
    <a:masterClrMapping/>
  </p:clrMapOvr>
  <p:transition spd="med">
    <p:zoom/>
  </p:transition>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5" name="Title 1008641">
            <a:extLst>
              <a:ext uri="{FF2B5EF4-FFF2-40B4-BE49-F238E27FC236}">
                <a16:creationId xmlns:a16="http://schemas.microsoft.com/office/drawing/2014/main" id="{EC76F4D4-4138-BDC3-0DE4-CB4D6CDC587B}"/>
              </a:ext>
            </a:extLst>
          </p:cNvPr>
          <p:cNvSpPr>
            <a:spLocks noGrp="1" noChangeArrowheads="1"/>
          </p:cNvSpPr>
          <p:nvPr>
            <p:ph type="title"/>
          </p:nvPr>
        </p:nvSpPr>
        <p:spPr>
          <a:xfrm>
            <a:off x="1217613" y="234950"/>
            <a:ext cx="7773987" cy="719138"/>
          </a:xfrm>
        </p:spPr>
        <p:txBody>
          <a:bodyPr/>
          <a:lstStyle/>
          <a:p>
            <a:r>
              <a:rPr lang="en-US" altLang="zh-CN">
                <a:solidFill>
                  <a:srgbClr val="FFFF00"/>
                </a:solidFill>
              </a:rPr>
              <a:t>3.2.1 </a:t>
            </a:r>
            <a:r>
              <a:rPr lang="zh-CN" altLang="en-US">
                <a:solidFill>
                  <a:srgbClr val="FFFF00"/>
                </a:solidFill>
              </a:rPr>
              <a:t>总供给与总产出（</a:t>
            </a:r>
            <a:r>
              <a:rPr lang="en-US" altLang="zh-CN">
                <a:solidFill>
                  <a:srgbClr val="FFFF00"/>
                </a:solidFill>
              </a:rPr>
              <a:t>1</a:t>
            </a:r>
            <a:r>
              <a:rPr lang="zh-CN" altLang="en-US">
                <a:solidFill>
                  <a:srgbClr val="FFFF00"/>
                </a:solidFill>
              </a:rPr>
              <a:t>）</a:t>
            </a:r>
          </a:p>
        </p:txBody>
      </p:sp>
      <p:sp>
        <p:nvSpPr>
          <p:cNvPr id="1008643" name="Text Placeholder 1008642">
            <a:extLst>
              <a:ext uri="{FF2B5EF4-FFF2-40B4-BE49-F238E27FC236}">
                <a16:creationId xmlns:a16="http://schemas.microsoft.com/office/drawing/2014/main" id="{F1DB3B5B-181B-B1ED-CEE2-7D1A1CCFBC2C}"/>
              </a:ext>
            </a:extLst>
          </p:cNvPr>
          <p:cNvSpPr>
            <a:spLocks noGrp="1" noChangeArrowheads="1"/>
          </p:cNvSpPr>
          <p:nvPr>
            <p:ph type="body" idx="1"/>
          </p:nvPr>
        </p:nvSpPr>
        <p:spPr>
          <a:xfrm>
            <a:off x="827088" y="1484313"/>
            <a:ext cx="6651625" cy="4432300"/>
          </a:xfrm>
        </p:spPr>
        <p:txBody>
          <a:bodyPr/>
          <a:lstStyle/>
          <a:p>
            <a:pPr algn="just">
              <a:spcBef>
                <a:spcPts val="600"/>
              </a:spcBef>
            </a:pPr>
            <a:r>
              <a:rPr lang="zh-CN" altLang="en-US" sz="2800" b="1"/>
              <a:t>“总供给”与“总需求”是理论概念，有必要把它们转换为统计概念，在总供求理论与国民经济核算统计之间建立起联系。</a:t>
            </a:r>
          </a:p>
          <a:p>
            <a:pPr algn="just">
              <a:spcBef>
                <a:spcPts val="600"/>
              </a:spcBef>
            </a:pPr>
            <a:endParaRPr lang="zh-CN" altLang="en-US" sz="2800" b="1"/>
          </a:p>
          <a:p>
            <a:pPr algn="just">
              <a:spcBef>
                <a:spcPts val="600"/>
              </a:spcBef>
            </a:pPr>
            <a:r>
              <a:rPr lang="zh-CN" altLang="en-US" sz="2800" b="1"/>
              <a:t>具体地说，在总供给</a:t>
            </a:r>
            <a:r>
              <a:rPr lang="en-US" altLang="zh-CN" sz="2800" b="1"/>
              <a:t>/</a:t>
            </a:r>
            <a:r>
              <a:rPr lang="zh-CN" altLang="en-US" sz="2800" b="1"/>
              <a:t>总需求这两个理论概念与总产出</a:t>
            </a:r>
            <a:r>
              <a:rPr lang="en-US" altLang="zh-CN" sz="2800" b="1"/>
              <a:t>/</a:t>
            </a:r>
            <a:r>
              <a:rPr lang="zh-CN" altLang="en-US" sz="2800" b="1"/>
              <a:t>总支出这两个宏观统计指标之间建立起联系。</a:t>
            </a:r>
          </a:p>
        </p:txBody>
      </p:sp>
      <p:sp>
        <p:nvSpPr>
          <p:cNvPr id="16387" name="Slide Number Placeholder 1">
            <a:extLst>
              <a:ext uri="{FF2B5EF4-FFF2-40B4-BE49-F238E27FC236}">
                <a16:creationId xmlns:a16="http://schemas.microsoft.com/office/drawing/2014/main" id="{51B46E79-9674-0950-EA09-661F832DDFE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930082B1-30BF-4DDA-9E1E-AE9F42463FDE}" type="slidenum">
              <a:rPr lang="en-AU" altLang="zh-CN" sz="1400" i="0">
                <a:latin typeface="Arial" panose="020B0604020202020204" pitchFamily="34" charset="0"/>
              </a:rPr>
              <a:pPr algn="r"/>
              <a:t>6</a:t>
            </a:fld>
            <a:endParaRPr lang="en-AU" altLang="zh-CN" sz="1400" i="0">
              <a:latin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1008643">
                                            <p:txEl>
                                              <p:pRg st="0" end="0"/>
                                            </p:txEl>
                                          </p:spTgt>
                                        </p:tgtEl>
                                        <p:attrNameLst>
                                          <p:attrName>style.visibility</p:attrName>
                                        </p:attrNameLst>
                                      </p:cBhvr>
                                      <p:to>
                                        <p:strVal val="visible"/>
                                      </p:to>
                                    </p:set>
                                    <p:anim calcmode="lin" valueType="num">
                                      <p:cBhvr>
                                        <p:cTn id="7" dur="500" fill="hold"/>
                                        <p:tgtEl>
                                          <p:spTgt spid="100864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1008643">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008643">
                                            <p:txEl>
                                              <p:pRg st="2" end="2"/>
                                            </p:txEl>
                                          </p:spTgt>
                                        </p:tgtEl>
                                        <p:attrNameLst>
                                          <p:attrName>style.visibility</p:attrName>
                                        </p:attrNameLst>
                                      </p:cBhvr>
                                      <p:to>
                                        <p:strVal val="visible"/>
                                      </p:to>
                                    </p:set>
                                    <p:anim calcmode="lin" valueType="num">
                                      <p:cBhvr>
                                        <p:cTn id="13" dur="500" fill="hold"/>
                                        <p:tgtEl>
                                          <p:spTgt spid="1008643">
                                            <p:txEl>
                                              <p:pRg st="2" end="2"/>
                                            </p:txEl>
                                          </p:spTgt>
                                        </p:tgtEl>
                                        <p:attrNameLst>
                                          <p:attrName>ppt_w</p:attrName>
                                        </p:attrNameLst>
                                      </p:cBhvr>
                                      <p:tavLst>
                                        <p:tav tm="0">
                                          <p:val>
                                            <p:fltVal val="0"/>
                                          </p:val>
                                        </p:tav>
                                        <p:tav tm="100000">
                                          <p:val>
                                            <p:strVal val="#ppt_w"/>
                                          </p:val>
                                        </p:tav>
                                      </p:tavLst>
                                    </p:anim>
                                    <p:anim calcmode="lin" valueType="num">
                                      <p:cBhvr>
                                        <p:cTn id="14" dur="500" fill="hold"/>
                                        <p:tgtEl>
                                          <p:spTgt spid="1008643">
                                            <p:txEl>
                                              <p:pRg st="2" end="2"/>
                                            </p:tx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8643" grpId="0" build="p" autoUpdateAnimBg="0"/>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09" name="Title 1009665">
            <a:extLst>
              <a:ext uri="{FF2B5EF4-FFF2-40B4-BE49-F238E27FC236}">
                <a16:creationId xmlns:a16="http://schemas.microsoft.com/office/drawing/2014/main" id="{F3C3E9DE-7486-B435-4A00-5631D8FCFEF8}"/>
              </a:ext>
            </a:extLst>
          </p:cNvPr>
          <p:cNvSpPr>
            <a:spLocks noGrp="1" noChangeArrowheads="1"/>
          </p:cNvSpPr>
          <p:nvPr>
            <p:ph type="title"/>
          </p:nvPr>
        </p:nvSpPr>
        <p:spPr>
          <a:xfrm>
            <a:off x="1141413" y="115888"/>
            <a:ext cx="7773987" cy="717550"/>
          </a:xfrm>
        </p:spPr>
        <p:txBody>
          <a:bodyPr/>
          <a:lstStyle/>
          <a:p>
            <a:r>
              <a:rPr lang="en-US" altLang="zh-CN">
                <a:solidFill>
                  <a:srgbClr val="FFFF00"/>
                </a:solidFill>
              </a:rPr>
              <a:t>3.2.1 </a:t>
            </a:r>
            <a:r>
              <a:rPr lang="zh-CN" altLang="en-US">
                <a:solidFill>
                  <a:srgbClr val="FFFF00"/>
                </a:solidFill>
              </a:rPr>
              <a:t>总供给与总产出（</a:t>
            </a:r>
            <a:r>
              <a:rPr lang="en-US" altLang="zh-CN">
                <a:solidFill>
                  <a:srgbClr val="FFFF00"/>
                </a:solidFill>
              </a:rPr>
              <a:t>2</a:t>
            </a:r>
            <a:r>
              <a:rPr lang="zh-CN" altLang="en-US">
                <a:solidFill>
                  <a:srgbClr val="FFFF00"/>
                </a:solidFill>
              </a:rPr>
              <a:t>）</a:t>
            </a:r>
          </a:p>
        </p:txBody>
      </p:sp>
      <p:sp>
        <p:nvSpPr>
          <p:cNvPr id="1009667" name="Text Placeholder 1009666">
            <a:extLst>
              <a:ext uri="{FF2B5EF4-FFF2-40B4-BE49-F238E27FC236}">
                <a16:creationId xmlns:a16="http://schemas.microsoft.com/office/drawing/2014/main" id="{D23AEBA3-D000-60CE-09FC-A152664A59BF}"/>
              </a:ext>
            </a:extLst>
          </p:cNvPr>
          <p:cNvSpPr>
            <a:spLocks noGrp="1" noChangeArrowheads="1"/>
          </p:cNvSpPr>
          <p:nvPr>
            <p:ph type="body" idx="1"/>
          </p:nvPr>
        </p:nvSpPr>
        <p:spPr>
          <a:xfrm>
            <a:off x="684213" y="1341438"/>
            <a:ext cx="7343775" cy="4370387"/>
          </a:xfrm>
        </p:spPr>
        <p:txBody>
          <a:bodyPr/>
          <a:lstStyle/>
          <a:p>
            <a:pPr algn="just">
              <a:lnSpc>
                <a:spcPct val="90000"/>
              </a:lnSpc>
              <a:spcBef>
                <a:spcPts val="600"/>
              </a:spcBef>
            </a:pPr>
            <a:r>
              <a:rPr lang="zh-CN" altLang="en-US" sz="2800" b="1"/>
              <a:t>总产出或总收入从产出和收入角度反应了特定时期经济系统所生产（供给）的总量，表示了经济的供给方面。可以把总产出定义为：</a:t>
            </a:r>
          </a:p>
          <a:p>
            <a:pPr algn="just">
              <a:lnSpc>
                <a:spcPct val="90000"/>
              </a:lnSpc>
              <a:spcBef>
                <a:spcPts val="600"/>
              </a:spcBef>
            </a:pPr>
            <a:r>
              <a:rPr lang="en-US" altLang="zh-CN" sz="2800" b="1"/>
              <a:t>Y  </a:t>
            </a:r>
            <a:r>
              <a:rPr lang="en-US" altLang="zh-CN" sz="2800" b="1">
                <a:latin typeface="宋体" panose="02010600030101010101" pitchFamily="2" charset="-122"/>
              </a:rPr>
              <a:t>≡</a:t>
            </a:r>
            <a:r>
              <a:rPr lang="en-US" altLang="zh-CN" sz="2800" b="1"/>
              <a:t> Y</a:t>
            </a:r>
            <a:r>
              <a:rPr lang="en-US" altLang="zh-CN" sz="2800" b="1" baseline="-25000"/>
              <a:t>d</a:t>
            </a:r>
            <a:r>
              <a:rPr lang="en-US" altLang="zh-CN" sz="2800" b="1"/>
              <a:t> </a:t>
            </a:r>
          </a:p>
          <a:p>
            <a:pPr algn="just">
              <a:lnSpc>
                <a:spcPct val="90000"/>
              </a:lnSpc>
              <a:spcBef>
                <a:spcPts val="600"/>
              </a:spcBef>
            </a:pPr>
            <a:r>
              <a:rPr lang="zh-CN" altLang="en-US" sz="2800" b="1"/>
              <a:t>其中：</a:t>
            </a:r>
            <a:r>
              <a:rPr lang="en-US" altLang="zh-CN" sz="2800" b="1"/>
              <a:t>Y</a:t>
            </a:r>
            <a:r>
              <a:rPr lang="zh-CN" altLang="en-US" sz="2800" b="1"/>
              <a:t>为总产出；</a:t>
            </a:r>
            <a:r>
              <a:rPr lang="en-US" altLang="zh-CN" sz="2800" b="1"/>
              <a:t>Y</a:t>
            </a:r>
            <a:r>
              <a:rPr lang="en-US" altLang="zh-CN" sz="2800" b="1" baseline="-25000"/>
              <a:t>d</a:t>
            </a:r>
            <a:r>
              <a:rPr lang="zh-CN" altLang="en-US" sz="2800" b="1"/>
              <a:t>为收入（实际上是可支配收入，在两部门经济中，由于没有税收，要素收入就是可支配收入）；</a:t>
            </a:r>
          </a:p>
          <a:p>
            <a:pPr algn="just">
              <a:lnSpc>
                <a:spcPct val="90000"/>
              </a:lnSpc>
              <a:spcBef>
                <a:spcPts val="600"/>
              </a:spcBef>
            </a:pPr>
            <a:r>
              <a:rPr lang="zh-CN" altLang="en-US" sz="2800" b="1"/>
              <a:t>收入要么消费要么储蓄，则：</a:t>
            </a:r>
            <a:r>
              <a:rPr lang="en-US" altLang="zh-CN" sz="2800" b="1"/>
              <a:t>Y</a:t>
            </a:r>
            <a:r>
              <a:rPr lang="en-US" altLang="zh-CN" sz="2800" b="1" baseline="-25000"/>
              <a:t>d</a:t>
            </a:r>
            <a:r>
              <a:rPr lang="en-US" altLang="zh-CN" sz="2800" b="1"/>
              <a:t>=C+S</a:t>
            </a:r>
          </a:p>
          <a:p>
            <a:pPr algn="just">
              <a:lnSpc>
                <a:spcPct val="90000"/>
              </a:lnSpc>
              <a:spcBef>
                <a:spcPts val="600"/>
              </a:spcBef>
            </a:pPr>
            <a:r>
              <a:rPr lang="zh-CN" altLang="en-US" sz="2800" b="1"/>
              <a:t>所以总产出</a:t>
            </a:r>
            <a:r>
              <a:rPr lang="en-US" altLang="zh-CN" sz="2800" b="1"/>
              <a:t>=</a:t>
            </a:r>
            <a:r>
              <a:rPr lang="zh-CN" altLang="en-US" sz="2800" b="1"/>
              <a:t>总供给</a:t>
            </a:r>
            <a:r>
              <a:rPr lang="en-US" altLang="zh-CN" sz="2800" b="1"/>
              <a:t>= Y</a:t>
            </a:r>
            <a:r>
              <a:rPr lang="en-US" altLang="zh-CN" sz="2800" b="1" baseline="-25000"/>
              <a:t>d</a:t>
            </a:r>
            <a:r>
              <a:rPr lang="en-US" altLang="zh-CN" sz="2800" b="1"/>
              <a:t>=C+S</a:t>
            </a:r>
          </a:p>
          <a:p>
            <a:pPr algn="just">
              <a:lnSpc>
                <a:spcPct val="90000"/>
              </a:lnSpc>
              <a:spcBef>
                <a:spcPts val="600"/>
              </a:spcBef>
            </a:pPr>
            <a:endParaRPr lang="en-US" altLang="zh-CN" sz="2800" b="1"/>
          </a:p>
          <a:p>
            <a:pPr algn="just">
              <a:lnSpc>
                <a:spcPct val="90000"/>
              </a:lnSpc>
              <a:spcBef>
                <a:spcPts val="600"/>
              </a:spcBef>
              <a:buFont typeface="Arial" panose="020B0604020202020204" pitchFamily="34" charset="0"/>
              <a:buNone/>
            </a:pPr>
            <a:endParaRPr lang="zh-CN" altLang="en-US" sz="1800" b="1">
              <a:latin typeface="宋体" panose="02010600030101010101" pitchFamily="2" charset="-122"/>
            </a:endParaRPr>
          </a:p>
        </p:txBody>
      </p:sp>
      <p:sp>
        <p:nvSpPr>
          <p:cNvPr id="17411" name="DRAWING2STR_FREEFORM 1009667">
            <a:hlinkClick r:id="" action="ppaction://noaction"/>
            <a:extLst>
              <a:ext uri="{FF2B5EF4-FFF2-40B4-BE49-F238E27FC236}">
                <a16:creationId xmlns:a16="http://schemas.microsoft.com/office/drawing/2014/main" id="{EFB4F318-4105-5912-44A9-4CA48C20DF35}"/>
              </a:ext>
            </a:extLst>
          </p:cNvPr>
          <p:cNvSpPr>
            <a:spLocks noChangeArrowheads="1"/>
          </p:cNvSpPr>
          <p:nvPr/>
        </p:nvSpPr>
        <p:spPr bwMode="auto">
          <a:xfrm>
            <a:off x="8101013" y="5805488"/>
            <a:ext cx="685800" cy="685800"/>
          </a:xfrm>
          <a:custGeom>
            <a:avLst/>
            <a:gdLst>
              <a:gd name="T0" fmla="*/ 5400 w 21600"/>
              <a:gd name="T1" fmla="*/ 5400 h 21600"/>
              <a:gd name="T2" fmla="*/ 9450 w 21600"/>
              <a:gd name="T3" fmla="*/ 5400 h 21600"/>
              <a:gd name="T4" fmla="*/ 9450 w 21600"/>
              <a:gd name="T5" fmla="*/ 2700 h 21600"/>
              <a:gd name="T6" fmla="*/ 8100 w 21600"/>
              <a:gd name="T7" fmla="*/ 2700 h 21600"/>
              <a:gd name="T8" fmla="*/ 10800 w 21600"/>
              <a:gd name="T9" fmla="*/ 0 h 21600"/>
              <a:gd name="T10" fmla="*/ 13500 w 21600"/>
              <a:gd name="T11" fmla="*/ 2700 h 21600"/>
              <a:gd name="T12" fmla="*/ 12150 w 21600"/>
              <a:gd name="T13" fmla="*/ 2700 h 21600"/>
              <a:gd name="T14" fmla="*/ 12150 w 21600"/>
              <a:gd name="T15" fmla="*/ 5400 h 21600"/>
              <a:gd name="T16" fmla="*/ 16200 w 21600"/>
              <a:gd name="T17" fmla="*/ 5400 h 21600"/>
              <a:gd name="T18" fmla="*/ 16200 w 21600"/>
              <a:gd name="T19" fmla="*/ 9450 h 21600"/>
              <a:gd name="T20" fmla="*/ 18900 w 21600"/>
              <a:gd name="T21" fmla="*/ 9450 h 21600"/>
              <a:gd name="T22" fmla="*/ 18900 w 21600"/>
              <a:gd name="T23" fmla="*/ 8100 h 21600"/>
              <a:gd name="T24" fmla="*/ 21600 w 21600"/>
              <a:gd name="T25" fmla="*/ 10800 h 21600"/>
              <a:gd name="T26" fmla="*/ 18900 w 21600"/>
              <a:gd name="T27" fmla="*/ 13500 h 21600"/>
              <a:gd name="T28" fmla="*/ 18900 w 21600"/>
              <a:gd name="T29" fmla="*/ 12150 h 21600"/>
              <a:gd name="T30" fmla="*/ 16200 w 21600"/>
              <a:gd name="T31" fmla="*/ 12150 h 21600"/>
              <a:gd name="T32" fmla="*/ 16200 w 21600"/>
              <a:gd name="T33" fmla="*/ 16200 h 21600"/>
              <a:gd name="T34" fmla="*/ 12150 w 21600"/>
              <a:gd name="T35" fmla="*/ 16200 h 21600"/>
              <a:gd name="T36" fmla="*/ 12150 w 21600"/>
              <a:gd name="T37" fmla="*/ 18900 h 21600"/>
              <a:gd name="T38" fmla="*/ 13500 w 21600"/>
              <a:gd name="T39" fmla="*/ 18900 h 21600"/>
              <a:gd name="T40" fmla="*/ 10800 w 21600"/>
              <a:gd name="T41" fmla="*/ 21600 h 21600"/>
              <a:gd name="T42" fmla="*/ 8100 w 21600"/>
              <a:gd name="T43" fmla="*/ 18900 h 21600"/>
              <a:gd name="T44" fmla="*/ 9450 w 21600"/>
              <a:gd name="T45" fmla="*/ 18900 h 21600"/>
              <a:gd name="T46" fmla="*/ 9450 w 21600"/>
              <a:gd name="T47" fmla="*/ 16200 h 21600"/>
              <a:gd name="T48" fmla="*/ 5400 w 21600"/>
              <a:gd name="T49" fmla="*/ 16200 h 21600"/>
              <a:gd name="T50" fmla="*/ 5400 w 21600"/>
              <a:gd name="T51" fmla="*/ 12150 h 21600"/>
              <a:gd name="T52" fmla="*/ 2700 w 21600"/>
              <a:gd name="T53" fmla="*/ 12150 h 21600"/>
              <a:gd name="T54" fmla="*/ 2700 w 21600"/>
              <a:gd name="T55" fmla="*/ 13500 h 21600"/>
              <a:gd name="T56" fmla="*/ 0 w 21600"/>
              <a:gd name="T57" fmla="*/ 10800 h 21600"/>
              <a:gd name="T58" fmla="*/ 2700 w 21600"/>
              <a:gd name="T59" fmla="*/ 8100 h 21600"/>
              <a:gd name="T60" fmla="*/ 2700 w 21600"/>
              <a:gd name="T61" fmla="*/ 9450 h 21600"/>
              <a:gd name="T62" fmla="*/ 5400 w 21600"/>
              <a:gd name="T63" fmla="*/ 945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1600" h="21600">
                <a:moveTo>
                  <a:pt x="5400" y="5400"/>
                </a:moveTo>
                <a:lnTo>
                  <a:pt x="9450" y="5400"/>
                </a:lnTo>
                <a:lnTo>
                  <a:pt x="9450" y="2700"/>
                </a:lnTo>
                <a:lnTo>
                  <a:pt x="8100" y="2700"/>
                </a:lnTo>
                <a:lnTo>
                  <a:pt x="10800" y="0"/>
                </a:lnTo>
                <a:lnTo>
                  <a:pt x="13500" y="2700"/>
                </a:lnTo>
                <a:lnTo>
                  <a:pt x="12150" y="2700"/>
                </a:lnTo>
                <a:lnTo>
                  <a:pt x="12150" y="5400"/>
                </a:lnTo>
                <a:lnTo>
                  <a:pt x="16200" y="5400"/>
                </a:lnTo>
                <a:lnTo>
                  <a:pt x="16200" y="9450"/>
                </a:lnTo>
                <a:lnTo>
                  <a:pt x="18900" y="9450"/>
                </a:lnTo>
                <a:lnTo>
                  <a:pt x="18900" y="8100"/>
                </a:lnTo>
                <a:lnTo>
                  <a:pt x="21600" y="10800"/>
                </a:lnTo>
                <a:lnTo>
                  <a:pt x="18900" y="13500"/>
                </a:lnTo>
                <a:lnTo>
                  <a:pt x="18900" y="12150"/>
                </a:lnTo>
                <a:lnTo>
                  <a:pt x="16200" y="12150"/>
                </a:lnTo>
                <a:lnTo>
                  <a:pt x="16200" y="16200"/>
                </a:lnTo>
                <a:lnTo>
                  <a:pt x="12150" y="16200"/>
                </a:lnTo>
                <a:lnTo>
                  <a:pt x="12150" y="18900"/>
                </a:lnTo>
                <a:lnTo>
                  <a:pt x="13500" y="18900"/>
                </a:lnTo>
                <a:lnTo>
                  <a:pt x="10800" y="21600"/>
                </a:lnTo>
                <a:lnTo>
                  <a:pt x="8100" y="18900"/>
                </a:lnTo>
                <a:lnTo>
                  <a:pt x="9450" y="18900"/>
                </a:lnTo>
                <a:lnTo>
                  <a:pt x="9450" y="16200"/>
                </a:lnTo>
                <a:lnTo>
                  <a:pt x="5400" y="16200"/>
                </a:lnTo>
                <a:lnTo>
                  <a:pt x="5400" y="12150"/>
                </a:lnTo>
                <a:lnTo>
                  <a:pt x="2700" y="12150"/>
                </a:lnTo>
                <a:lnTo>
                  <a:pt x="2700" y="13500"/>
                </a:lnTo>
                <a:lnTo>
                  <a:pt x="0" y="10800"/>
                </a:lnTo>
                <a:lnTo>
                  <a:pt x="2700" y="8100"/>
                </a:lnTo>
                <a:lnTo>
                  <a:pt x="2700" y="9450"/>
                </a:lnTo>
                <a:lnTo>
                  <a:pt x="5400" y="9450"/>
                </a:lnTo>
                <a:close/>
              </a:path>
            </a:pathLst>
          </a:custGeom>
          <a:noFill/>
          <a:ln w="31750"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17412" name="Slide Number Placeholder 1">
            <a:extLst>
              <a:ext uri="{FF2B5EF4-FFF2-40B4-BE49-F238E27FC236}">
                <a16:creationId xmlns:a16="http://schemas.microsoft.com/office/drawing/2014/main" id="{F4D8B9DA-9D9A-7B2A-8CF4-B79B31B6D1A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9162D5D6-1FAB-4F15-ACBD-9F25C0157E5E}" type="slidenum">
              <a:rPr lang="en-AU" altLang="zh-CN" sz="1400" i="0">
                <a:latin typeface="Arial" panose="020B0604020202020204" pitchFamily="34" charset="0"/>
              </a:rPr>
              <a:pPr algn="r"/>
              <a:t>7</a:t>
            </a:fld>
            <a:endParaRPr lang="en-AU" altLang="zh-CN" sz="1400" i="0">
              <a:latin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09667">
                                            <p:txEl>
                                              <p:pRg st="0" end="0"/>
                                            </p:txEl>
                                          </p:spTgt>
                                        </p:tgtEl>
                                        <p:attrNameLst>
                                          <p:attrName>style.visibility</p:attrName>
                                        </p:attrNameLst>
                                      </p:cBhvr>
                                      <p:to>
                                        <p:strVal val="visible"/>
                                      </p:to>
                                    </p:set>
                                    <p:anim calcmode="lin" valueType="num">
                                      <p:cBhvr additive="base">
                                        <p:cTn id="7" dur="500" fill="hold"/>
                                        <p:tgtEl>
                                          <p:spTgt spid="100966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0966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09667">
                                            <p:txEl>
                                              <p:pRg st="1" end="1"/>
                                            </p:txEl>
                                          </p:spTgt>
                                        </p:tgtEl>
                                        <p:attrNameLst>
                                          <p:attrName>style.visibility</p:attrName>
                                        </p:attrNameLst>
                                      </p:cBhvr>
                                      <p:to>
                                        <p:strVal val="visible"/>
                                      </p:to>
                                    </p:set>
                                    <p:anim calcmode="lin" valueType="num">
                                      <p:cBhvr additive="base">
                                        <p:cTn id="13" dur="500" fill="hold"/>
                                        <p:tgtEl>
                                          <p:spTgt spid="100966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0966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09667">
                                            <p:txEl>
                                              <p:pRg st="2" end="2"/>
                                            </p:txEl>
                                          </p:spTgt>
                                        </p:tgtEl>
                                        <p:attrNameLst>
                                          <p:attrName>style.visibility</p:attrName>
                                        </p:attrNameLst>
                                      </p:cBhvr>
                                      <p:to>
                                        <p:strVal val="visible"/>
                                      </p:to>
                                    </p:set>
                                    <p:anim calcmode="lin" valueType="num">
                                      <p:cBhvr additive="base">
                                        <p:cTn id="19" dur="500" fill="hold"/>
                                        <p:tgtEl>
                                          <p:spTgt spid="100966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0966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09667">
                                            <p:txEl>
                                              <p:pRg st="3" end="3"/>
                                            </p:txEl>
                                          </p:spTgt>
                                        </p:tgtEl>
                                        <p:attrNameLst>
                                          <p:attrName>style.visibility</p:attrName>
                                        </p:attrNameLst>
                                      </p:cBhvr>
                                      <p:to>
                                        <p:strVal val="visible"/>
                                      </p:to>
                                    </p:set>
                                    <p:anim calcmode="lin" valueType="num">
                                      <p:cBhvr additive="base">
                                        <p:cTn id="25" dur="500" fill="hold"/>
                                        <p:tgtEl>
                                          <p:spTgt spid="100966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0966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09667">
                                            <p:txEl>
                                              <p:pRg st="4" end="4"/>
                                            </p:txEl>
                                          </p:spTgt>
                                        </p:tgtEl>
                                        <p:attrNameLst>
                                          <p:attrName>style.visibility</p:attrName>
                                        </p:attrNameLst>
                                      </p:cBhvr>
                                      <p:to>
                                        <p:strVal val="visible"/>
                                      </p:to>
                                    </p:set>
                                    <p:anim calcmode="lin" valueType="num">
                                      <p:cBhvr additive="base">
                                        <p:cTn id="31" dur="500" fill="hold"/>
                                        <p:tgtEl>
                                          <p:spTgt spid="1009667">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009667">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9667" grpId="0" build="p" autoUpdateAnimBg="0"/>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3" name="Title 1010689">
            <a:extLst>
              <a:ext uri="{FF2B5EF4-FFF2-40B4-BE49-F238E27FC236}">
                <a16:creationId xmlns:a16="http://schemas.microsoft.com/office/drawing/2014/main" id="{A890E926-BBB3-CDBC-3939-42FAB47C9408}"/>
              </a:ext>
            </a:extLst>
          </p:cNvPr>
          <p:cNvSpPr>
            <a:spLocks noGrp="1" noChangeArrowheads="1"/>
          </p:cNvSpPr>
          <p:nvPr>
            <p:ph type="title"/>
          </p:nvPr>
        </p:nvSpPr>
        <p:spPr>
          <a:xfrm>
            <a:off x="1141413" y="115888"/>
            <a:ext cx="7773987" cy="717550"/>
          </a:xfrm>
        </p:spPr>
        <p:txBody>
          <a:bodyPr/>
          <a:lstStyle/>
          <a:p>
            <a:r>
              <a:rPr lang="en-US" altLang="zh-CN">
                <a:solidFill>
                  <a:srgbClr val="FFFF00"/>
                </a:solidFill>
              </a:rPr>
              <a:t>3.2.2 </a:t>
            </a:r>
            <a:r>
              <a:rPr lang="zh-CN" altLang="en-US">
                <a:solidFill>
                  <a:srgbClr val="FFFF00"/>
                </a:solidFill>
              </a:rPr>
              <a:t>总需求与总支出</a:t>
            </a:r>
          </a:p>
        </p:txBody>
      </p:sp>
      <p:sp>
        <p:nvSpPr>
          <p:cNvPr id="1010691" name="Text Placeholder 1010690">
            <a:extLst>
              <a:ext uri="{FF2B5EF4-FFF2-40B4-BE49-F238E27FC236}">
                <a16:creationId xmlns:a16="http://schemas.microsoft.com/office/drawing/2014/main" id="{7EC7087B-3A29-571B-2971-13F99CDA49B7}"/>
              </a:ext>
            </a:extLst>
          </p:cNvPr>
          <p:cNvSpPr>
            <a:spLocks noGrp="1" noChangeArrowheads="1"/>
          </p:cNvSpPr>
          <p:nvPr>
            <p:ph type="body" idx="1"/>
          </p:nvPr>
        </p:nvSpPr>
        <p:spPr>
          <a:xfrm>
            <a:off x="1322388" y="1219200"/>
            <a:ext cx="6015037" cy="4151313"/>
          </a:xfrm>
        </p:spPr>
        <p:txBody>
          <a:bodyPr/>
          <a:lstStyle/>
          <a:p>
            <a:pPr algn="just">
              <a:lnSpc>
                <a:spcPct val="90000"/>
              </a:lnSpc>
              <a:spcBef>
                <a:spcPts val="600"/>
              </a:spcBef>
            </a:pPr>
            <a:r>
              <a:rPr lang="zh-CN" altLang="en-US" sz="3200" b="1"/>
              <a:t>总支出是经济中用于新生产商品和劳务的支出总量，表示经济的需求方面，是总需求统计指标。</a:t>
            </a:r>
          </a:p>
          <a:p>
            <a:pPr algn="just">
              <a:lnSpc>
                <a:spcPct val="90000"/>
              </a:lnSpc>
              <a:spcBef>
                <a:spcPts val="600"/>
              </a:spcBef>
            </a:pPr>
            <a:endParaRPr lang="zh-CN" altLang="en-US" sz="3200" b="1"/>
          </a:p>
          <a:p>
            <a:pPr algn="just">
              <a:lnSpc>
                <a:spcPct val="90000"/>
              </a:lnSpc>
              <a:spcBef>
                <a:spcPts val="600"/>
              </a:spcBef>
            </a:pPr>
            <a:r>
              <a:rPr lang="zh-CN" altLang="en-US" sz="3200" b="1"/>
              <a:t>简单模型中不考虑政府和对外部门，总支出（</a:t>
            </a:r>
            <a:r>
              <a:rPr lang="en-US" altLang="zh-CN" sz="3200" b="1"/>
              <a:t>AE</a:t>
            </a:r>
            <a:r>
              <a:rPr lang="zh-CN" altLang="en-US" sz="3200" b="1"/>
              <a:t>）为家庭消费（</a:t>
            </a:r>
            <a:r>
              <a:rPr lang="en-US" altLang="zh-CN" sz="3200" b="1"/>
              <a:t>C</a:t>
            </a:r>
            <a:r>
              <a:rPr lang="zh-CN" altLang="en-US" sz="3200" b="1"/>
              <a:t>）、厂商投资（</a:t>
            </a:r>
            <a:r>
              <a:rPr lang="en-US" altLang="zh-CN" sz="3200" b="1"/>
              <a:t>I</a:t>
            </a:r>
            <a:r>
              <a:rPr lang="zh-CN" altLang="en-US" sz="3200" b="1"/>
              <a:t>）：</a:t>
            </a:r>
            <a:r>
              <a:rPr lang="en-US" altLang="zh-CN" sz="3200" b="1"/>
              <a:t>AE </a:t>
            </a:r>
            <a:r>
              <a:rPr lang="en-US" altLang="zh-CN" sz="3200" b="1">
                <a:latin typeface="宋体" panose="02010600030101010101" pitchFamily="2" charset="-122"/>
              </a:rPr>
              <a:t>≡ </a:t>
            </a:r>
            <a:r>
              <a:rPr lang="en-US" altLang="zh-CN" sz="3200" b="1"/>
              <a:t>C </a:t>
            </a:r>
            <a:r>
              <a:rPr lang="zh-CN" altLang="en-US" sz="3200" b="1"/>
              <a:t>＋ </a:t>
            </a:r>
            <a:r>
              <a:rPr lang="en-US" altLang="zh-CN" sz="3200" b="1"/>
              <a:t>I</a:t>
            </a:r>
            <a:r>
              <a:rPr lang="en-US" altLang="zh-CN" sz="1800" b="1"/>
              <a:t> 	</a:t>
            </a:r>
          </a:p>
        </p:txBody>
      </p:sp>
      <p:sp>
        <p:nvSpPr>
          <p:cNvPr id="18435" name="左箭头标注 1010691">
            <a:hlinkClick r:id="" action="ppaction://noaction"/>
            <a:extLst>
              <a:ext uri="{FF2B5EF4-FFF2-40B4-BE49-F238E27FC236}">
                <a16:creationId xmlns:a16="http://schemas.microsoft.com/office/drawing/2014/main" id="{8D448FAE-EE1A-5E41-FF79-84977F6FBFFA}"/>
              </a:ext>
            </a:extLst>
          </p:cNvPr>
          <p:cNvSpPr>
            <a:spLocks noChangeArrowheads="1"/>
          </p:cNvSpPr>
          <p:nvPr/>
        </p:nvSpPr>
        <p:spPr bwMode="auto">
          <a:xfrm>
            <a:off x="7667625" y="5661025"/>
            <a:ext cx="762000" cy="457200"/>
          </a:xfrm>
          <a:prstGeom prst="leftArrowCallout">
            <a:avLst>
              <a:gd name="adj1" fmla="val 25000"/>
              <a:gd name="adj2" fmla="val 25000"/>
              <a:gd name="adj3" fmla="val 27770"/>
              <a:gd name="adj4" fmla="val 66667"/>
            </a:avLst>
          </a:prstGeom>
          <a:noFill/>
          <a:ln w="31750"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18436" name="Slide Number Placeholder 1">
            <a:extLst>
              <a:ext uri="{FF2B5EF4-FFF2-40B4-BE49-F238E27FC236}">
                <a16:creationId xmlns:a16="http://schemas.microsoft.com/office/drawing/2014/main" id="{19122859-3ED9-0BCD-FEE5-55E63D8FB63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85640CA2-02BA-4B7A-A06D-F3EC2569C4F0}" type="slidenum">
              <a:rPr lang="en-AU" altLang="zh-CN" sz="1400" i="0">
                <a:latin typeface="Arial" panose="020B0604020202020204" pitchFamily="34" charset="0"/>
              </a:rPr>
              <a:pPr algn="r"/>
              <a:t>8</a:t>
            </a:fld>
            <a:endParaRPr lang="en-AU" altLang="zh-CN" sz="1400" i="0">
              <a:latin typeface="Arial" panose="020B0604020202020204" pitchFamily="34" charset="0"/>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1010691">
                                            <p:txEl>
                                              <p:pRg st="0" end="0"/>
                                            </p:txEl>
                                          </p:spTgt>
                                        </p:tgtEl>
                                        <p:attrNameLst>
                                          <p:attrName>style.visibility</p:attrName>
                                        </p:attrNameLst>
                                      </p:cBhvr>
                                      <p:to>
                                        <p:strVal val="visible"/>
                                      </p:to>
                                    </p:set>
                                    <p:anim calcmode="lin" valueType="num">
                                      <p:cBhvr>
                                        <p:cTn id="7" dur="1000" fill="hold"/>
                                        <p:tgtEl>
                                          <p:spTgt spid="1010691">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1010691">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1010691">
                                            <p:txEl>
                                              <p:pRg st="0" end="0"/>
                                            </p:txEl>
                                          </p:spTgt>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010691">
                                            <p:txEl>
                                              <p:pRg st="0" end="0"/>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5" presetClass="entr" presetSubtype="0" fill="hold" grpId="0" nodeType="clickEffect">
                                  <p:stCondLst>
                                    <p:cond delay="0"/>
                                  </p:stCondLst>
                                  <p:childTnLst>
                                    <p:set>
                                      <p:cBhvr>
                                        <p:cTn id="14" dur="1" fill="hold">
                                          <p:stCondLst>
                                            <p:cond delay="0"/>
                                          </p:stCondLst>
                                        </p:cTn>
                                        <p:tgtEl>
                                          <p:spTgt spid="1010691">
                                            <p:txEl>
                                              <p:pRg st="2" end="2"/>
                                            </p:txEl>
                                          </p:spTgt>
                                        </p:tgtEl>
                                        <p:attrNameLst>
                                          <p:attrName>style.visibility</p:attrName>
                                        </p:attrNameLst>
                                      </p:cBhvr>
                                      <p:to>
                                        <p:strVal val="visible"/>
                                      </p:to>
                                    </p:set>
                                    <p:anim calcmode="lin" valueType="num">
                                      <p:cBhvr>
                                        <p:cTn id="15" dur="1000" fill="hold"/>
                                        <p:tgtEl>
                                          <p:spTgt spid="1010691">
                                            <p:txEl>
                                              <p:pRg st="2" end="2"/>
                                            </p:txEl>
                                          </p:spTgt>
                                        </p:tgtEl>
                                        <p:attrNameLst>
                                          <p:attrName>ppt_w</p:attrName>
                                        </p:attrNameLst>
                                      </p:cBhvr>
                                      <p:tavLst>
                                        <p:tav tm="0">
                                          <p:val>
                                            <p:fltVal val="0"/>
                                          </p:val>
                                        </p:tav>
                                        <p:tav tm="100000">
                                          <p:val>
                                            <p:strVal val="#ppt_w"/>
                                          </p:val>
                                        </p:tav>
                                      </p:tavLst>
                                    </p:anim>
                                    <p:anim calcmode="lin" valueType="num">
                                      <p:cBhvr>
                                        <p:cTn id="16" dur="1000" fill="hold"/>
                                        <p:tgtEl>
                                          <p:spTgt spid="1010691">
                                            <p:txEl>
                                              <p:pRg st="2" end="2"/>
                                            </p:txEl>
                                          </p:spTgt>
                                        </p:tgtEl>
                                        <p:attrNameLst>
                                          <p:attrName>ppt_h</p:attrName>
                                        </p:attrNameLst>
                                      </p:cBhvr>
                                      <p:tavLst>
                                        <p:tav tm="0">
                                          <p:val>
                                            <p:fltVal val="0"/>
                                          </p:val>
                                        </p:tav>
                                        <p:tav tm="100000">
                                          <p:val>
                                            <p:strVal val="#ppt_h"/>
                                          </p:val>
                                        </p:tav>
                                      </p:tavLst>
                                    </p:anim>
                                    <p:anim calcmode="lin" valueType="num">
                                      <p:cBhvr>
                                        <p:cTn id="17" dur="1000" fill="hold"/>
                                        <p:tgtEl>
                                          <p:spTgt spid="1010691">
                                            <p:txEl>
                                              <p:pRg st="2" end="2"/>
                                            </p:txEl>
                                          </p:spTgt>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1010691">
                                            <p:txEl>
                                              <p:pRg st="2" end="2"/>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0691" grpId="0" build="p" autoUpdateAnimBg="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7" name="Title 1011713">
            <a:extLst>
              <a:ext uri="{FF2B5EF4-FFF2-40B4-BE49-F238E27FC236}">
                <a16:creationId xmlns:a16="http://schemas.microsoft.com/office/drawing/2014/main" id="{E5B4C1B9-2DC1-5B1C-0963-A9A57691454D}"/>
              </a:ext>
            </a:extLst>
          </p:cNvPr>
          <p:cNvSpPr>
            <a:spLocks noGrp="1" noChangeArrowheads="1"/>
          </p:cNvSpPr>
          <p:nvPr>
            <p:ph type="title"/>
          </p:nvPr>
        </p:nvSpPr>
        <p:spPr>
          <a:xfrm>
            <a:off x="1217613" y="174625"/>
            <a:ext cx="7773987" cy="717550"/>
          </a:xfrm>
        </p:spPr>
        <p:txBody>
          <a:bodyPr/>
          <a:lstStyle/>
          <a:p>
            <a:r>
              <a:rPr lang="en-US" altLang="zh-CN">
                <a:solidFill>
                  <a:srgbClr val="FFFF00"/>
                </a:solidFill>
              </a:rPr>
              <a:t>3.2.3 </a:t>
            </a:r>
            <a:r>
              <a:rPr lang="zh-CN" altLang="en-US">
                <a:solidFill>
                  <a:srgbClr val="FFFF00"/>
                </a:solidFill>
              </a:rPr>
              <a:t>总支出决定总产出</a:t>
            </a:r>
          </a:p>
        </p:txBody>
      </p:sp>
      <p:sp>
        <p:nvSpPr>
          <p:cNvPr id="1011715" name="Text Placeholder 1011714">
            <a:extLst>
              <a:ext uri="{FF2B5EF4-FFF2-40B4-BE49-F238E27FC236}">
                <a16:creationId xmlns:a16="http://schemas.microsoft.com/office/drawing/2014/main" id="{6ECD696B-ABBD-3F44-2A79-DFDF2DBDFA7D}"/>
              </a:ext>
            </a:extLst>
          </p:cNvPr>
          <p:cNvSpPr>
            <a:spLocks noGrp="1" noChangeArrowheads="1"/>
          </p:cNvSpPr>
          <p:nvPr>
            <p:ph type="body" idx="1"/>
          </p:nvPr>
        </p:nvSpPr>
        <p:spPr>
          <a:xfrm>
            <a:off x="900113" y="1125538"/>
            <a:ext cx="7488237" cy="4267200"/>
          </a:xfrm>
        </p:spPr>
        <p:txBody>
          <a:bodyPr/>
          <a:lstStyle/>
          <a:p>
            <a:pPr algn="just">
              <a:spcBef>
                <a:spcPts val="600"/>
              </a:spcBef>
            </a:pPr>
            <a:r>
              <a:rPr lang="zh-CN" altLang="en-US" b="1"/>
              <a:t>总产出与总支出不一致导致总量失衡问题。如果总产出方面因为外生供给冲击（</a:t>
            </a:r>
            <a:r>
              <a:rPr lang="en-US" altLang="zh-CN" b="1"/>
              <a:t>shock</a:t>
            </a:r>
            <a:r>
              <a:rPr lang="zh-CN" altLang="en-US" b="1"/>
              <a:t>）下降（如地震、罢工），原先支出和消费水平无法维持。但我们这里假定没有供给限制，所以供给方面不存在问题（注意供给没有限制的假设）。</a:t>
            </a:r>
          </a:p>
          <a:p>
            <a:pPr algn="just">
              <a:spcBef>
                <a:spcPts val="600"/>
              </a:spcBef>
            </a:pPr>
            <a:r>
              <a:rPr lang="zh-CN" altLang="en-US" b="1"/>
              <a:t>如果消费或投资下降，即支出环节发生“漏泻”（</a:t>
            </a:r>
            <a:r>
              <a:rPr lang="en-US" altLang="zh-CN" b="1"/>
              <a:t>leakage</a:t>
            </a:r>
            <a:r>
              <a:rPr lang="zh-CN" altLang="en-US" b="1"/>
              <a:t>），有效需求不足，同样导致经济运行困难</a:t>
            </a:r>
          </a:p>
          <a:p>
            <a:pPr algn="just">
              <a:spcBef>
                <a:spcPts val="600"/>
              </a:spcBef>
            </a:pPr>
            <a:r>
              <a:rPr lang="zh-CN" altLang="en-US" b="1">
                <a:solidFill>
                  <a:srgbClr val="CCFF33"/>
                </a:solidFill>
              </a:rPr>
              <a:t>在供给没有限制的条件下，支出决定产出。</a:t>
            </a:r>
          </a:p>
          <a:p>
            <a:pPr algn="just">
              <a:spcBef>
                <a:spcPts val="600"/>
              </a:spcBef>
            </a:pPr>
            <a:r>
              <a:rPr lang="zh-CN" altLang="en-US" b="1"/>
              <a:t>这样，总供给等于总需求宏观经济均衡条件，归结为总产出等于总支出条件：</a:t>
            </a:r>
          </a:p>
          <a:p>
            <a:pPr algn="just">
              <a:spcBef>
                <a:spcPts val="600"/>
              </a:spcBef>
            </a:pPr>
            <a:r>
              <a:rPr lang="en-US" altLang="zh-CN" b="1"/>
              <a:t>Y =AE =C+S =C+I	 </a:t>
            </a:r>
            <a:r>
              <a:rPr lang="zh-CN" altLang="en-US" b="1"/>
              <a:t>即：</a:t>
            </a:r>
            <a:r>
              <a:rPr lang="en-US" altLang="zh-CN" b="1"/>
              <a:t>I=</a:t>
            </a:r>
            <a:r>
              <a:rPr lang="en-US" altLang="zh-CN" b="1">
                <a:latin typeface="宋体" panose="02010600030101010101" pitchFamily="2" charset="-122"/>
              </a:rPr>
              <a:t>S</a:t>
            </a:r>
            <a:endParaRPr lang="zh-CN" altLang="en-US" b="1"/>
          </a:p>
        </p:txBody>
      </p:sp>
      <p:sp>
        <p:nvSpPr>
          <p:cNvPr id="19459" name="文本框 1011715">
            <a:extLst>
              <a:ext uri="{FF2B5EF4-FFF2-40B4-BE49-F238E27FC236}">
                <a16:creationId xmlns:a16="http://schemas.microsoft.com/office/drawing/2014/main" id="{FC3FD98F-9A8B-3878-0FC4-A97898A21F11}"/>
              </a:ext>
            </a:extLst>
          </p:cNvPr>
          <p:cNvSpPr txBox="1">
            <a:spLocks noChangeArrowheads="1"/>
          </p:cNvSpPr>
          <p:nvPr/>
        </p:nvSpPr>
        <p:spPr bwMode="auto">
          <a:xfrm>
            <a:off x="1187450" y="5589588"/>
            <a:ext cx="7705725"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41275">
                <a:solidFill>
                  <a:srgbClr val="000000"/>
                </a:solidFill>
                <a:miter lim="800000"/>
                <a:headEnd/>
                <a:tailEnd/>
              </a14:hiddenLine>
            </a:ext>
          </a:extLst>
        </p:spPr>
        <p:txBody>
          <a:bodyPr>
            <a:spAutoFit/>
          </a:bodyPr>
          <a:lstStyle>
            <a:lvl1pPr marL="457200" indent="-457200"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l">
              <a:buClr>
                <a:srgbClr val="99CCCC"/>
              </a:buClr>
              <a:buFont typeface="Arial" panose="020B0604020202020204" pitchFamily="34" charset="0"/>
              <a:buChar char="•"/>
            </a:pPr>
            <a:r>
              <a:rPr lang="zh-CN" altLang="en-US" sz="2400">
                <a:solidFill>
                  <a:srgbClr val="FF0000"/>
                </a:solidFill>
              </a:rPr>
              <a:t>均衡产出是和总需求相一致的产出，也就是经济社会的收入正好等于全体居民和企业想要有的支出</a:t>
            </a:r>
          </a:p>
        </p:txBody>
      </p:sp>
      <p:sp>
        <p:nvSpPr>
          <p:cNvPr id="19460" name="Slide Number Placeholder 1">
            <a:extLst>
              <a:ext uri="{FF2B5EF4-FFF2-40B4-BE49-F238E27FC236}">
                <a16:creationId xmlns:a16="http://schemas.microsoft.com/office/drawing/2014/main" id="{3ADEC220-EEB2-D0E8-BFF2-7BE6CB4C649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3A3E4910-65F2-4766-A9ED-897F3A7ACA6A}" type="slidenum">
              <a:rPr lang="en-AU" altLang="zh-CN" sz="1400" i="0">
                <a:latin typeface="Arial" panose="020B0604020202020204" pitchFamily="34" charset="0"/>
              </a:rPr>
              <a:pPr algn="r"/>
              <a:t>9</a:t>
            </a:fld>
            <a:endParaRPr lang="en-AU" altLang="zh-CN" sz="1400" i="0">
              <a:latin typeface="Arial" panose="020B0604020202020204" pitchFamily="34" charset="0"/>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1011715">
                                            <p:txEl>
                                              <p:pRg st="0" end="0"/>
                                            </p:txEl>
                                          </p:spTgt>
                                        </p:tgtEl>
                                        <p:attrNameLst>
                                          <p:attrName>style.visibility</p:attrName>
                                        </p:attrNameLst>
                                      </p:cBhvr>
                                      <p:to>
                                        <p:strVal val="visible"/>
                                      </p:to>
                                    </p:set>
                                    <p:anim calcmode="lin" valueType="num">
                                      <p:cBhvr>
                                        <p:cTn id="7" dur="1000" fill="hold"/>
                                        <p:tgtEl>
                                          <p:spTgt spid="1011715">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1011715">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1011715">
                                            <p:txEl>
                                              <p:pRg st="0" end="0"/>
                                            </p:txEl>
                                          </p:spTgt>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011715">
                                            <p:txEl>
                                              <p:pRg st="0" end="0"/>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5" presetClass="entr" presetSubtype="0" fill="hold" grpId="0" nodeType="clickEffect">
                                  <p:stCondLst>
                                    <p:cond delay="0"/>
                                  </p:stCondLst>
                                  <p:childTnLst>
                                    <p:set>
                                      <p:cBhvr>
                                        <p:cTn id="14" dur="1" fill="hold">
                                          <p:stCondLst>
                                            <p:cond delay="0"/>
                                          </p:stCondLst>
                                        </p:cTn>
                                        <p:tgtEl>
                                          <p:spTgt spid="1011715">
                                            <p:txEl>
                                              <p:pRg st="1" end="1"/>
                                            </p:txEl>
                                          </p:spTgt>
                                        </p:tgtEl>
                                        <p:attrNameLst>
                                          <p:attrName>style.visibility</p:attrName>
                                        </p:attrNameLst>
                                      </p:cBhvr>
                                      <p:to>
                                        <p:strVal val="visible"/>
                                      </p:to>
                                    </p:set>
                                    <p:anim calcmode="lin" valueType="num">
                                      <p:cBhvr>
                                        <p:cTn id="15" dur="1000" fill="hold"/>
                                        <p:tgtEl>
                                          <p:spTgt spid="1011715">
                                            <p:txEl>
                                              <p:pRg st="1" end="1"/>
                                            </p:txEl>
                                          </p:spTgt>
                                        </p:tgtEl>
                                        <p:attrNameLst>
                                          <p:attrName>ppt_w</p:attrName>
                                        </p:attrNameLst>
                                      </p:cBhvr>
                                      <p:tavLst>
                                        <p:tav tm="0">
                                          <p:val>
                                            <p:fltVal val="0"/>
                                          </p:val>
                                        </p:tav>
                                        <p:tav tm="100000">
                                          <p:val>
                                            <p:strVal val="#ppt_w"/>
                                          </p:val>
                                        </p:tav>
                                      </p:tavLst>
                                    </p:anim>
                                    <p:anim calcmode="lin" valueType="num">
                                      <p:cBhvr>
                                        <p:cTn id="16" dur="1000" fill="hold"/>
                                        <p:tgtEl>
                                          <p:spTgt spid="1011715">
                                            <p:txEl>
                                              <p:pRg st="1" end="1"/>
                                            </p:txEl>
                                          </p:spTgt>
                                        </p:tgtEl>
                                        <p:attrNameLst>
                                          <p:attrName>ppt_h</p:attrName>
                                        </p:attrNameLst>
                                      </p:cBhvr>
                                      <p:tavLst>
                                        <p:tav tm="0">
                                          <p:val>
                                            <p:fltVal val="0"/>
                                          </p:val>
                                        </p:tav>
                                        <p:tav tm="100000">
                                          <p:val>
                                            <p:strVal val="#ppt_h"/>
                                          </p:val>
                                        </p:tav>
                                      </p:tavLst>
                                    </p:anim>
                                    <p:anim calcmode="lin" valueType="num">
                                      <p:cBhvr>
                                        <p:cTn id="17" dur="1000" fill="hold"/>
                                        <p:tgtEl>
                                          <p:spTgt spid="1011715">
                                            <p:txEl>
                                              <p:pRg st="1" end="1"/>
                                            </p:txEl>
                                          </p:spTgt>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1011715">
                                            <p:txEl>
                                              <p:pRg st="1" end="1"/>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1011715">
                                            <p:txEl>
                                              <p:pRg st="2" end="2"/>
                                            </p:txEl>
                                          </p:spTgt>
                                        </p:tgtEl>
                                        <p:attrNameLst>
                                          <p:attrName>style.visibility</p:attrName>
                                        </p:attrNameLst>
                                      </p:cBhvr>
                                      <p:to>
                                        <p:strVal val="visible"/>
                                      </p:to>
                                    </p:set>
                                    <p:anim calcmode="lin" valueType="num">
                                      <p:cBhvr>
                                        <p:cTn id="23" dur="1000" fill="hold"/>
                                        <p:tgtEl>
                                          <p:spTgt spid="1011715">
                                            <p:txEl>
                                              <p:pRg st="2" end="2"/>
                                            </p:txEl>
                                          </p:spTgt>
                                        </p:tgtEl>
                                        <p:attrNameLst>
                                          <p:attrName>ppt_w</p:attrName>
                                        </p:attrNameLst>
                                      </p:cBhvr>
                                      <p:tavLst>
                                        <p:tav tm="0">
                                          <p:val>
                                            <p:fltVal val="0"/>
                                          </p:val>
                                        </p:tav>
                                        <p:tav tm="100000">
                                          <p:val>
                                            <p:strVal val="#ppt_w"/>
                                          </p:val>
                                        </p:tav>
                                      </p:tavLst>
                                    </p:anim>
                                    <p:anim calcmode="lin" valueType="num">
                                      <p:cBhvr>
                                        <p:cTn id="24" dur="1000" fill="hold"/>
                                        <p:tgtEl>
                                          <p:spTgt spid="1011715">
                                            <p:txEl>
                                              <p:pRg st="2" end="2"/>
                                            </p:txEl>
                                          </p:spTgt>
                                        </p:tgtEl>
                                        <p:attrNameLst>
                                          <p:attrName>ppt_h</p:attrName>
                                        </p:attrNameLst>
                                      </p:cBhvr>
                                      <p:tavLst>
                                        <p:tav tm="0">
                                          <p:val>
                                            <p:fltVal val="0"/>
                                          </p:val>
                                        </p:tav>
                                        <p:tav tm="100000">
                                          <p:val>
                                            <p:strVal val="#ppt_h"/>
                                          </p:val>
                                        </p:tav>
                                      </p:tavLst>
                                    </p:anim>
                                    <p:anim calcmode="lin" valueType="num">
                                      <p:cBhvr>
                                        <p:cTn id="25" dur="1000" fill="hold"/>
                                        <p:tgtEl>
                                          <p:spTgt spid="1011715">
                                            <p:txEl>
                                              <p:pRg st="2" end="2"/>
                                            </p:txEl>
                                          </p:spTgt>
                                        </p:tgtEl>
                                        <p:attrNameLst>
                                          <p:attrName>ppt_x</p:attrName>
                                        </p:attrNameLst>
                                      </p:cBhvr>
                                      <p:tavLst>
                                        <p:tav tm="0" fmla="#ppt_x+(cos(-2*pi*(1-$))*-#ppt_x-sin(-2*pi*(1-$))*(1-#ppt_y))*(1-$)">
                                          <p:val>
                                            <p:fltVal val="0"/>
                                          </p:val>
                                        </p:tav>
                                        <p:tav tm="100000">
                                          <p:val>
                                            <p:fltVal val="1"/>
                                          </p:val>
                                        </p:tav>
                                      </p:tavLst>
                                    </p:anim>
                                    <p:anim calcmode="lin" valueType="num">
                                      <p:cBhvr>
                                        <p:cTn id="26" dur="1000" fill="hold"/>
                                        <p:tgtEl>
                                          <p:spTgt spid="1011715">
                                            <p:txEl>
                                              <p:pRg st="2" end="2"/>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15" presetClass="entr" presetSubtype="0" fill="hold" grpId="0" nodeType="clickEffect">
                                  <p:stCondLst>
                                    <p:cond delay="0"/>
                                  </p:stCondLst>
                                  <p:childTnLst>
                                    <p:set>
                                      <p:cBhvr>
                                        <p:cTn id="30" dur="1" fill="hold">
                                          <p:stCondLst>
                                            <p:cond delay="0"/>
                                          </p:stCondLst>
                                        </p:cTn>
                                        <p:tgtEl>
                                          <p:spTgt spid="1011715">
                                            <p:txEl>
                                              <p:pRg st="3" end="3"/>
                                            </p:txEl>
                                          </p:spTgt>
                                        </p:tgtEl>
                                        <p:attrNameLst>
                                          <p:attrName>style.visibility</p:attrName>
                                        </p:attrNameLst>
                                      </p:cBhvr>
                                      <p:to>
                                        <p:strVal val="visible"/>
                                      </p:to>
                                    </p:set>
                                    <p:anim calcmode="lin" valueType="num">
                                      <p:cBhvr>
                                        <p:cTn id="31" dur="1000" fill="hold"/>
                                        <p:tgtEl>
                                          <p:spTgt spid="1011715">
                                            <p:txEl>
                                              <p:pRg st="3" end="3"/>
                                            </p:txEl>
                                          </p:spTgt>
                                        </p:tgtEl>
                                        <p:attrNameLst>
                                          <p:attrName>ppt_w</p:attrName>
                                        </p:attrNameLst>
                                      </p:cBhvr>
                                      <p:tavLst>
                                        <p:tav tm="0">
                                          <p:val>
                                            <p:fltVal val="0"/>
                                          </p:val>
                                        </p:tav>
                                        <p:tav tm="100000">
                                          <p:val>
                                            <p:strVal val="#ppt_w"/>
                                          </p:val>
                                        </p:tav>
                                      </p:tavLst>
                                    </p:anim>
                                    <p:anim calcmode="lin" valueType="num">
                                      <p:cBhvr>
                                        <p:cTn id="32" dur="1000" fill="hold"/>
                                        <p:tgtEl>
                                          <p:spTgt spid="1011715">
                                            <p:txEl>
                                              <p:pRg st="3" end="3"/>
                                            </p:txEl>
                                          </p:spTgt>
                                        </p:tgtEl>
                                        <p:attrNameLst>
                                          <p:attrName>ppt_h</p:attrName>
                                        </p:attrNameLst>
                                      </p:cBhvr>
                                      <p:tavLst>
                                        <p:tav tm="0">
                                          <p:val>
                                            <p:fltVal val="0"/>
                                          </p:val>
                                        </p:tav>
                                        <p:tav tm="100000">
                                          <p:val>
                                            <p:strVal val="#ppt_h"/>
                                          </p:val>
                                        </p:tav>
                                      </p:tavLst>
                                    </p:anim>
                                    <p:anim calcmode="lin" valueType="num">
                                      <p:cBhvr>
                                        <p:cTn id="33" dur="1000" fill="hold"/>
                                        <p:tgtEl>
                                          <p:spTgt spid="1011715">
                                            <p:txEl>
                                              <p:pRg st="3" end="3"/>
                                            </p:txEl>
                                          </p:spTgt>
                                        </p:tgtEl>
                                        <p:attrNameLst>
                                          <p:attrName>ppt_x</p:attrName>
                                        </p:attrNameLst>
                                      </p:cBhvr>
                                      <p:tavLst>
                                        <p:tav tm="0" fmla="#ppt_x+(cos(-2*pi*(1-$))*-#ppt_x-sin(-2*pi*(1-$))*(1-#ppt_y))*(1-$)">
                                          <p:val>
                                            <p:fltVal val="0"/>
                                          </p:val>
                                        </p:tav>
                                        <p:tav tm="100000">
                                          <p:val>
                                            <p:fltVal val="1"/>
                                          </p:val>
                                        </p:tav>
                                      </p:tavLst>
                                    </p:anim>
                                    <p:anim calcmode="lin" valueType="num">
                                      <p:cBhvr>
                                        <p:cTn id="34" dur="1000" fill="hold"/>
                                        <p:tgtEl>
                                          <p:spTgt spid="1011715">
                                            <p:txEl>
                                              <p:pRg st="3" end="3"/>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15" presetClass="entr" presetSubtype="0" fill="hold" grpId="0" nodeType="clickEffect">
                                  <p:stCondLst>
                                    <p:cond delay="0"/>
                                  </p:stCondLst>
                                  <p:childTnLst>
                                    <p:set>
                                      <p:cBhvr>
                                        <p:cTn id="38" dur="1" fill="hold">
                                          <p:stCondLst>
                                            <p:cond delay="0"/>
                                          </p:stCondLst>
                                        </p:cTn>
                                        <p:tgtEl>
                                          <p:spTgt spid="1011715">
                                            <p:txEl>
                                              <p:pRg st="4" end="4"/>
                                            </p:txEl>
                                          </p:spTgt>
                                        </p:tgtEl>
                                        <p:attrNameLst>
                                          <p:attrName>style.visibility</p:attrName>
                                        </p:attrNameLst>
                                      </p:cBhvr>
                                      <p:to>
                                        <p:strVal val="visible"/>
                                      </p:to>
                                    </p:set>
                                    <p:anim calcmode="lin" valueType="num">
                                      <p:cBhvr>
                                        <p:cTn id="39" dur="1000" fill="hold"/>
                                        <p:tgtEl>
                                          <p:spTgt spid="1011715">
                                            <p:txEl>
                                              <p:pRg st="4" end="4"/>
                                            </p:txEl>
                                          </p:spTgt>
                                        </p:tgtEl>
                                        <p:attrNameLst>
                                          <p:attrName>ppt_w</p:attrName>
                                        </p:attrNameLst>
                                      </p:cBhvr>
                                      <p:tavLst>
                                        <p:tav tm="0">
                                          <p:val>
                                            <p:fltVal val="0"/>
                                          </p:val>
                                        </p:tav>
                                        <p:tav tm="100000">
                                          <p:val>
                                            <p:strVal val="#ppt_w"/>
                                          </p:val>
                                        </p:tav>
                                      </p:tavLst>
                                    </p:anim>
                                    <p:anim calcmode="lin" valueType="num">
                                      <p:cBhvr>
                                        <p:cTn id="40" dur="1000" fill="hold"/>
                                        <p:tgtEl>
                                          <p:spTgt spid="1011715">
                                            <p:txEl>
                                              <p:pRg st="4" end="4"/>
                                            </p:txEl>
                                          </p:spTgt>
                                        </p:tgtEl>
                                        <p:attrNameLst>
                                          <p:attrName>ppt_h</p:attrName>
                                        </p:attrNameLst>
                                      </p:cBhvr>
                                      <p:tavLst>
                                        <p:tav tm="0">
                                          <p:val>
                                            <p:fltVal val="0"/>
                                          </p:val>
                                        </p:tav>
                                        <p:tav tm="100000">
                                          <p:val>
                                            <p:strVal val="#ppt_h"/>
                                          </p:val>
                                        </p:tav>
                                      </p:tavLst>
                                    </p:anim>
                                    <p:anim calcmode="lin" valueType="num">
                                      <p:cBhvr>
                                        <p:cTn id="41" dur="1000" fill="hold"/>
                                        <p:tgtEl>
                                          <p:spTgt spid="1011715">
                                            <p:txEl>
                                              <p:pRg st="4" end="4"/>
                                            </p:txEl>
                                          </p:spTgt>
                                        </p:tgtEl>
                                        <p:attrNameLst>
                                          <p:attrName>ppt_x</p:attrName>
                                        </p:attrNameLst>
                                      </p:cBhvr>
                                      <p:tavLst>
                                        <p:tav tm="0" fmla="#ppt_x+(cos(-2*pi*(1-$))*-#ppt_x-sin(-2*pi*(1-$))*(1-#ppt_y))*(1-$)">
                                          <p:val>
                                            <p:fltVal val="0"/>
                                          </p:val>
                                        </p:tav>
                                        <p:tav tm="100000">
                                          <p:val>
                                            <p:fltVal val="1"/>
                                          </p:val>
                                        </p:tav>
                                      </p:tavLst>
                                    </p:anim>
                                    <p:anim calcmode="lin" valueType="num">
                                      <p:cBhvr>
                                        <p:cTn id="42" dur="1000" fill="hold"/>
                                        <p:tgtEl>
                                          <p:spTgt spid="1011715">
                                            <p:txEl>
                                              <p:pRg st="4" end="4"/>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1715" grpId="0" build="p"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直接连接符 1116161">
            <a:extLst>
              <a:ext uri="{FF2B5EF4-FFF2-40B4-BE49-F238E27FC236}">
                <a16:creationId xmlns:a16="http://schemas.microsoft.com/office/drawing/2014/main" id="{1A0109BA-59CC-5F47-7151-0AA44258D100}"/>
              </a:ext>
            </a:extLst>
          </p:cNvPr>
          <p:cNvSpPr>
            <a:spLocks noChangeShapeType="1"/>
          </p:cNvSpPr>
          <p:nvPr/>
        </p:nvSpPr>
        <p:spPr bwMode="auto">
          <a:xfrm>
            <a:off x="1447800" y="1295400"/>
            <a:ext cx="0" cy="441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482" name="直接连接符 1116162">
            <a:extLst>
              <a:ext uri="{FF2B5EF4-FFF2-40B4-BE49-F238E27FC236}">
                <a16:creationId xmlns:a16="http://schemas.microsoft.com/office/drawing/2014/main" id="{5B12BC8B-9A11-535D-C986-A47630278F32}"/>
              </a:ext>
            </a:extLst>
          </p:cNvPr>
          <p:cNvSpPr>
            <a:spLocks noChangeShapeType="1"/>
          </p:cNvSpPr>
          <p:nvPr/>
        </p:nvSpPr>
        <p:spPr bwMode="auto">
          <a:xfrm>
            <a:off x="0" y="4724400"/>
            <a:ext cx="4572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483" name="直接连接符 1116163">
            <a:extLst>
              <a:ext uri="{FF2B5EF4-FFF2-40B4-BE49-F238E27FC236}">
                <a16:creationId xmlns:a16="http://schemas.microsoft.com/office/drawing/2014/main" id="{F72BE280-EAFD-4480-B1A2-7079A050AB5A}"/>
              </a:ext>
            </a:extLst>
          </p:cNvPr>
          <p:cNvSpPr>
            <a:spLocks noChangeShapeType="1"/>
          </p:cNvSpPr>
          <p:nvPr/>
        </p:nvSpPr>
        <p:spPr bwMode="auto">
          <a:xfrm flipV="1">
            <a:off x="1447800" y="2362200"/>
            <a:ext cx="2743200" cy="2362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484" name="直接连接符 1116164">
            <a:extLst>
              <a:ext uri="{FF2B5EF4-FFF2-40B4-BE49-F238E27FC236}">
                <a16:creationId xmlns:a16="http://schemas.microsoft.com/office/drawing/2014/main" id="{3C58078A-CBFD-287F-1F84-F1F76BD5C322}"/>
              </a:ext>
            </a:extLst>
          </p:cNvPr>
          <p:cNvSpPr>
            <a:spLocks noChangeShapeType="1"/>
          </p:cNvSpPr>
          <p:nvPr/>
        </p:nvSpPr>
        <p:spPr bwMode="auto">
          <a:xfrm>
            <a:off x="1447800" y="2743200"/>
            <a:ext cx="2286000" cy="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485" name="直接连接符 1116165">
            <a:extLst>
              <a:ext uri="{FF2B5EF4-FFF2-40B4-BE49-F238E27FC236}">
                <a16:creationId xmlns:a16="http://schemas.microsoft.com/office/drawing/2014/main" id="{AA03E4CF-74C8-C752-81C5-032F7D7C3980}"/>
              </a:ext>
            </a:extLst>
          </p:cNvPr>
          <p:cNvSpPr>
            <a:spLocks noChangeShapeType="1"/>
          </p:cNvSpPr>
          <p:nvPr/>
        </p:nvSpPr>
        <p:spPr bwMode="auto">
          <a:xfrm>
            <a:off x="3733800" y="2743200"/>
            <a:ext cx="0" cy="198120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486" name="文本框 1116166">
            <a:extLst>
              <a:ext uri="{FF2B5EF4-FFF2-40B4-BE49-F238E27FC236}">
                <a16:creationId xmlns:a16="http://schemas.microsoft.com/office/drawing/2014/main" id="{AD92AB95-3828-D0EA-EF8C-96C92FA40773}"/>
              </a:ext>
            </a:extLst>
          </p:cNvPr>
          <p:cNvSpPr txBox="1">
            <a:spLocks noChangeArrowheads="1"/>
          </p:cNvSpPr>
          <p:nvPr/>
        </p:nvSpPr>
        <p:spPr bwMode="auto">
          <a:xfrm>
            <a:off x="838200" y="1219200"/>
            <a:ext cx="369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E</a:t>
            </a:r>
          </a:p>
        </p:txBody>
      </p:sp>
      <p:sp>
        <p:nvSpPr>
          <p:cNvPr id="20487" name="文本框 1116167">
            <a:extLst>
              <a:ext uri="{FF2B5EF4-FFF2-40B4-BE49-F238E27FC236}">
                <a16:creationId xmlns:a16="http://schemas.microsoft.com/office/drawing/2014/main" id="{F27BBED3-BBDF-34C0-2D57-F50B13C68726}"/>
              </a:ext>
            </a:extLst>
          </p:cNvPr>
          <p:cNvSpPr txBox="1">
            <a:spLocks noChangeArrowheads="1"/>
          </p:cNvSpPr>
          <p:nvPr/>
        </p:nvSpPr>
        <p:spPr bwMode="auto">
          <a:xfrm>
            <a:off x="4327525" y="48418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y</a:t>
            </a:r>
          </a:p>
        </p:txBody>
      </p:sp>
      <p:sp>
        <p:nvSpPr>
          <p:cNvPr id="20488" name="文本框 1116168">
            <a:extLst>
              <a:ext uri="{FF2B5EF4-FFF2-40B4-BE49-F238E27FC236}">
                <a16:creationId xmlns:a16="http://schemas.microsoft.com/office/drawing/2014/main" id="{8D481619-8DF1-2807-E6A9-5D4CAB0D4E02}"/>
              </a:ext>
            </a:extLst>
          </p:cNvPr>
          <p:cNvSpPr txBox="1">
            <a:spLocks noChangeArrowheads="1"/>
          </p:cNvSpPr>
          <p:nvPr/>
        </p:nvSpPr>
        <p:spPr bwMode="auto">
          <a:xfrm>
            <a:off x="1050925" y="46894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0</a:t>
            </a:r>
          </a:p>
        </p:txBody>
      </p:sp>
      <p:sp>
        <p:nvSpPr>
          <p:cNvPr id="20489" name="文本框 1116169">
            <a:extLst>
              <a:ext uri="{FF2B5EF4-FFF2-40B4-BE49-F238E27FC236}">
                <a16:creationId xmlns:a16="http://schemas.microsoft.com/office/drawing/2014/main" id="{4E62EA63-691D-821D-AB51-66C6C829D49F}"/>
              </a:ext>
            </a:extLst>
          </p:cNvPr>
          <p:cNvSpPr txBox="1">
            <a:spLocks noChangeArrowheads="1"/>
          </p:cNvSpPr>
          <p:nvPr/>
        </p:nvSpPr>
        <p:spPr bwMode="auto">
          <a:xfrm>
            <a:off x="898525" y="2555875"/>
            <a:ext cx="641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100</a:t>
            </a:r>
          </a:p>
        </p:txBody>
      </p:sp>
      <p:sp>
        <p:nvSpPr>
          <p:cNvPr id="20490" name="文本框 1116170">
            <a:extLst>
              <a:ext uri="{FF2B5EF4-FFF2-40B4-BE49-F238E27FC236}">
                <a16:creationId xmlns:a16="http://schemas.microsoft.com/office/drawing/2014/main" id="{35874D1F-0FAB-B2DA-87DA-27503B97AC49}"/>
              </a:ext>
            </a:extLst>
          </p:cNvPr>
          <p:cNvSpPr txBox="1">
            <a:spLocks noChangeArrowheads="1"/>
          </p:cNvSpPr>
          <p:nvPr/>
        </p:nvSpPr>
        <p:spPr bwMode="auto">
          <a:xfrm>
            <a:off x="3260725" y="4765675"/>
            <a:ext cx="641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100</a:t>
            </a:r>
          </a:p>
        </p:txBody>
      </p:sp>
      <p:sp>
        <p:nvSpPr>
          <p:cNvPr id="20491" name="文本框 1116171">
            <a:extLst>
              <a:ext uri="{FF2B5EF4-FFF2-40B4-BE49-F238E27FC236}">
                <a16:creationId xmlns:a16="http://schemas.microsoft.com/office/drawing/2014/main" id="{07514D77-1BDC-CF21-B871-0B292FAA92D1}"/>
              </a:ext>
            </a:extLst>
          </p:cNvPr>
          <p:cNvSpPr txBox="1">
            <a:spLocks noChangeArrowheads="1"/>
          </p:cNvSpPr>
          <p:nvPr/>
        </p:nvSpPr>
        <p:spPr bwMode="auto">
          <a:xfrm>
            <a:off x="1447800" y="1752600"/>
            <a:ext cx="2819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zh-CN" altLang="en-US" i="0">
                <a:solidFill>
                  <a:schemeClr val="tx1"/>
                </a:solidFill>
              </a:rPr>
              <a:t>直线上任一点均为</a:t>
            </a:r>
            <a:r>
              <a:rPr lang="en-US" altLang="zh-CN" i="0">
                <a:solidFill>
                  <a:schemeClr val="tx1"/>
                </a:solidFill>
              </a:rPr>
              <a:t>E=y</a:t>
            </a:r>
          </a:p>
        </p:txBody>
      </p:sp>
      <p:sp>
        <p:nvSpPr>
          <p:cNvPr id="20492" name="直接连接符 1116172">
            <a:extLst>
              <a:ext uri="{FF2B5EF4-FFF2-40B4-BE49-F238E27FC236}">
                <a16:creationId xmlns:a16="http://schemas.microsoft.com/office/drawing/2014/main" id="{B100BFF2-E651-61D0-D197-28363788FC5E}"/>
              </a:ext>
            </a:extLst>
          </p:cNvPr>
          <p:cNvSpPr>
            <a:spLocks noChangeShapeType="1"/>
          </p:cNvSpPr>
          <p:nvPr/>
        </p:nvSpPr>
        <p:spPr bwMode="auto">
          <a:xfrm>
            <a:off x="3276600" y="2133600"/>
            <a:ext cx="76200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493" name="文本框 1116173">
            <a:extLst>
              <a:ext uri="{FF2B5EF4-FFF2-40B4-BE49-F238E27FC236}">
                <a16:creationId xmlns:a16="http://schemas.microsoft.com/office/drawing/2014/main" id="{4EC1A408-D644-1E95-B7A4-6DC4BCEDD898}"/>
              </a:ext>
            </a:extLst>
          </p:cNvPr>
          <p:cNvSpPr txBox="1">
            <a:spLocks noChangeArrowheads="1"/>
          </p:cNvSpPr>
          <p:nvPr/>
        </p:nvSpPr>
        <p:spPr bwMode="auto">
          <a:xfrm>
            <a:off x="1828800" y="2362200"/>
            <a:ext cx="12160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zh-CN" altLang="en-US" i="0">
                <a:solidFill>
                  <a:schemeClr val="tx1"/>
                </a:solidFill>
              </a:rPr>
              <a:t>收入</a:t>
            </a:r>
            <a:r>
              <a:rPr lang="en-US" altLang="zh-CN" i="0">
                <a:solidFill>
                  <a:schemeClr val="tx1"/>
                </a:solidFill>
              </a:rPr>
              <a:t>=100</a:t>
            </a:r>
          </a:p>
        </p:txBody>
      </p:sp>
      <p:sp>
        <p:nvSpPr>
          <p:cNvPr id="20494" name="文本框 1116174">
            <a:extLst>
              <a:ext uri="{FF2B5EF4-FFF2-40B4-BE49-F238E27FC236}">
                <a16:creationId xmlns:a16="http://schemas.microsoft.com/office/drawing/2014/main" id="{B090F8E7-FA0A-F43C-7E73-DEDEC62FB210}"/>
              </a:ext>
            </a:extLst>
          </p:cNvPr>
          <p:cNvSpPr txBox="1">
            <a:spLocks noChangeArrowheads="1"/>
          </p:cNvSpPr>
          <p:nvPr/>
        </p:nvSpPr>
        <p:spPr bwMode="auto">
          <a:xfrm>
            <a:off x="3184525" y="3622675"/>
            <a:ext cx="1463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zh-CN" altLang="en-US" i="0">
                <a:solidFill>
                  <a:schemeClr val="tx1"/>
                </a:solidFill>
              </a:rPr>
              <a:t>支出</a:t>
            </a:r>
            <a:r>
              <a:rPr lang="en-US" altLang="zh-CN" i="0">
                <a:solidFill>
                  <a:schemeClr val="tx1"/>
                </a:solidFill>
              </a:rPr>
              <a:t>=100</a:t>
            </a:r>
          </a:p>
        </p:txBody>
      </p:sp>
      <p:sp>
        <p:nvSpPr>
          <p:cNvPr id="20495" name="文本框 1116175">
            <a:extLst>
              <a:ext uri="{FF2B5EF4-FFF2-40B4-BE49-F238E27FC236}">
                <a16:creationId xmlns:a16="http://schemas.microsoft.com/office/drawing/2014/main" id="{8751D99C-24A0-50B9-5278-B3937601CECF}"/>
              </a:ext>
            </a:extLst>
          </p:cNvPr>
          <p:cNvSpPr txBox="1">
            <a:spLocks noChangeArrowheads="1"/>
          </p:cNvSpPr>
          <p:nvPr/>
        </p:nvSpPr>
        <p:spPr bwMode="auto">
          <a:xfrm>
            <a:off x="1331913" y="5734050"/>
            <a:ext cx="3587750" cy="4572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b="1" i="0">
                <a:solidFill>
                  <a:srgbClr val="000000"/>
                </a:solidFill>
              </a:rPr>
              <a:t>(a)</a:t>
            </a:r>
            <a:r>
              <a:rPr lang="zh-CN" altLang="en-US" sz="2400" b="1" i="0">
                <a:solidFill>
                  <a:srgbClr val="000000"/>
                </a:solidFill>
              </a:rPr>
              <a:t>支出等于收入的</a:t>
            </a:r>
            <a:r>
              <a:rPr lang="en-US" altLang="zh-CN" sz="2400" b="1" i="0">
                <a:solidFill>
                  <a:srgbClr val="000000"/>
                </a:solidFill>
              </a:rPr>
              <a:t>45°</a:t>
            </a:r>
            <a:r>
              <a:rPr lang="zh-CN" altLang="en-US" sz="2400" b="1" i="0">
                <a:solidFill>
                  <a:srgbClr val="000000"/>
                </a:solidFill>
              </a:rPr>
              <a:t>线</a:t>
            </a:r>
          </a:p>
        </p:txBody>
      </p:sp>
      <p:sp>
        <p:nvSpPr>
          <p:cNvPr id="20496" name="直接连接符 1116176">
            <a:extLst>
              <a:ext uri="{FF2B5EF4-FFF2-40B4-BE49-F238E27FC236}">
                <a16:creationId xmlns:a16="http://schemas.microsoft.com/office/drawing/2014/main" id="{E47E3987-4139-A8D9-4008-E773199D071D}"/>
              </a:ext>
            </a:extLst>
          </p:cNvPr>
          <p:cNvSpPr>
            <a:spLocks noChangeShapeType="1"/>
          </p:cNvSpPr>
          <p:nvPr/>
        </p:nvSpPr>
        <p:spPr bwMode="auto">
          <a:xfrm>
            <a:off x="5349875" y="1447800"/>
            <a:ext cx="0" cy="419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497" name="直接连接符 1116177">
            <a:extLst>
              <a:ext uri="{FF2B5EF4-FFF2-40B4-BE49-F238E27FC236}">
                <a16:creationId xmlns:a16="http://schemas.microsoft.com/office/drawing/2014/main" id="{A2D8C9DF-F0A7-76C5-09D3-E0BCC15EE729}"/>
              </a:ext>
            </a:extLst>
          </p:cNvPr>
          <p:cNvSpPr>
            <a:spLocks noChangeShapeType="1"/>
          </p:cNvSpPr>
          <p:nvPr/>
        </p:nvSpPr>
        <p:spPr bwMode="auto">
          <a:xfrm>
            <a:off x="4816475" y="4724400"/>
            <a:ext cx="3657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498" name="直接连接符 1116178">
            <a:extLst>
              <a:ext uri="{FF2B5EF4-FFF2-40B4-BE49-F238E27FC236}">
                <a16:creationId xmlns:a16="http://schemas.microsoft.com/office/drawing/2014/main" id="{27A9B5F4-88E9-86DB-0087-47F0C0D72A0F}"/>
              </a:ext>
            </a:extLst>
          </p:cNvPr>
          <p:cNvSpPr>
            <a:spLocks noChangeShapeType="1"/>
          </p:cNvSpPr>
          <p:nvPr/>
        </p:nvSpPr>
        <p:spPr bwMode="auto">
          <a:xfrm>
            <a:off x="5349875" y="2743200"/>
            <a:ext cx="29718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499" name="直接连接符 1116179">
            <a:extLst>
              <a:ext uri="{FF2B5EF4-FFF2-40B4-BE49-F238E27FC236}">
                <a16:creationId xmlns:a16="http://schemas.microsoft.com/office/drawing/2014/main" id="{142F2C40-A2A1-908F-D11A-B8874697C6F9}"/>
              </a:ext>
            </a:extLst>
          </p:cNvPr>
          <p:cNvSpPr>
            <a:spLocks noChangeShapeType="1"/>
          </p:cNvSpPr>
          <p:nvPr/>
        </p:nvSpPr>
        <p:spPr bwMode="auto">
          <a:xfrm>
            <a:off x="7407275" y="2743200"/>
            <a:ext cx="0" cy="1981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00" name="DRAWING2STR_FREEFORM 1116180">
            <a:extLst>
              <a:ext uri="{FF2B5EF4-FFF2-40B4-BE49-F238E27FC236}">
                <a16:creationId xmlns:a16="http://schemas.microsoft.com/office/drawing/2014/main" id="{D31681DE-9CAF-B59D-D8B5-1E2FA8033034}"/>
              </a:ext>
            </a:extLst>
          </p:cNvPr>
          <p:cNvSpPr>
            <a:spLocks noChangeArrowheads="1"/>
          </p:cNvSpPr>
          <p:nvPr/>
        </p:nvSpPr>
        <p:spPr bwMode="auto">
          <a:xfrm>
            <a:off x="1752600" y="4419600"/>
            <a:ext cx="76200" cy="304800"/>
          </a:xfrm>
          <a:custGeom>
            <a:avLst/>
            <a:gdLst>
              <a:gd name="T0" fmla="*/ 0 w 21600"/>
              <a:gd name="T1" fmla="*/ 0 h 21600"/>
              <a:gd name="T2" fmla="*/ 21600 w 21600"/>
              <a:gd name="T3" fmla="*/ 21600 h 21600"/>
              <a:gd name="T4" fmla="*/ 0 w 21600"/>
              <a:gd name="T5" fmla="*/ 0 h 21600"/>
              <a:gd name="T6" fmla="*/ 21600 w 21600"/>
              <a:gd name="T7" fmla="*/ 21600 h 21600"/>
              <a:gd name="T8" fmla="*/ 0 w 21600"/>
              <a:gd name="T9" fmla="*/ 21600 h 21600"/>
            </a:gdLst>
            <a:ahLst/>
            <a:cxnLst>
              <a:cxn ang="0">
                <a:pos x="T0" y="T1"/>
              </a:cxn>
              <a:cxn ang="0">
                <a:pos x="T2" y="T3"/>
              </a:cxn>
              <a:cxn ang="0">
                <a:pos x="T4" y="T5"/>
              </a:cxn>
              <a:cxn ang="0">
                <a:pos x="T6" y="T7"/>
              </a:cxn>
              <a:cxn ang="0">
                <a:pos x="T8" y="T9"/>
              </a:cxn>
            </a:cxnLst>
            <a:rect l="0" t="0" r="r" b="b"/>
            <a:pathLst>
              <a:path w="21600" h="21600" fill="none">
                <a:moveTo>
                  <a:pt x="0" y="0"/>
                </a:moveTo>
                <a:cubicBezTo>
                  <a:pt x="11929" y="0"/>
                  <a:pt x="21600" y="9671"/>
                  <a:pt x="21600" y="21600"/>
                </a:cubicBezTo>
              </a:path>
              <a:path w="21600" h="21600" stroke="0">
                <a:moveTo>
                  <a:pt x="0" y="0"/>
                </a:moveTo>
                <a:cubicBezTo>
                  <a:pt x="11929" y="0"/>
                  <a:pt x="21600" y="9671"/>
                  <a:pt x="21600" y="21600"/>
                </a:cubicBezTo>
                <a:lnTo>
                  <a:pt x="0" y="21600"/>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20501" name="文本框 1116181">
            <a:extLst>
              <a:ext uri="{FF2B5EF4-FFF2-40B4-BE49-F238E27FC236}">
                <a16:creationId xmlns:a16="http://schemas.microsoft.com/office/drawing/2014/main" id="{317476AA-2CC8-2A53-F511-1B37EA5C6D67}"/>
              </a:ext>
            </a:extLst>
          </p:cNvPr>
          <p:cNvSpPr txBox="1">
            <a:spLocks noChangeArrowheads="1"/>
          </p:cNvSpPr>
          <p:nvPr/>
        </p:nvSpPr>
        <p:spPr bwMode="auto">
          <a:xfrm>
            <a:off x="1889125" y="4232275"/>
            <a:ext cx="79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45°</a:t>
            </a:r>
          </a:p>
        </p:txBody>
      </p:sp>
      <p:sp>
        <p:nvSpPr>
          <p:cNvPr id="20502" name="DRAWING2STR_FREEFORM 1116182">
            <a:extLst>
              <a:ext uri="{FF2B5EF4-FFF2-40B4-BE49-F238E27FC236}">
                <a16:creationId xmlns:a16="http://schemas.microsoft.com/office/drawing/2014/main" id="{E6AB68B2-F3E3-A159-BFB9-448DD86119DE}"/>
              </a:ext>
            </a:extLst>
          </p:cNvPr>
          <p:cNvSpPr>
            <a:spLocks noChangeArrowheads="1"/>
          </p:cNvSpPr>
          <p:nvPr/>
        </p:nvSpPr>
        <p:spPr bwMode="auto">
          <a:xfrm>
            <a:off x="5654675" y="4419600"/>
            <a:ext cx="76200" cy="304800"/>
          </a:xfrm>
          <a:custGeom>
            <a:avLst/>
            <a:gdLst>
              <a:gd name="T0" fmla="*/ 0 w 21600"/>
              <a:gd name="T1" fmla="*/ 0 h 21600"/>
              <a:gd name="T2" fmla="*/ 21600 w 21600"/>
              <a:gd name="T3" fmla="*/ 21600 h 21600"/>
              <a:gd name="T4" fmla="*/ 0 w 21600"/>
              <a:gd name="T5" fmla="*/ 0 h 21600"/>
              <a:gd name="T6" fmla="*/ 21600 w 21600"/>
              <a:gd name="T7" fmla="*/ 21600 h 21600"/>
              <a:gd name="T8" fmla="*/ 0 w 21600"/>
              <a:gd name="T9" fmla="*/ 21600 h 21600"/>
            </a:gdLst>
            <a:ahLst/>
            <a:cxnLst>
              <a:cxn ang="0">
                <a:pos x="T0" y="T1"/>
              </a:cxn>
              <a:cxn ang="0">
                <a:pos x="T2" y="T3"/>
              </a:cxn>
              <a:cxn ang="0">
                <a:pos x="T4" y="T5"/>
              </a:cxn>
              <a:cxn ang="0">
                <a:pos x="T6" y="T7"/>
              </a:cxn>
              <a:cxn ang="0">
                <a:pos x="T8" y="T9"/>
              </a:cxn>
            </a:cxnLst>
            <a:rect l="0" t="0" r="r" b="b"/>
            <a:pathLst>
              <a:path w="21600" h="21600" fill="none">
                <a:moveTo>
                  <a:pt x="0" y="0"/>
                </a:moveTo>
                <a:cubicBezTo>
                  <a:pt x="11929" y="0"/>
                  <a:pt x="21600" y="9671"/>
                  <a:pt x="21600" y="21600"/>
                </a:cubicBezTo>
              </a:path>
              <a:path w="21600" h="21600" stroke="0">
                <a:moveTo>
                  <a:pt x="0" y="0"/>
                </a:moveTo>
                <a:cubicBezTo>
                  <a:pt x="11929" y="0"/>
                  <a:pt x="21600" y="9671"/>
                  <a:pt x="21600" y="21600"/>
                </a:cubicBezTo>
                <a:lnTo>
                  <a:pt x="0" y="21600"/>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20503" name="文本框 1116183">
            <a:extLst>
              <a:ext uri="{FF2B5EF4-FFF2-40B4-BE49-F238E27FC236}">
                <a16:creationId xmlns:a16="http://schemas.microsoft.com/office/drawing/2014/main" id="{12C2B301-C115-1914-4F18-10C364EA61FF}"/>
              </a:ext>
            </a:extLst>
          </p:cNvPr>
          <p:cNvSpPr txBox="1">
            <a:spLocks noChangeArrowheads="1"/>
          </p:cNvSpPr>
          <p:nvPr/>
        </p:nvSpPr>
        <p:spPr bwMode="auto">
          <a:xfrm>
            <a:off x="5715000" y="4232275"/>
            <a:ext cx="79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45°</a:t>
            </a:r>
          </a:p>
        </p:txBody>
      </p:sp>
      <p:sp>
        <p:nvSpPr>
          <p:cNvPr id="20504" name="文本框 1116184">
            <a:extLst>
              <a:ext uri="{FF2B5EF4-FFF2-40B4-BE49-F238E27FC236}">
                <a16:creationId xmlns:a16="http://schemas.microsoft.com/office/drawing/2014/main" id="{2B678505-7C49-6F9F-059D-02DA7058CD5D}"/>
              </a:ext>
            </a:extLst>
          </p:cNvPr>
          <p:cNvSpPr txBox="1">
            <a:spLocks noChangeArrowheads="1"/>
          </p:cNvSpPr>
          <p:nvPr/>
        </p:nvSpPr>
        <p:spPr bwMode="auto">
          <a:xfrm>
            <a:off x="4724400" y="1336675"/>
            <a:ext cx="369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E</a:t>
            </a:r>
          </a:p>
        </p:txBody>
      </p:sp>
      <p:sp>
        <p:nvSpPr>
          <p:cNvPr id="20505" name="文本框 1116185">
            <a:extLst>
              <a:ext uri="{FF2B5EF4-FFF2-40B4-BE49-F238E27FC236}">
                <a16:creationId xmlns:a16="http://schemas.microsoft.com/office/drawing/2014/main" id="{D5CDA0D6-904F-C5F5-64A6-ADE2F7824003}"/>
              </a:ext>
            </a:extLst>
          </p:cNvPr>
          <p:cNvSpPr txBox="1">
            <a:spLocks noChangeArrowheads="1"/>
          </p:cNvSpPr>
          <p:nvPr/>
        </p:nvSpPr>
        <p:spPr bwMode="auto">
          <a:xfrm>
            <a:off x="8153400" y="2708275"/>
            <a:ext cx="590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AE</a:t>
            </a:r>
          </a:p>
        </p:txBody>
      </p:sp>
      <p:sp>
        <p:nvSpPr>
          <p:cNvPr id="20506" name="文本框 1116186">
            <a:extLst>
              <a:ext uri="{FF2B5EF4-FFF2-40B4-BE49-F238E27FC236}">
                <a16:creationId xmlns:a16="http://schemas.microsoft.com/office/drawing/2014/main" id="{9A1A0EE5-63CD-A26C-D597-623304CF5B96}"/>
              </a:ext>
            </a:extLst>
          </p:cNvPr>
          <p:cNvSpPr txBox="1">
            <a:spLocks noChangeArrowheads="1"/>
          </p:cNvSpPr>
          <p:nvPr/>
        </p:nvSpPr>
        <p:spPr bwMode="auto">
          <a:xfrm>
            <a:off x="7010400" y="2251075"/>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B</a:t>
            </a:r>
          </a:p>
        </p:txBody>
      </p:sp>
      <p:sp>
        <p:nvSpPr>
          <p:cNvPr id="20507" name="文本框 1116187">
            <a:extLst>
              <a:ext uri="{FF2B5EF4-FFF2-40B4-BE49-F238E27FC236}">
                <a16:creationId xmlns:a16="http://schemas.microsoft.com/office/drawing/2014/main" id="{A92CCA12-0CF8-C924-1F1B-DDE60EC8893B}"/>
              </a:ext>
            </a:extLst>
          </p:cNvPr>
          <p:cNvSpPr txBox="1">
            <a:spLocks noChangeArrowheads="1"/>
          </p:cNvSpPr>
          <p:nvPr/>
        </p:nvSpPr>
        <p:spPr bwMode="auto">
          <a:xfrm>
            <a:off x="7162800" y="4689475"/>
            <a:ext cx="641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100</a:t>
            </a:r>
          </a:p>
        </p:txBody>
      </p:sp>
      <p:sp>
        <p:nvSpPr>
          <p:cNvPr id="20508" name="文本框 1116188">
            <a:extLst>
              <a:ext uri="{FF2B5EF4-FFF2-40B4-BE49-F238E27FC236}">
                <a16:creationId xmlns:a16="http://schemas.microsoft.com/office/drawing/2014/main" id="{AA924720-1397-521A-E7BE-A6CB35A27F4B}"/>
              </a:ext>
            </a:extLst>
          </p:cNvPr>
          <p:cNvSpPr txBox="1">
            <a:spLocks noChangeArrowheads="1"/>
          </p:cNvSpPr>
          <p:nvPr/>
        </p:nvSpPr>
        <p:spPr bwMode="auto">
          <a:xfrm>
            <a:off x="4572000" y="2555875"/>
            <a:ext cx="641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100</a:t>
            </a:r>
          </a:p>
        </p:txBody>
      </p:sp>
      <p:sp>
        <p:nvSpPr>
          <p:cNvPr id="20509" name="直接连接符 1116189">
            <a:extLst>
              <a:ext uri="{FF2B5EF4-FFF2-40B4-BE49-F238E27FC236}">
                <a16:creationId xmlns:a16="http://schemas.microsoft.com/office/drawing/2014/main" id="{201E26F0-D804-F87E-A111-602BE48CF61E}"/>
              </a:ext>
            </a:extLst>
          </p:cNvPr>
          <p:cNvSpPr>
            <a:spLocks noChangeShapeType="1"/>
          </p:cNvSpPr>
          <p:nvPr/>
        </p:nvSpPr>
        <p:spPr bwMode="auto">
          <a:xfrm>
            <a:off x="6721475" y="2743200"/>
            <a:ext cx="0" cy="609600"/>
          </a:xfrm>
          <a:prstGeom prst="line">
            <a:avLst/>
          </a:prstGeom>
          <a:noFill/>
          <a:ln w="9525">
            <a:solidFill>
              <a:schemeClr val="tx1"/>
            </a:solidFill>
            <a:round/>
            <a:headEnd type="arrow" w="med" len="me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0510" name="文本框 1116190">
            <a:extLst>
              <a:ext uri="{FF2B5EF4-FFF2-40B4-BE49-F238E27FC236}">
                <a16:creationId xmlns:a16="http://schemas.microsoft.com/office/drawing/2014/main" id="{C0C546F2-9458-75B1-69A1-65E55B1450F4}"/>
              </a:ext>
            </a:extLst>
          </p:cNvPr>
          <p:cNvSpPr txBox="1">
            <a:spLocks noChangeArrowheads="1"/>
          </p:cNvSpPr>
          <p:nvPr/>
        </p:nvSpPr>
        <p:spPr bwMode="auto">
          <a:xfrm>
            <a:off x="5715000" y="2860675"/>
            <a:ext cx="963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IU</a:t>
            </a:r>
            <a:r>
              <a:rPr lang="zh-CN" altLang="en-US" sz="2400" i="0">
                <a:solidFill>
                  <a:schemeClr val="tx1"/>
                </a:solidFill>
              </a:rPr>
              <a:t>＜</a:t>
            </a:r>
            <a:r>
              <a:rPr lang="en-US" altLang="zh-CN" sz="2400" i="0">
                <a:solidFill>
                  <a:schemeClr val="tx1"/>
                </a:solidFill>
              </a:rPr>
              <a:t>0</a:t>
            </a:r>
          </a:p>
        </p:txBody>
      </p:sp>
      <p:sp>
        <p:nvSpPr>
          <p:cNvPr id="20511" name="直接连接符 1116191">
            <a:extLst>
              <a:ext uri="{FF2B5EF4-FFF2-40B4-BE49-F238E27FC236}">
                <a16:creationId xmlns:a16="http://schemas.microsoft.com/office/drawing/2014/main" id="{D204F4CF-B9EF-94B1-CE5C-D48EF70E318A}"/>
              </a:ext>
            </a:extLst>
          </p:cNvPr>
          <p:cNvSpPr>
            <a:spLocks noChangeShapeType="1"/>
          </p:cNvSpPr>
          <p:nvPr/>
        </p:nvSpPr>
        <p:spPr bwMode="auto">
          <a:xfrm flipV="1">
            <a:off x="5349875" y="1676400"/>
            <a:ext cx="3124200" cy="3048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12" name="直接连接符 1116192">
            <a:extLst>
              <a:ext uri="{FF2B5EF4-FFF2-40B4-BE49-F238E27FC236}">
                <a16:creationId xmlns:a16="http://schemas.microsoft.com/office/drawing/2014/main" id="{65D852C6-AE13-752A-BD1E-6E9793A51BC2}"/>
              </a:ext>
            </a:extLst>
          </p:cNvPr>
          <p:cNvSpPr>
            <a:spLocks noChangeShapeType="1"/>
          </p:cNvSpPr>
          <p:nvPr/>
        </p:nvSpPr>
        <p:spPr bwMode="auto">
          <a:xfrm>
            <a:off x="7864475" y="2286000"/>
            <a:ext cx="0" cy="457200"/>
          </a:xfrm>
          <a:prstGeom prst="line">
            <a:avLst/>
          </a:prstGeom>
          <a:noFill/>
          <a:ln w="9525">
            <a:solidFill>
              <a:schemeClr val="tx1"/>
            </a:solidFill>
            <a:round/>
            <a:headEnd type="arrow" w="med" len="me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0513" name="文本框 1116193">
            <a:extLst>
              <a:ext uri="{FF2B5EF4-FFF2-40B4-BE49-F238E27FC236}">
                <a16:creationId xmlns:a16="http://schemas.microsoft.com/office/drawing/2014/main" id="{1E41CC66-A103-09E8-DC40-CF51CFB10A78}"/>
              </a:ext>
            </a:extLst>
          </p:cNvPr>
          <p:cNvSpPr txBox="1">
            <a:spLocks noChangeArrowheads="1"/>
          </p:cNvSpPr>
          <p:nvPr/>
        </p:nvSpPr>
        <p:spPr bwMode="auto">
          <a:xfrm>
            <a:off x="8001000" y="2098675"/>
            <a:ext cx="963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IU</a:t>
            </a:r>
            <a:r>
              <a:rPr lang="zh-CN" altLang="en-US" sz="2400" i="0">
                <a:solidFill>
                  <a:schemeClr val="tx1"/>
                </a:solidFill>
              </a:rPr>
              <a:t>＞</a:t>
            </a:r>
            <a:r>
              <a:rPr lang="en-US" altLang="zh-CN" sz="2400" i="0">
                <a:solidFill>
                  <a:schemeClr val="tx1"/>
                </a:solidFill>
              </a:rPr>
              <a:t>0</a:t>
            </a:r>
          </a:p>
        </p:txBody>
      </p:sp>
      <p:sp>
        <p:nvSpPr>
          <p:cNvPr id="20514" name="文本框 1116194">
            <a:extLst>
              <a:ext uri="{FF2B5EF4-FFF2-40B4-BE49-F238E27FC236}">
                <a16:creationId xmlns:a16="http://schemas.microsoft.com/office/drawing/2014/main" id="{416589E1-5B7D-E029-99FE-884F575B461D}"/>
              </a:ext>
            </a:extLst>
          </p:cNvPr>
          <p:cNvSpPr txBox="1">
            <a:spLocks noChangeArrowheads="1"/>
          </p:cNvSpPr>
          <p:nvPr/>
        </p:nvSpPr>
        <p:spPr bwMode="auto">
          <a:xfrm>
            <a:off x="8289925" y="47656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y</a:t>
            </a:r>
          </a:p>
        </p:txBody>
      </p:sp>
      <p:sp>
        <p:nvSpPr>
          <p:cNvPr id="20515" name="文本框 1116195">
            <a:extLst>
              <a:ext uri="{FF2B5EF4-FFF2-40B4-BE49-F238E27FC236}">
                <a16:creationId xmlns:a16="http://schemas.microsoft.com/office/drawing/2014/main" id="{BA78C693-7683-1C00-AA1A-CFF71760402E}"/>
              </a:ext>
            </a:extLst>
          </p:cNvPr>
          <p:cNvSpPr txBox="1">
            <a:spLocks noChangeArrowheads="1"/>
          </p:cNvSpPr>
          <p:nvPr/>
        </p:nvSpPr>
        <p:spPr bwMode="auto">
          <a:xfrm>
            <a:off x="5791200" y="5638800"/>
            <a:ext cx="2386013" cy="4572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b="1" i="0">
                <a:solidFill>
                  <a:srgbClr val="000000"/>
                </a:solidFill>
              </a:rPr>
              <a:t>(b)</a:t>
            </a:r>
            <a:r>
              <a:rPr lang="zh-CN" altLang="en-US" sz="2400" b="1" i="0">
                <a:solidFill>
                  <a:srgbClr val="000000"/>
                </a:solidFill>
              </a:rPr>
              <a:t>支出决定收入</a:t>
            </a:r>
          </a:p>
        </p:txBody>
      </p:sp>
      <p:sp>
        <p:nvSpPr>
          <p:cNvPr id="20516" name="文本框 1116196">
            <a:extLst>
              <a:ext uri="{FF2B5EF4-FFF2-40B4-BE49-F238E27FC236}">
                <a16:creationId xmlns:a16="http://schemas.microsoft.com/office/drawing/2014/main" id="{21724042-5009-337C-E7F8-A98D04E8CA2C}"/>
              </a:ext>
            </a:extLst>
          </p:cNvPr>
          <p:cNvSpPr txBox="1">
            <a:spLocks noChangeArrowheads="1"/>
          </p:cNvSpPr>
          <p:nvPr/>
        </p:nvSpPr>
        <p:spPr bwMode="auto">
          <a:xfrm>
            <a:off x="1187450" y="404813"/>
            <a:ext cx="2317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zh-CN" altLang="en-US" sz="2400" i="0">
                <a:solidFill>
                  <a:schemeClr val="tx1"/>
                </a:solidFill>
              </a:rPr>
              <a:t>均衡产出的概念</a:t>
            </a:r>
          </a:p>
        </p:txBody>
      </p:sp>
      <p:sp>
        <p:nvSpPr>
          <p:cNvPr id="20517" name="Slide Number Placeholder 1">
            <a:extLst>
              <a:ext uri="{FF2B5EF4-FFF2-40B4-BE49-F238E27FC236}">
                <a16:creationId xmlns:a16="http://schemas.microsoft.com/office/drawing/2014/main" id="{06918E54-9AF5-775C-CA2C-E50EFF0CD29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569CCDB1-463B-4E1E-AD54-887779C8C710}" type="slidenum">
              <a:rPr lang="en-AU" altLang="zh-CN" sz="1400" i="0">
                <a:latin typeface="Arial" panose="020B0604020202020204" pitchFamily="34" charset="0"/>
              </a:rPr>
              <a:pPr algn="r"/>
              <a:t>10</a:t>
            </a:fld>
            <a:endParaRPr lang="en-AU" altLang="zh-CN" sz="1400" i="0">
              <a:latin typeface="Arial" panose="020B0604020202020204" pitchFamily="34" charset="0"/>
            </a:endParaRPr>
          </a:p>
        </p:txBody>
      </p:sp>
    </p:spTree>
  </p:cSld>
  <p:clrMapOvr>
    <a:masterClrMapping/>
  </p:clrMapOvr>
  <p:transition spd="med">
    <p:zoom/>
  </p:transition>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5" name="Title 1013761">
            <a:extLst>
              <a:ext uri="{FF2B5EF4-FFF2-40B4-BE49-F238E27FC236}">
                <a16:creationId xmlns:a16="http://schemas.microsoft.com/office/drawing/2014/main" id="{3B2EE593-68B9-5909-70B2-1D143C1132A7}"/>
              </a:ext>
            </a:extLst>
          </p:cNvPr>
          <p:cNvSpPr>
            <a:spLocks noGrp="1" noChangeArrowheads="1"/>
          </p:cNvSpPr>
          <p:nvPr>
            <p:ph type="title"/>
          </p:nvPr>
        </p:nvSpPr>
        <p:spPr/>
        <p:txBody>
          <a:bodyPr/>
          <a:lstStyle/>
          <a:p>
            <a:r>
              <a:rPr lang="en-US" altLang="zh-CN">
                <a:solidFill>
                  <a:srgbClr val="FFFF00"/>
                </a:solidFill>
              </a:rPr>
              <a:t>3.3  </a:t>
            </a:r>
            <a:r>
              <a:rPr lang="zh-CN" altLang="en-US">
                <a:solidFill>
                  <a:srgbClr val="FFFF00"/>
                </a:solidFill>
              </a:rPr>
              <a:t>消费函数与储蓄函数</a:t>
            </a:r>
          </a:p>
        </p:txBody>
      </p:sp>
      <p:sp>
        <p:nvSpPr>
          <p:cNvPr id="21506" name="Text Placeholder 1013762">
            <a:extLst>
              <a:ext uri="{FF2B5EF4-FFF2-40B4-BE49-F238E27FC236}">
                <a16:creationId xmlns:a16="http://schemas.microsoft.com/office/drawing/2014/main" id="{C290E394-A629-E605-7A4D-E0189666E769}"/>
              </a:ext>
            </a:extLst>
          </p:cNvPr>
          <p:cNvSpPr>
            <a:spLocks noGrp="1" noChangeArrowheads="1"/>
          </p:cNvSpPr>
          <p:nvPr>
            <p:ph type="body" idx="1"/>
          </p:nvPr>
        </p:nvSpPr>
        <p:spPr/>
        <p:txBody>
          <a:bodyPr/>
          <a:lstStyle/>
          <a:p>
            <a:r>
              <a:rPr lang="en-US" altLang="zh-CN" sz="2800">
                <a:hlinkClick r:id="" action="ppaction://noaction"/>
              </a:rPr>
              <a:t>3.3.1 </a:t>
            </a:r>
            <a:r>
              <a:rPr lang="zh-CN" altLang="en-US" sz="2800">
                <a:hlinkClick r:id="" action="ppaction://noaction"/>
              </a:rPr>
              <a:t>消费函数</a:t>
            </a:r>
            <a:endParaRPr lang="zh-CN" altLang="en-US" sz="2800"/>
          </a:p>
          <a:p>
            <a:r>
              <a:rPr lang="en-US" altLang="zh-CN" sz="2800">
                <a:hlinkClick r:id="" action="ppaction://noaction"/>
              </a:rPr>
              <a:t>3.3.2 </a:t>
            </a:r>
            <a:r>
              <a:rPr lang="zh-CN" altLang="en-US" sz="2800">
                <a:hlinkClick r:id="" action="ppaction://noaction"/>
              </a:rPr>
              <a:t>凯恩斯的消费函数</a:t>
            </a:r>
            <a:r>
              <a:rPr lang="en-US" altLang="zh-CN" sz="2800">
                <a:hlinkClick r:id="" action="ppaction://noaction"/>
              </a:rPr>
              <a:t>——</a:t>
            </a:r>
            <a:r>
              <a:rPr lang="zh-CN" altLang="en-US" sz="2800">
                <a:hlinkClick r:id="" action="ppaction://noaction"/>
              </a:rPr>
              <a:t>绝对收入假说</a:t>
            </a:r>
            <a:endParaRPr lang="zh-CN" altLang="en-US" sz="2800"/>
          </a:p>
          <a:p>
            <a:r>
              <a:rPr lang="en-US" altLang="zh-CN" sz="2800">
                <a:hlinkClick r:id="" action="ppaction://noaction"/>
              </a:rPr>
              <a:t>3.3.3 </a:t>
            </a:r>
            <a:r>
              <a:rPr lang="zh-CN" altLang="en-US" sz="2800">
                <a:hlinkClick r:id="" action="ppaction://noaction"/>
              </a:rPr>
              <a:t>线性消费函数</a:t>
            </a:r>
            <a:endParaRPr lang="zh-CN" altLang="en-US" sz="2800"/>
          </a:p>
          <a:p>
            <a:r>
              <a:rPr lang="en-US" altLang="zh-CN" sz="2800">
                <a:hlinkClick r:id="" action="ppaction://noaction"/>
              </a:rPr>
              <a:t>3.3.4 </a:t>
            </a:r>
            <a:r>
              <a:rPr lang="zh-CN" altLang="en-US" sz="2800">
                <a:hlinkClick r:id="" action="ppaction://noaction"/>
              </a:rPr>
              <a:t>消费函数之谜与其它消费函数</a:t>
            </a:r>
            <a:endParaRPr lang="zh-CN" altLang="en-US" sz="2800"/>
          </a:p>
          <a:p>
            <a:r>
              <a:rPr lang="en-US" altLang="zh-CN" sz="2800">
                <a:hlinkClick r:id="" action="ppaction://noaction"/>
              </a:rPr>
              <a:t>3.3.5 </a:t>
            </a:r>
            <a:r>
              <a:rPr lang="zh-CN" altLang="en-US" sz="2800">
                <a:hlinkClick r:id="" action="ppaction://noaction"/>
              </a:rPr>
              <a:t>储蓄函数</a:t>
            </a:r>
            <a:endParaRPr lang="zh-CN" altLang="en-US" sz="2800"/>
          </a:p>
        </p:txBody>
      </p:sp>
      <p:sp>
        <p:nvSpPr>
          <p:cNvPr id="21507" name="DRAWING2STR_FREEFORM 1013763">
            <a:hlinkClick r:id="" action="ppaction://noaction"/>
            <a:extLst>
              <a:ext uri="{FF2B5EF4-FFF2-40B4-BE49-F238E27FC236}">
                <a16:creationId xmlns:a16="http://schemas.microsoft.com/office/drawing/2014/main" id="{4DDC822A-BDA6-A8B7-2CA5-9013ACA4446D}"/>
              </a:ext>
            </a:extLst>
          </p:cNvPr>
          <p:cNvSpPr>
            <a:spLocks noChangeArrowheads="1"/>
          </p:cNvSpPr>
          <p:nvPr/>
        </p:nvSpPr>
        <p:spPr bwMode="auto">
          <a:xfrm>
            <a:off x="7019925" y="5589588"/>
            <a:ext cx="1296988" cy="719137"/>
          </a:xfrm>
          <a:custGeom>
            <a:avLst/>
            <a:gdLst>
              <a:gd name="T0" fmla="*/ 10800 w 21600"/>
              <a:gd name="T1" fmla="*/ 0 h 21600"/>
              <a:gd name="T2" fmla="*/ 6480 w 21600"/>
              <a:gd name="T3" fmla="*/ 4320 h 21600"/>
              <a:gd name="T4" fmla="*/ 8640 w 21600"/>
              <a:gd name="T5" fmla="*/ 4320 h 21600"/>
              <a:gd name="T6" fmla="*/ 8640 w 21600"/>
              <a:gd name="T7" fmla="*/ 8640 h 21600"/>
              <a:gd name="T8" fmla="*/ 4320 w 21600"/>
              <a:gd name="T9" fmla="*/ 8640 h 21600"/>
              <a:gd name="T10" fmla="*/ 4320 w 21600"/>
              <a:gd name="T11" fmla="*/ 6480 h 21600"/>
              <a:gd name="T12" fmla="*/ 0 w 21600"/>
              <a:gd name="T13" fmla="*/ 10800 h 21600"/>
              <a:gd name="T14" fmla="*/ 4320 w 21600"/>
              <a:gd name="T15" fmla="*/ 15120 h 21600"/>
              <a:gd name="T16" fmla="*/ 4320 w 21600"/>
              <a:gd name="T17" fmla="*/ 12960 h 21600"/>
              <a:gd name="T18" fmla="*/ 8640 w 21600"/>
              <a:gd name="T19" fmla="*/ 12960 h 21600"/>
              <a:gd name="T20" fmla="*/ 8640 w 21600"/>
              <a:gd name="T21" fmla="*/ 17280 h 21600"/>
              <a:gd name="T22" fmla="*/ 6480 w 21600"/>
              <a:gd name="T23" fmla="*/ 17280 h 21600"/>
              <a:gd name="T24" fmla="*/ 10800 w 21600"/>
              <a:gd name="T25" fmla="*/ 21600 h 21600"/>
              <a:gd name="T26" fmla="*/ 15120 w 21600"/>
              <a:gd name="T27" fmla="*/ 17280 h 21600"/>
              <a:gd name="T28" fmla="*/ 12960 w 21600"/>
              <a:gd name="T29" fmla="*/ 17280 h 21600"/>
              <a:gd name="T30" fmla="*/ 12960 w 21600"/>
              <a:gd name="T31" fmla="*/ 12960 h 21600"/>
              <a:gd name="T32" fmla="*/ 17280 w 21600"/>
              <a:gd name="T33" fmla="*/ 12960 h 21600"/>
              <a:gd name="T34" fmla="*/ 17280 w 21600"/>
              <a:gd name="T35" fmla="*/ 15120 h 21600"/>
              <a:gd name="T36" fmla="*/ 21600 w 21600"/>
              <a:gd name="T37" fmla="*/ 10800 h 21600"/>
              <a:gd name="T38" fmla="*/ 17280 w 21600"/>
              <a:gd name="T39" fmla="*/ 6480 h 21600"/>
              <a:gd name="T40" fmla="*/ 17280 w 21600"/>
              <a:gd name="T41" fmla="*/ 8640 h 21600"/>
              <a:gd name="T42" fmla="*/ 12960 w 21600"/>
              <a:gd name="T43" fmla="*/ 8640 h 21600"/>
              <a:gd name="T44" fmla="*/ 12960 w 21600"/>
              <a:gd name="T45" fmla="*/ 4320 h 21600"/>
              <a:gd name="T46" fmla="*/ 15120 w 21600"/>
              <a:gd name="T47" fmla="*/ 432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1600" h="21600">
                <a:moveTo>
                  <a:pt x="10800" y="0"/>
                </a:moveTo>
                <a:lnTo>
                  <a:pt x="6480" y="4320"/>
                </a:lnTo>
                <a:lnTo>
                  <a:pt x="8640" y="4320"/>
                </a:lnTo>
                <a:lnTo>
                  <a:pt x="8640" y="8640"/>
                </a:lnTo>
                <a:lnTo>
                  <a:pt x="4320" y="8640"/>
                </a:lnTo>
                <a:lnTo>
                  <a:pt x="4320" y="6480"/>
                </a:lnTo>
                <a:lnTo>
                  <a:pt x="0" y="10800"/>
                </a:lnTo>
                <a:lnTo>
                  <a:pt x="4320" y="15120"/>
                </a:lnTo>
                <a:lnTo>
                  <a:pt x="4320" y="12960"/>
                </a:lnTo>
                <a:lnTo>
                  <a:pt x="8640" y="12960"/>
                </a:lnTo>
                <a:lnTo>
                  <a:pt x="8640" y="17280"/>
                </a:lnTo>
                <a:lnTo>
                  <a:pt x="6480" y="17280"/>
                </a:lnTo>
                <a:lnTo>
                  <a:pt x="10800" y="21600"/>
                </a:lnTo>
                <a:lnTo>
                  <a:pt x="15120" y="17280"/>
                </a:lnTo>
                <a:lnTo>
                  <a:pt x="12960" y="17280"/>
                </a:lnTo>
                <a:lnTo>
                  <a:pt x="12960" y="12960"/>
                </a:lnTo>
                <a:lnTo>
                  <a:pt x="17280" y="12960"/>
                </a:lnTo>
                <a:lnTo>
                  <a:pt x="17280" y="15120"/>
                </a:lnTo>
                <a:lnTo>
                  <a:pt x="21600" y="10800"/>
                </a:lnTo>
                <a:lnTo>
                  <a:pt x="17280" y="6480"/>
                </a:lnTo>
                <a:lnTo>
                  <a:pt x="17280" y="8640"/>
                </a:lnTo>
                <a:lnTo>
                  <a:pt x="12960" y="8640"/>
                </a:lnTo>
                <a:lnTo>
                  <a:pt x="12960" y="4320"/>
                </a:lnTo>
                <a:lnTo>
                  <a:pt x="15120" y="4320"/>
                </a:lnTo>
                <a:close/>
              </a:path>
            </a:pathLst>
          </a:custGeom>
          <a:solidFill>
            <a:schemeClr val="accent1"/>
          </a:solidFill>
          <a:ln w="31750" cap="sq">
            <a:solidFill>
              <a:schemeClr val="tx1"/>
            </a:solidFill>
            <a:miter lim="800000"/>
            <a:headEnd/>
            <a:tailEnd/>
          </a:ln>
        </p:spPr>
        <p:txBody>
          <a:bodyPr/>
          <a:lstStyle/>
          <a:p>
            <a:pPr algn="ctr" eaLnBrk="0" hangingPunct="0"/>
            <a:endParaRPr lang="zh-CN" altLang="en-US"/>
          </a:p>
        </p:txBody>
      </p:sp>
      <p:sp>
        <p:nvSpPr>
          <p:cNvPr id="21508" name="Slide Number Placeholder 1">
            <a:extLst>
              <a:ext uri="{FF2B5EF4-FFF2-40B4-BE49-F238E27FC236}">
                <a16:creationId xmlns:a16="http://schemas.microsoft.com/office/drawing/2014/main" id="{8B3B22B5-C0B2-5BAB-59D4-2C53DBBFF57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012F270A-F7E0-49E5-9A9B-A7A152186380}" type="slidenum">
              <a:rPr lang="en-AU" altLang="zh-CN" sz="1400" i="0">
                <a:latin typeface="Arial" panose="020B0604020202020204" pitchFamily="34" charset="0"/>
              </a:rPr>
              <a:pPr algn="r"/>
              <a:t>11</a:t>
            </a:fld>
            <a:endParaRPr lang="en-AU" altLang="zh-CN" sz="1400" i="0">
              <a:latin typeface="Arial" panose="020B0604020202020204" pitchFamily="34" charset="0"/>
            </a:endParaRPr>
          </a:p>
        </p:txBody>
      </p:sp>
    </p:spTree>
  </p:cSld>
  <p:clrMapOvr>
    <a:masterClrMapping/>
  </p:clrMapOvr>
  <p:transition spd="med">
    <p:zo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ext Placeholder 1118210">
            <a:extLst>
              <a:ext uri="{FF2B5EF4-FFF2-40B4-BE49-F238E27FC236}">
                <a16:creationId xmlns:a16="http://schemas.microsoft.com/office/drawing/2014/main" id="{A3478193-860C-2F03-9F25-DA34F106CB65}"/>
              </a:ext>
            </a:extLst>
          </p:cNvPr>
          <p:cNvSpPr>
            <a:spLocks noGrp="1" noChangeArrowheads="1"/>
          </p:cNvSpPr>
          <p:nvPr>
            <p:ph type="body" idx="1"/>
          </p:nvPr>
        </p:nvSpPr>
        <p:spPr/>
        <p:txBody>
          <a:bodyPr/>
          <a:lstStyle/>
          <a:p>
            <a:r>
              <a:rPr lang="zh-CN" altLang="en-US" sz="2800"/>
              <a:t>家庭消费函数</a:t>
            </a:r>
          </a:p>
          <a:p>
            <a:r>
              <a:rPr lang="zh-CN" altLang="en-US" sz="2800"/>
              <a:t>消费量由哪些因素决定？</a:t>
            </a:r>
          </a:p>
          <a:p>
            <a:r>
              <a:rPr lang="zh-CN" altLang="en-US" sz="2800"/>
              <a:t>消费与收入关系？</a:t>
            </a:r>
          </a:p>
          <a:p>
            <a:r>
              <a:rPr lang="en-US" altLang="zh-CN" sz="2800"/>
              <a:t>C=C</a:t>
            </a:r>
            <a:r>
              <a:rPr lang="zh-CN" altLang="en-US" sz="2800"/>
              <a:t>（</a:t>
            </a:r>
            <a:r>
              <a:rPr lang="en-US" altLang="zh-CN" sz="2800"/>
              <a:t>y</a:t>
            </a:r>
            <a:r>
              <a:rPr lang="zh-CN" altLang="en-US" sz="2800"/>
              <a:t>）</a:t>
            </a:r>
          </a:p>
        </p:txBody>
      </p:sp>
      <p:sp>
        <p:nvSpPr>
          <p:cNvPr id="22530" name="矩形 1118211">
            <a:extLst>
              <a:ext uri="{FF2B5EF4-FFF2-40B4-BE49-F238E27FC236}">
                <a16:creationId xmlns:a16="http://schemas.microsoft.com/office/drawing/2014/main" id="{E8166546-0FA1-DC67-3B52-CF4943E4EFEF}"/>
              </a:ext>
            </a:extLst>
          </p:cNvPr>
          <p:cNvSpPr>
            <a:spLocks noChangeArrowheads="1"/>
          </p:cNvSpPr>
          <p:nvPr/>
        </p:nvSpPr>
        <p:spPr bwMode="auto">
          <a:xfrm>
            <a:off x="1141413" y="115888"/>
            <a:ext cx="7773987" cy="717550"/>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lstStyle/>
          <a:p>
            <a:pPr eaLnBrk="0" hangingPunct="0">
              <a:lnSpc>
                <a:spcPct val="100000"/>
              </a:lnSpc>
              <a:spcBef>
                <a:spcPct val="0"/>
              </a:spcBef>
            </a:pPr>
            <a:r>
              <a:rPr lang="en-US" altLang="zh-CN" sz="3600" i="0">
                <a:solidFill>
                  <a:srgbClr val="FFFF00"/>
                </a:solidFill>
                <a:latin typeface="Arial" panose="020B0604020202020204" pitchFamily="34" charset="0"/>
              </a:rPr>
              <a:t>3.3.1 </a:t>
            </a:r>
            <a:r>
              <a:rPr lang="zh-CN" altLang="en-US" sz="3600" i="0">
                <a:solidFill>
                  <a:srgbClr val="FFFF00"/>
                </a:solidFill>
                <a:ea typeface="方正姚体" panose="02010601030101010101" pitchFamily="2" charset="-122"/>
              </a:rPr>
              <a:t>消费函数</a:t>
            </a:r>
            <a:r>
              <a:rPr lang="en-US" altLang="zh-CN" sz="3600" i="0">
                <a:solidFill>
                  <a:srgbClr val="FFFF00"/>
                </a:solidFill>
                <a:latin typeface="Arial" panose="020B0604020202020204" pitchFamily="34" charset="0"/>
              </a:rPr>
              <a:t>(1)</a:t>
            </a:r>
          </a:p>
        </p:txBody>
      </p:sp>
      <p:sp>
        <p:nvSpPr>
          <p:cNvPr id="22531" name="Slide Number Placeholder 1">
            <a:extLst>
              <a:ext uri="{FF2B5EF4-FFF2-40B4-BE49-F238E27FC236}">
                <a16:creationId xmlns:a16="http://schemas.microsoft.com/office/drawing/2014/main" id="{DF543659-090B-A7BB-7A45-E2E61439C20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25FB5011-C694-416C-AAEF-E21FFE772303}" type="slidenum">
              <a:rPr lang="en-AU" altLang="zh-CN" sz="1400" i="0">
                <a:latin typeface="Arial" panose="020B0604020202020204" pitchFamily="34" charset="0"/>
              </a:rPr>
              <a:pPr algn="r"/>
              <a:t>12</a:t>
            </a:fld>
            <a:endParaRPr lang="en-AU" altLang="zh-CN" sz="1400" i="0">
              <a:latin typeface="Arial" panose="020B0604020202020204" pitchFamily="34" charset="0"/>
            </a:endParaRPr>
          </a:p>
        </p:txBody>
      </p:sp>
    </p:spTree>
  </p:cSld>
  <p:clrMapOvr>
    <a:masterClrMapping/>
  </p:clrMapOvr>
  <p:transition spd="med">
    <p:zoom/>
  </p:transition>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14787" name="Text Placeholder 1014786">
            <a:extLst>
              <a:ext uri="{FF2B5EF4-FFF2-40B4-BE49-F238E27FC236}">
                <a16:creationId xmlns:a16="http://schemas.microsoft.com/office/drawing/2014/main" id="{E9A75529-331B-747C-1322-BF460A344AE4}"/>
              </a:ext>
            </a:extLst>
          </p:cNvPr>
          <p:cNvSpPr>
            <a:spLocks noGrp="1" noChangeArrowheads="1"/>
          </p:cNvSpPr>
          <p:nvPr>
            <p:ph type="body" idx="1"/>
          </p:nvPr>
        </p:nvSpPr>
        <p:spPr>
          <a:xfrm>
            <a:off x="1219200" y="1447800"/>
            <a:ext cx="6781800" cy="4648200"/>
          </a:xfrm>
        </p:spPr>
        <p:txBody>
          <a:bodyPr/>
          <a:lstStyle/>
          <a:p>
            <a:pPr algn="just">
              <a:spcBef>
                <a:spcPts val="600"/>
              </a:spcBef>
            </a:pPr>
            <a:r>
              <a:rPr lang="zh-CN" altLang="en-US" sz="2800" b="1"/>
              <a:t>均衡条件：</a:t>
            </a:r>
            <a:r>
              <a:rPr lang="en-US" altLang="zh-CN" sz="2800" b="1"/>
              <a:t>I=S</a:t>
            </a:r>
            <a:r>
              <a:rPr lang="zh-CN" altLang="en-US" sz="2800" b="1"/>
              <a:t>中，</a:t>
            </a:r>
            <a:r>
              <a:rPr lang="en-US" altLang="zh-CN" sz="2800" b="1"/>
              <a:t>I</a:t>
            </a:r>
            <a:r>
              <a:rPr lang="zh-CN" altLang="en-US" sz="2800" b="1"/>
              <a:t>已经被被假定为常数，均衡与否关键取决于</a:t>
            </a:r>
            <a:r>
              <a:rPr lang="en-US" altLang="zh-CN" sz="2800" b="1"/>
              <a:t>S</a:t>
            </a:r>
            <a:r>
              <a:rPr lang="zh-CN" altLang="en-US" sz="2800" b="1"/>
              <a:t>。</a:t>
            </a:r>
          </a:p>
          <a:p>
            <a:pPr algn="just">
              <a:spcBef>
                <a:spcPts val="600"/>
              </a:spcBef>
            </a:pPr>
            <a:r>
              <a:rPr lang="zh-CN" altLang="en-US" sz="2800" b="1"/>
              <a:t>均衡条件中的意愿储蓄</a:t>
            </a:r>
            <a:r>
              <a:rPr lang="en-US" altLang="zh-CN" sz="2800" b="1"/>
              <a:t>S </a:t>
            </a:r>
            <a:r>
              <a:rPr lang="en-US" altLang="zh-CN" sz="2800" b="1">
                <a:latin typeface="宋体" panose="02010600030101010101" pitchFamily="2" charset="-122"/>
              </a:rPr>
              <a:t>≡ Y</a:t>
            </a:r>
            <a:r>
              <a:rPr lang="en-US" altLang="zh-CN" sz="2800" b="1" baseline="-25000">
                <a:latin typeface="宋体" panose="02010600030101010101" pitchFamily="2" charset="-122"/>
              </a:rPr>
              <a:t>d</a:t>
            </a:r>
            <a:r>
              <a:rPr lang="zh-CN" altLang="en-US" sz="2800" b="1">
                <a:latin typeface="宋体" panose="02010600030101010101" pitchFamily="2" charset="-122"/>
              </a:rPr>
              <a:t>－</a:t>
            </a:r>
            <a:r>
              <a:rPr lang="en-US" altLang="zh-CN" sz="2800" b="1">
                <a:latin typeface="宋体" panose="02010600030101010101" pitchFamily="2" charset="-122"/>
              </a:rPr>
              <a:t>C</a:t>
            </a:r>
            <a:r>
              <a:rPr lang="zh-CN" altLang="en-US" sz="2800" b="1">
                <a:latin typeface="宋体" panose="02010600030101010101" pitchFamily="2" charset="-122"/>
              </a:rPr>
              <a:t>，则知道消费，就知道储蓄。</a:t>
            </a:r>
            <a:endParaRPr lang="en-US" altLang="zh-CN" sz="2800" b="1">
              <a:latin typeface="宋体" panose="02010600030101010101" pitchFamily="2" charset="-122"/>
            </a:endParaRPr>
          </a:p>
          <a:p>
            <a:pPr algn="just">
              <a:spcBef>
                <a:spcPts val="600"/>
              </a:spcBef>
            </a:pPr>
            <a:r>
              <a:rPr lang="zh-CN" altLang="en-US" sz="2800" b="1">
                <a:latin typeface="宋体" panose="02010600030101010101" pitchFamily="2" charset="-122"/>
              </a:rPr>
              <a:t>与微观经济学中强调消费需求受价格影响不同，决定总消费水平的最重要因素是收入水平。宏观经济学消费函数表述消费与收入之间关系。</a:t>
            </a:r>
          </a:p>
        </p:txBody>
      </p:sp>
      <p:sp>
        <p:nvSpPr>
          <p:cNvPr id="23554" name="Slide Number Placeholder 1">
            <a:extLst>
              <a:ext uri="{FF2B5EF4-FFF2-40B4-BE49-F238E27FC236}">
                <a16:creationId xmlns:a16="http://schemas.microsoft.com/office/drawing/2014/main" id="{999C22C1-863C-126A-47A4-32357C7FFD3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E5B66DB2-3EA5-4D2C-A0EB-22EE91B30864}" type="slidenum">
              <a:rPr lang="en-AU" altLang="zh-CN" sz="1400" i="0">
                <a:latin typeface="Arial" panose="020B0604020202020204" pitchFamily="34" charset="0"/>
              </a:rPr>
              <a:pPr algn="r"/>
              <a:t>13</a:t>
            </a:fld>
            <a:endParaRPr lang="en-AU" altLang="zh-CN" sz="1400" i="0">
              <a:latin typeface="Arial" panose="020B0604020202020204" pitchFamily="34" charset="0"/>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1014787">
                                            <p:txEl>
                                              <p:pRg st="0" end="0"/>
                                            </p:txEl>
                                          </p:spTgt>
                                        </p:tgtEl>
                                        <p:attrNameLst>
                                          <p:attrName>style.visibility</p:attrName>
                                        </p:attrNameLst>
                                      </p:cBhvr>
                                      <p:to>
                                        <p:strVal val="visible"/>
                                      </p:to>
                                    </p:set>
                                    <p:anim calcmode="lin" valueType="num">
                                      <p:cBhvr>
                                        <p:cTn id="7" dur="1000" fill="hold"/>
                                        <p:tgtEl>
                                          <p:spTgt spid="1014787">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1014787">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1014787">
                                            <p:txEl>
                                              <p:pRg st="0" end="0"/>
                                            </p:txEl>
                                          </p:spTgt>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014787">
                                            <p:txEl>
                                              <p:pRg st="0" end="0"/>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5" presetClass="entr" presetSubtype="0" fill="hold" grpId="0" nodeType="clickEffect">
                                  <p:stCondLst>
                                    <p:cond delay="0"/>
                                  </p:stCondLst>
                                  <p:childTnLst>
                                    <p:set>
                                      <p:cBhvr>
                                        <p:cTn id="14" dur="1" fill="hold">
                                          <p:stCondLst>
                                            <p:cond delay="0"/>
                                          </p:stCondLst>
                                        </p:cTn>
                                        <p:tgtEl>
                                          <p:spTgt spid="1014787">
                                            <p:txEl>
                                              <p:pRg st="1" end="1"/>
                                            </p:txEl>
                                          </p:spTgt>
                                        </p:tgtEl>
                                        <p:attrNameLst>
                                          <p:attrName>style.visibility</p:attrName>
                                        </p:attrNameLst>
                                      </p:cBhvr>
                                      <p:to>
                                        <p:strVal val="visible"/>
                                      </p:to>
                                    </p:set>
                                    <p:anim calcmode="lin" valueType="num">
                                      <p:cBhvr>
                                        <p:cTn id="15" dur="1000" fill="hold"/>
                                        <p:tgtEl>
                                          <p:spTgt spid="1014787">
                                            <p:txEl>
                                              <p:pRg st="1" end="1"/>
                                            </p:txEl>
                                          </p:spTgt>
                                        </p:tgtEl>
                                        <p:attrNameLst>
                                          <p:attrName>ppt_w</p:attrName>
                                        </p:attrNameLst>
                                      </p:cBhvr>
                                      <p:tavLst>
                                        <p:tav tm="0">
                                          <p:val>
                                            <p:fltVal val="0"/>
                                          </p:val>
                                        </p:tav>
                                        <p:tav tm="100000">
                                          <p:val>
                                            <p:strVal val="#ppt_w"/>
                                          </p:val>
                                        </p:tav>
                                      </p:tavLst>
                                    </p:anim>
                                    <p:anim calcmode="lin" valueType="num">
                                      <p:cBhvr>
                                        <p:cTn id="16" dur="1000" fill="hold"/>
                                        <p:tgtEl>
                                          <p:spTgt spid="1014787">
                                            <p:txEl>
                                              <p:pRg st="1" end="1"/>
                                            </p:txEl>
                                          </p:spTgt>
                                        </p:tgtEl>
                                        <p:attrNameLst>
                                          <p:attrName>ppt_h</p:attrName>
                                        </p:attrNameLst>
                                      </p:cBhvr>
                                      <p:tavLst>
                                        <p:tav tm="0">
                                          <p:val>
                                            <p:fltVal val="0"/>
                                          </p:val>
                                        </p:tav>
                                        <p:tav tm="100000">
                                          <p:val>
                                            <p:strVal val="#ppt_h"/>
                                          </p:val>
                                        </p:tav>
                                      </p:tavLst>
                                    </p:anim>
                                    <p:anim calcmode="lin" valueType="num">
                                      <p:cBhvr>
                                        <p:cTn id="17" dur="1000" fill="hold"/>
                                        <p:tgtEl>
                                          <p:spTgt spid="1014787">
                                            <p:txEl>
                                              <p:pRg st="1" end="1"/>
                                            </p:txEl>
                                          </p:spTgt>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1014787">
                                            <p:txEl>
                                              <p:pRg st="1" end="1"/>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1014787">
                                            <p:txEl>
                                              <p:pRg st="2" end="2"/>
                                            </p:txEl>
                                          </p:spTgt>
                                        </p:tgtEl>
                                        <p:attrNameLst>
                                          <p:attrName>style.visibility</p:attrName>
                                        </p:attrNameLst>
                                      </p:cBhvr>
                                      <p:to>
                                        <p:strVal val="visible"/>
                                      </p:to>
                                    </p:set>
                                    <p:anim calcmode="lin" valueType="num">
                                      <p:cBhvr>
                                        <p:cTn id="23" dur="1000" fill="hold"/>
                                        <p:tgtEl>
                                          <p:spTgt spid="1014787">
                                            <p:txEl>
                                              <p:pRg st="2" end="2"/>
                                            </p:txEl>
                                          </p:spTgt>
                                        </p:tgtEl>
                                        <p:attrNameLst>
                                          <p:attrName>ppt_w</p:attrName>
                                        </p:attrNameLst>
                                      </p:cBhvr>
                                      <p:tavLst>
                                        <p:tav tm="0">
                                          <p:val>
                                            <p:fltVal val="0"/>
                                          </p:val>
                                        </p:tav>
                                        <p:tav tm="100000">
                                          <p:val>
                                            <p:strVal val="#ppt_w"/>
                                          </p:val>
                                        </p:tav>
                                      </p:tavLst>
                                    </p:anim>
                                    <p:anim calcmode="lin" valueType="num">
                                      <p:cBhvr>
                                        <p:cTn id="24" dur="1000" fill="hold"/>
                                        <p:tgtEl>
                                          <p:spTgt spid="1014787">
                                            <p:txEl>
                                              <p:pRg st="2" end="2"/>
                                            </p:txEl>
                                          </p:spTgt>
                                        </p:tgtEl>
                                        <p:attrNameLst>
                                          <p:attrName>ppt_h</p:attrName>
                                        </p:attrNameLst>
                                      </p:cBhvr>
                                      <p:tavLst>
                                        <p:tav tm="0">
                                          <p:val>
                                            <p:fltVal val="0"/>
                                          </p:val>
                                        </p:tav>
                                        <p:tav tm="100000">
                                          <p:val>
                                            <p:strVal val="#ppt_h"/>
                                          </p:val>
                                        </p:tav>
                                      </p:tavLst>
                                    </p:anim>
                                    <p:anim calcmode="lin" valueType="num">
                                      <p:cBhvr>
                                        <p:cTn id="25" dur="1000" fill="hold"/>
                                        <p:tgtEl>
                                          <p:spTgt spid="1014787">
                                            <p:txEl>
                                              <p:pRg st="2" end="2"/>
                                            </p:txEl>
                                          </p:spTgt>
                                        </p:tgtEl>
                                        <p:attrNameLst>
                                          <p:attrName>ppt_x</p:attrName>
                                        </p:attrNameLst>
                                      </p:cBhvr>
                                      <p:tavLst>
                                        <p:tav tm="0" fmla="#ppt_x+(cos(-2*pi*(1-$))*-#ppt_x-sin(-2*pi*(1-$))*(1-#ppt_y))*(1-$)">
                                          <p:val>
                                            <p:fltVal val="0"/>
                                          </p:val>
                                        </p:tav>
                                        <p:tav tm="100000">
                                          <p:val>
                                            <p:fltVal val="1"/>
                                          </p:val>
                                        </p:tav>
                                      </p:tavLst>
                                    </p:anim>
                                    <p:anim calcmode="lin" valueType="num">
                                      <p:cBhvr>
                                        <p:cTn id="26" dur="1000" fill="hold"/>
                                        <p:tgtEl>
                                          <p:spTgt spid="1014787">
                                            <p:txEl>
                                              <p:pRg st="2" end="2"/>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4787" grpId="0" build="p"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17244" name="表格 1117243">
            <a:extLst>
              <a:ext uri="{FF2B5EF4-FFF2-40B4-BE49-F238E27FC236}">
                <a16:creationId xmlns:a16="http://schemas.microsoft.com/office/drawing/2014/main" id="{37CA5344-946B-2E78-DD2F-A0F1709E18CB}"/>
              </a:ext>
            </a:extLst>
          </p:cNvPr>
          <p:cNvGraphicFramePr/>
          <p:nvPr/>
        </p:nvGraphicFramePr>
        <p:xfrm>
          <a:off x="971550" y="1268413"/>
          <a:ext cx="7391400" cy="4273550"/>
        </p:xfrm>
        <a:graphic>
          <a:graphicData uri="http://schemas.openxmlformats.org/drawingml/2006/table">
            <a:tbl>
              <a:tblPr/>
              <a:tblGrid>
                <a:gridCol w="838200">
                  <a:extLst>
                    <a:ext uri="{9D8B030D-6E8A-4147-A177-3AD203B41FA5}">
                      <a16:colId xmlns:a16="http://schemas.microsoft.com/office/drawing/2014/main" val="20000"/>
                    </a:ext>
                  </a:extLst>
                </a:gridCol>
                <a:gridCol w="1295400">
                  <a:extLst>
                    <a:ext uri="{9D8B030D-6E8A-4147-A177-3AD203B41FA5}">
                      <a16:colId xmlns:a16="http://schemas.microsoft.com/office/drawing/2014/main" val="20001"/>
                    </a:ext>
                  </a:extLst>
                </a:gridCol>
                <a:gridCol w="1447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981200">
                  <a:extLst>
                    <a:ext uri="{9D8B030D-6E8A-4147-A177-3AD203B41FA5}">
                      <a16:colId xmlns:a16="http://schemas.microsoft.com/office/drawing/2014/main" val="20004"/>
                    </a:ext>
                  </a:extLst>
                </a:gridCol>
              </a:tblGrid>
              <a:tr h="700884">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endParaRPr lang="zh-CN" altLang="en-US" sz="2000" b="1" dirty="0"/>
                    </a:p>
                  </a:txBody>
                  <a:tcPr marT="45710" marB="4571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zh-CN" altLang="en-US" sz="2000" b="1" dirty="0"/>
                        <a:t>收入</a:t>
                      </a:r>
                      <a:endParaRPr lang="zh-CN" altLang="en-US" sz="2000" b="1"/>
                    </a:p>
                  </a:txBody>
                  <a:tcPr marT="45710" marB="4571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zh-CN" altLang="en-US" sz="2000" b="1" dirty="0"/>
                        <a:t>消费</a:t>
                      </a:r>
                      <a:endParaRPr lang="zh-CN" altLang="en-US" sz="2000" b="1"/>
                    </a:p>
                  </a:txBody>
                  <a:tcPr marT="45710" marB="4571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zh-CN" altLang="en-US" sz="2000" b="1" dirty="0"/>
                        <a:t>边际消费倾向（</a:t>
                      </a:r>
                      <a:r>
                        <a:rPr lang="en-US" altLang="zh-CN" sz="2000" b="1"/>
                        <a:t>MPC</a:t>
                      </a:r>
                      <a:r>
                        <a:rPr lang="zh-CN" altLang="en-US" sz="2000" b="1"/>
                        <a:t>）</a:t>
                      </a:r>
                    </a:p>
                  </a:txBody>
                  <a:tcPr marT="45710" marB="4571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zh-CN" altLang="en-US" sz="2000" b="1" dirty="0"/>
                        <a:t>平均消费倾向（</a:t>
                      </a:r>
                      <a:r>
                        <a:rPr lang="en-US" altLang="zh-CN" sz="2000" b="1"/>
                        <a:t>APC</a:t>
                      </a:r>
                      <a:r>
                        <a:rPr lang="zh-CN" altLang="en-US" sz="2000" b="1"/>
                        <a:t>）</a:t>
                      </a:r>
                    </a:p>
                  </a:txBody>
                  <a:tcPr marT="45710" marB="4571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25345">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sz="2000" b="1"/>
                        <a:t>A</a:t>
                      </a:r>
                    </a:p>
                  </a:txBody>
                  <a:tcPr marT="45710" marB="4571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sz="2000" b="1"/>
                        <a:t>9000</a:t>
                      </a:r>
                    </a:p>
                  </a:txBody>
                  <a:tcPr marT="45710" marB="4571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sz="2000" b="1"/>
                        <a:t>9110</a:t>
                      </a:r>
                    </a:p>
                  </a:txBody>
                  <a:tcPr marT="45710" marB="4571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rowSpan="7">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endParaRPr lang="zh-CN" altLang="en-US" sz="2000" b="1" dirty="0"/>
                    </a:p>
                    <a:p>
                      <a:pPr marL="0" lvl="0" indent="0" algn="ctr">
                        <a:buNone/>
                      </a:pPr>
                      <a:r>
                        <a:rPr lang="en-US" altLang="zh-CN" sz="2000" b="1"/>
                        <a:t>0.89</a:t>
                      </a:r>
                    </a:p>
                    <a:p>
                      <a:pPr marL="0" lvl="0" indent="0" algn="ctr">
                        <a:buNone/>
                      </a:pPr>
                      <a:r>
                        <a:rPr lang="en-US" altLang="zh-CN" sz="2000" b="1"/>
                        <a:t>0.85</a:t>
                      </a:r>
                    </a:p>
                    <a:p>
                      <a:pPr marL="0" lvl="0" indent="0" algn="ctr">
                        <a:buNone/>
                      </a:pPr>
                      <a:r>
                        <a:rPr lang="en-US" altLang="zh-CN" sz="2000" b="1"/>
                        <a:t>0.75</a:t>
                      </a:r>
                    </a:p>
                    <a:p>
                      <a:pPr marL="0" lvl="0" indent="0" algn="ctr">
                        <a:buNone/>
                      </a:pPr>
                      <a:r>
                        <a:rPr lang="en-US" altLang="zh-CN" sz="2000" b="1"/>
                        <a:t>0.64</a:t>
                      </a:r>
                    </a:p>
                    <a:p>
                      <a:pPr marL="0" lvl="0" indent="0" algn="ctr">
                        <a:buNone/>
                      </a:pPr>
                      <a:r>
                        <a:rPr lang="en-US" altLang="zh-CN" sz="2000" b="1"/>
                        <a:t>0.59</a:t>
                      </a:r>
                    </a:p>
                    <a:p>
                      <a:pPr marL="0" lvl="0" indent="0" algn="ctr">
                        <a:buNone/>
                      </a:pPr>
                      <a:r>
                        <a:rPr lang="en-US" altLang="zh-CN" sz="2000" b="1"/>
                        <a:t>0.53</a:t>
                      </a:r>
                    </a:p>
                  </a:txBody>
                  <a:tcPr marT="45710" marB="4571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sz="2000" b="1"/>
                        <a:t>1.01</a:t>
                      </a:r>
                    </a:p>
                  </a:txBody>
                  <a:tcPr marT="45710" marB="4571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7887">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sz="2000" b="1"/>
                        <a:t>B</a:t>
                      </a:r>
                    </a:p>
                  </a:txBody>
                  <a:tcPr marT="45710" marB="4571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sz="2000" b="1"/>
                        <a:t>10000</a:t>
                      </a:r>
                    </a:p>
                  </a:txBody>
                  <a:tcPr marT="45710" marB="4571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sz="2000" b="1"/>
                        <a:t>10000</a:t>
                      </a:r>
                    </a:p>
                  </a:txBody>
                  <a:tcPr marT="45710" marB="4571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vMerge="1">
                  <a:txBody>
                    <a:bodyPr/>
                    <a:lstStyle/>
                    <a:p>
                      <a:endParaRPr lang="zh-CN"/>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sz="2000" b="1"/>
                        <a:t>1.00</a:t>
                      </a:r>
                    </a:p>
                  </a:txBody>
                  <a:tcPr marT="45710" marB="4571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07887">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sz="2000" b="1"/>
                        <a:t>C</a:t>
                      </a:r>
                    </a:p>
                  </a:txBody>
                  <a:tcPr marT="45710" marB="4571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sz="2000" b="1"/>
                        <a:t>11000</a:t>
                      </a:r>
                    </a:p>
                  </a:txBody>
                  <a:tcPr marT="45710" marB="4571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sz="2000" b="1"/>
                        <a:t>10850</a:t>
                      </a:r>
                    </a:p>
                  </a:txBody>
                  <a:tcPr marT="45710" marB="4571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vMerge="1">
                  <a:txBody>
                    <a:bodyPr/>
                    <a:lstStyle/>
                    <a:p>
                      <a:endParaRPr lang="zh-CN"/>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sz="2000" b="1"/>
                        <a:t>0.98</a:t>
                      </a:r>
                    </a:p>
                  </a:txBody>
                  <a:tcPr marT="45710" marB="4571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07887">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sz="2000" b="1"/>
                        <a:t>D</a:t>
                      </a:r>
                    </a:p>
                  </a:txBody>
                  <a:tcPr marT="45710" marB="4571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sz="2000" b="1"/>
                        <a:t>12000</a:t>
                      </a:r>
                    </a:p>
                  </a:txBody>
                  <a:tcPr marT="45710" marB="4571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sz="2000" b="1"/>
                        <a:t>11600</a:t>
                      </a:r>
                    </a:p>
                  </a:txBody>
                  <a:tcPr marT="45710" marB="4571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vMerge="1">
                  <a:txBody>
                    <a:bodyPr/>
                    <a:lstStyle/>
                    <a:p>
                      <a:endParaRPr lang="zh-CN"/>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sz="2000" b="1"/>
                        <a:t>0.97</a:t>
                      </a:r>
                    </a:p>
                  </a:txBody>
                  <a:tcPr marT="45710" marB="4571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07887">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sz="2000" b="1"/>
                        <a:t>E</a:t>
                      </a:r>
                    </a:p>
                  </a:txBody>
                  <a:tcPr marT="45710" marB="4571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sz="2000" b="1"/>
                        <a:t>13000</a:t>
                      </a:r>
                    </a:p>
                  </a:txBody>
                  <a:tcPr marT="45710" marB="4571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sz="2000" b="1"/>
                        <a:t>12240</a:t>
                      </a:r>
                    </a:p>
                  </a:txBody>
                  <a:tcPr marT="45710" marB="4571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vMerge="1">
                  <a:txBody>
                    <a:bodyPr/>
                    <a:lstStyle/>
                    <a:p>
                      <a:endParaRPr lang="zh-CN"/>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sz="2000" b="1"/>
                        <a:t>0.94</a:t>
                      </a:r>
                    </a:p>
                  </a:txBody>
                  <a:tcPr marT="45710" marB="4571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07887">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sz="2000" b="1"/>
                        <a:t>F</a:t>
                      </a:r>
                    </a:p>
                  </a:txBody>
                  <a:tcPr marT="45710" marB="4571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sz="2000" b="1"/>
                        <a:t>14000</a:t>
                      </a:r>
                    </a:p>
                  </a:txBody>
                  <a:tcPr marT="45710" marB="4571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sz="2000" b="1"/>
                        <a:t>12830</a:t>
                      </a:r>
                    </a:p>
                  </a:txBody>
                  <a:tcPr marT="45710" marB="4571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vMerge="1">
                  <a:txBody>
                    <a:bodyPr/>
                    <a:lstStyle/>
                    <a:p>
                      <a:endParaRPr lang="zh-CN"/>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sz="2000" b="1"/>
                        <a:t>0.92</a:t>
                      </a:r>
                    </a:p>
                  </a:txBody>
                  <a:tcPr marT="45710" marB="4571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07887">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sz="2000" b="1"/>
                        <a:t>G</a:t>
                      </a:r>
                    </a:p>
                  </a:txBody>
                  <a:tcPr marT="45710" marB="4571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sz="2000" b="1"/>
                        <a:t>15000</a:t>
                      </a:r>
                    </a:p>
                  </a:txBody>
                  <a:tcPr marT="45710" marB="4571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sz="2000" b="1"/>
                        <a:t>13360</a:t>
                      </a:r>
                    </a:p>
                  </a:txBody>
                  <a:tcPr marT="45710" marB="4571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vMerge="1">
                  <a:txBody>
                    <a:bodyPr/>
                    <a:lstStyle/>
                    <a:p>
                      <a:endParaRPr lang="zh-CN"/>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28575" cap="flat" cmpd="sng">
                      <a:solidFill>
                        <a:schemeClr val="tx1"/>
                      </a:solidFill>
                      <a:prstDash val="solid"/>
                      <a:headEnd type="none" w="med" len="med"/>
                      <a:tailEnd type="none" w="med" len="med"/>
                    </a:lnB>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sz="2000" b="1"/>
                        <a:t>0.89</a:t>
                      </a:r>
                    </a:p>
                  </a:txBody>
                  <a:tcPr marT="45710" marB="4571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24633" name="文本框 1117241">
            <a:extLst>
              <a:ext uri="{FF2B5EF4-FFF2-40B4-BE49-F238E27FC236}">
                <a16:creationId xmlns:a16="http://schemas.microsoft.com/office/drawing/2014/main" id="{EA3D3189-7B43-C66C-20E2-C61D7FBE1CF3}"/>
              </a:ext>
            </a:extLst>
          </p:cNvPr>
          <p:cNvSpPr txBox="1">
            <a:spLocks noChangeArrowheads="1"/>
          </p:cNvSpPr>
          <p:nvPr/>
        </p:nvSpPr>
        <p:spPr bwMode="auto">
          <a:xfrm>
            <a:off x="1981200" y="381000"/>
            <a:ext cx="5670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zh-CN" altLang="en-US" sz="2400" i="0">
                <a:solidFill>
                  <a:schemeClr val="tx1"/>
                </a:solidFill>
              </a:rPr>
              <a:t>某家庭消费函数                （单位：美元）</a:t>
            </a:r>
          </a:p>
        </p:txBody>
      </p:sp>
      <p:sp>
        <p:nvSpPr>
          <p:cNvPr id="24634" name="Slide Number Placeholder 1">
            <a:extLst>
              <a:ext uri="{FF2B5EF4-FFF2-40B4-BE49-F238E27FC236}">
                <a16:creationId xmlns:a16="http://schemas.microsoft.com/office/drawing/2014/main" id="{41378CE4-CE4B-C44A-C3CF-89703747DC6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8E694424-F4C5-4DB9-AF4B-EB00DA9F0BBF}" type="slidenum">
              <a:rPr lang="en-AU" altLang="zh-CN" sz="1400" i="0">
                <a:latin typeface="Arial" panose="020B0604020202020204" pitchFamily="34" charset="0"/>
              </a:rPr>
              <a:pPr algn="r"/>
              <a:t>14</a:t>
            </a:fld>
            <a:endParaRPr lang="en-AU" altLang="zh-CN" sz="1400" i="0">
              <a:latin typeface="Arial" panose="020B0604020202020204" pitchFamily="34" charset="0"/>
            </a:endParaRPr>
          </a:p>
        </p:txBody>
      </p:sp>
    </p:spTree>
  </p:cSld>
  <p:clrMapOvr>
    <a:masterClrMapping/>
  </p:clrMapOvr>
  <p:transition spd="med">
    <p:zo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直接连接符 1119233">
            <a:extLst>
              <a:ext uri="{FF2B5EF4-FFF2-40B4-BE49-F238E27FC236}">
                <a16:creationId xmlns:a16="http://schemas.microsoft.com/office/drawing/2014/main" id="{483601CE-502F-DE61-11CB-E2D1D68FF7C1}"/>
              </a:ext>
            </a:extLst>
          </p:cNvPr>
          <p:cNvSpPr>
            <a:spLocks noChangeShapeType="1"/>
          </p:cNvSpPr>
          <p:nvPr/>
        </p:nvSpPr>
        <p:spPr bwMode="auto">
          <a:xfrm>
            <a:off x="1066800" y="1371600"/>
            <a:ext cx="0" cy="3429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02" name="直接连接符 1119234">
            <a:extLst>
              <a:ext uri="{FF2B5EF4-FFF2-40B4-BE49-F238E27FC236}">
                <a16:creationId xmlns:a16="http://schemas.microsoft.com/office/drawing/2014/main" id="{540F6736-4DD6-208D-AF84-02A04BAEC2FB}"/>
              </a:ext>
            </a:extLst>
          </p:cNvPr>
          <p:cNvSpPr>
            <a:spLocks noChangeShapeType="1"/>
          </p:cNvSpPr>
          <p:nvPr/>
        </p:nvSpPr>
        <p:spPr bwMode="auto">
          <a:xfrm>
            <a:off x="762000" y="4419600"/>
            <a:ext cx="3581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03" name="直接连接符 1119235">
            <a:extLst>
              <a:ext uri="{FF2B5EF4-FFF2-40B4-BE49-F238E27FC236}">
                <a16:creationId xmlns:a16="http://schemas.microsoft.com/office/drawing/2014/main" id="{0E5ABD16-D090-8E10-DC12-6A245527CB41}"/>
              </a:ext>
            </a:extLst>
          </p:cNvPr>
          <p:cNvSpPr>
            <a:spLocks noChangeShapeType="1"/>
          </p:cNvSpPr>
          <p:nvPr/>
        </p:nvSpPr>
        <p:spPr bwMode="auto">
          <a:xfrm flipV="1">
            <a:off x="1066800" y="2209800"/>
            <a:ext cx="2362200" cy="220980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04" name="DRAWING2STR_FREEFORM 1119236">
            <a:extLst>
              <a:ext uri="{FF2B5EF4-FFF2-40B4-BE49-F238E27FC236}">
                <a16:creationId xmlns:a16="http://schemas.microsoft.com/office/drawing/2014/main" id="{F59DD848-FE75-F3AD-23D4-3FD0D7067C7A}"/>
              </a:ext>
            </a:extLst>
          </p:cNvPr>
          <p:cNvSpPr>
            <a:spLocks noChangeArrowheads="1"/>
          </p:cNvSpPr>
          <p:nvPr/>
        </p:nvSpPr>
        <p:spPr bwMode="auto">
          <a:xfrm rot="10800000" flipV="1">
            <a:off x="2057400" y="2709863"/>
            <a:ext cx="2057400" cy="568325"/>
          </a:xfrm>
          <a:custGeom>
            <a:avLst/>
            <a:gdLst>
              <a:gd name="T0" fmla="*/ 0 w 21600"/>
              <a:gd name="T1" fmla="*/ 0 h 22998"/>
              <a:gd name="T2" fmla="*/ 21600 w 21600"/>
              <a:gd name="T3" fmla="*/ 21600 h 22998"/>
              <a:gd name="T4" fmla="*/ 21555 w 21600"/>
              <a:gd name="T5" fmla="*/ 22998 h 22998"/>
              <a:gd name="T6" fmla="*/ 0 w 21600"/>
              <a:gd name="T7" fmla="*/ 0 h 22998"/>
              <a:gd name="T8" fmla="*/ 21600 w 21600"/>
              <a:gd name="T9" fmla="*/ 21600 h 22998"/>
              <a:gd name="T10" fmla="*/ 21555 w 21600"/>
              <a:gd name="T11" fmla="*/ 22998 h 22998"/>
              <a:gd name="T12" fmla="*/ 0 w 21600"/>
              <a:gd name="T13" fmla="*/ 21600 h 22998"/>
            </a:gdLst>
            <a:ahLst/>
            <a:cxnLst>
              <a:cxn ang="0">
                <a:pos x="T0" y="T1"/>
              </a:cxn>
              <a:cxn ang="0">
                <a:pos x="T2" y="T3"/>
              </a:cxn>
              <a:cxn ang="0">
                <a:pos x="T4" y="T5"/>
              </a:cxn>
              <a:cxn ang="0">
                <a:pos x="T6" y="T7"/>
              </a:cxn>
              <a:cxn ang="0">
                <a:pos x="T8" y="T9"/>
              </a:cxn>
              <a:cxn ang="0">
                <a:pos x="T10" y="T11"/>
              </a:cxn>
              <a:cxn ang="0">
                <a:pos x="T12" y="T13"/>
              </a:cxn>
            </a:cxnLst>
            <a:rect l="0" t="0" r="r" b="b"/>
            <a:pathLst>
              <a:path w="21600" h="22998" fill="none">
                <a:moveTo>
                  <a:pt x="0" y="0"/>
                </a:moveTo>
                <a:cubicBezTo>
                  <a:pt x="11929" y="0"/>
                  <a:pt x="21600" y="9671"/>
                  <a:pt x="21600" y="21600"/>
                </a:cubicBezTo>
                <a:cubicBezTo>
                  <a:pt x="21600" y="22071"/>
                  <a:pt x="21585" y="22539"/>
                  <a:pt x="21555" y="22998"/>
                </a:cubicBezTo>
              </a:path>
              <a:path w="21600" h="22998" stroke="0">
                <a:moveTo>
                  <a:pt x="0" y="0"/>
                </a:moveTo>
                <a:cubicBezTo>
                  <a:pt x="11929" y="0"/>
                  <a:pt x="21600" y="9671"/>
                  <a:pt x="21600" y="21600"/>
                </a:cubicBezTo>
                <a:cubicBezTo>
                  <a:pt x="21600" y="22071"/>
                  <a:pt x="21585" y="22539"/>
                  <a:pt x="21555" y="22998"/>
                </a:cubicBezTo>
                <a:lnTo>
                  <a:pt x="0" y="21600"/>
                </a:lnTo>
                <a:close/>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lnSpc>
                <a:spcPct val="100000"/>
              </a:lnSpc>
              <a:spcBef>
                <a:spcPct val="0"/>
              </a:spcBef>
            </a:pPr>
            <a:endParaRPr lang="zh-CN" altLang="en-US" sz="2400" i="0">
              <a:solidFill>
                <a:schemeClr val="tx1"/>
              </a:solidFill>
            </a:endParaRPr>
          </a:p>
        </p:txBody>
      </p:sp>
      <p:sp>
        <p:nvSpPr>
          <p:cNvPr id="25605" name="DRAWING2STR_FREEFORM 1119237">
            <a:extLst>
              <a:ext uri="{FF2B5EF4-FFF2-40B4-BE49-F238E27FC236}">
                <a16:creationId xmlns:a16="http://schemas.microsoft.com/office/drawing/2014/main" id="{8956ACBA-FDA1-8C83-8DB4-AC634F6F39E7}"/>
              </a:ext>
            </a:extLst>
          </p:cNvPr>
          <p:cNvSpPr>
            <a:spLocks noChangeArrowheads="1"/>
          </p:cNvSpPr>
          <p:nvPr/>
        </p:nvSpPr>
        <p:spPr bwMode="auto">
          <a:xfrm>
            <a:off x="1371600" y="4114800"/>
            <a:ext cx="76200" cy="304800"/>
          </a:xfrm>
          <a:custGeom>
            <a:avLst/>
            <a:gdLst>
              <a:gd name="T0" fmla="*/ 0 w 21600"/>
              <a:gd name="T1" fmla="*/ 0 h 21600"/>
              <a:gd name="T2" fmla="*/ 21600 w 21600"/>
              <a:gd name="T3" fmla="*/ 21600 h 21600"/>
              <a:gd name="T4" fmla="*/ 0 w 21600"/>
              <a:gd name="T5" fmla="*/ 0 h 21600"/>
              <a:gd name="T6" fmla="*/ 21600 w 21600"/>
              <a:gd name="T7" fmla="*/ 21600 h 21600"/>
              <a:gd name="T8" fmla="*/ 0 w 21600"/>
              <a:gd name="T9" fmla="*/ 21600 h 21600"/>
            </a:gdLst>
            <a:ahLst/>
            <a:cxnLst>
              <a:cxn ang="0">
                <a:pos x="T0" y="T1"/>
              </a:cxn>
              <a:cxn ang="0">
                <a:pos x="T2" y="T3"/>
              </a:cxn>
              <a:cxn ang="0">
                <a:pos x="T4" y="T5"/>
              </a:cxn>
              <a:cxn ang="0">
                <a:pos x="T6" y="T7"/>
              </a:cxn>
              <a:cxn ang="0">
                <a:pos x="T8" y="T9"/>
              </a:cxn>
            </a:cxnLst>
            <a:rect l="0" t="0" r="r" b="b"/>
            <a:pathLst>
              <a:path w="21600" h="21600" fill="none">
                <a:moveTo>
                  <a:pt x="0" y="0"/>
                </a:moveTo>
                <a:cubicBezTo>
                  <a:pt x="11929" y="0"/>
                  <a:pt x="21600" y="9671"/>
                  <a:pt x="21600" y="21600"/>
                </a:cubicBezTo>
              </a:path>
              <a:path w="21600" h="21600" stroke="0">
                <a:moveTo>
                  <a:pt x="0" y="0"/>
                </a:moveTo>
                <a:cubicBezTo>
                  <a:pt x="11929" y="0"/>
                  <a:pt x="21600" y="9671"/>
                  <a:pt x="21600" y="21600"/>
                </a:cubicBezTo>
                <a:lnTo>
                  <a:pt x="0" y="21600"/>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25606" name="文本框 1119238">
            <a:extLst>
              <a:ext uri="{FF2B5EF4-FFF2-40B4-BE49-F238E27FC236}">
                <a16:creationId xmlns:a16="http://schemas.microsoft.com/office/drawing/2014/main" id="{07B80AA5-510A-A4CA-4BC5-709EC49A6101}"/>
              </a:ext>
            </a:extLst>
          </p:cNvPr>
          <p:cNvSpPr txBox="1">
            <a:spLocks noChangeArrowheads="1"/>
          </p:cNvSpPr>
          <p:nvPr/>
        </p:nvSpPr>
        <p:spPr bwMode="auto">
          <a:xfrm>
            <a:off x="1508125" y="3851275"/>
            <a:ext cx="79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45°</a:t>
            </a:r>
          </a:p>
        </p:txBody>
      </p:sp>
      <p:sp>
        <p:nvSpPr>
          <p:cNvPr id="25607" name="文本框 1119239">
            <a:extLst>
              <a:ext uri="{FF2B5EF4-FFF2-40B4-BE49-F238E27FC236}">
                <a16:creationId xmlns:a16="http://schemas.microsoft.com/office/drawing/2014/main" id="{5AAD9DD0-13A6-E539-5FFD-41BB572ED7C6}"/>
              </a:ext>
            </a:extLst>
          </p:cNvPr>
          <p:cNvSpPr txBox="1">
            <a:spLocks noChangeArrowheads="1"/>
          </p:cNvSpPr>
          <p:nvPr/>
        </p:nvSpPr>
        <p:spPr bwMode="auto">
          <a:xfrm>
            <a:off x="3946525" y="45370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y</a:t>
            </a:r>
          </a:p>
        </p:txBody>
      </p:sp>
      <p:sp>
        <p:nvSpPr>
          <p:cNvPr id="25608" name="文本框 1119240">
            <a:extLst>
              <a:ext uri="{FF2B5EF4-FFF2-40B4-BE49-F238E27FC236}">
                <a16:creationId xmlns:a16="http://schemas.microsoft.com/office/drawing/2014/main" id="{A1787710-8B6A-6410-5D4A-B56553C90F30}"/>
              </a:ext>
            </a:extLst>
          </p:cNvPr>
          <p:cNvSpPr txBox="1">
            <a:spLocks noChangeArrowheads="1"/>
          </p:cNvSpPr>
          <p:nvPr/>
        </p:nvSpPr>
        <p:spPr bwMode="auto">
          <a:xfrm>
            <a:off x="517525" y="1184275"/>
            <a:ext cx="319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c</a:t>
            </a:r>
          </a:p>
        </p:txBody>
      </p:sp>
      <p:sp>
        <p:nvSpPr>
          <p:cNvPr id="25609" name="文本框 1119241">
            <a:extLst>
              <a:ext uri="{FF2B5EF4-FFF2-40B4-BE49-F238E27FC236}">
                <a16:creationId xmlns:a16="http://schemas.microsoft.com/office/drawing/2014/main" id="{AA769232-1EE3-5FED-0943-058811DF3E84}"/>
              </a:ext>
            </a:extLst>
          </p:cNvPr>
          <p:cNvSpPr txBox="1">
            <a:spLocks noChangeArrowheads="1"/>
          </p:cNvSpPr>
          <p:nvPr/>
        </p:nvSpPr>
        <p:spPr bwMode="auto">
          <a:xfrm>
            <a:off x="974725" y="4949825"/>
            <a:ext cx="3232150" cy="3968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zh-CN" altLang="en-US" b="1" i="0">
                <a:solidFill>
                  <a:srgbClr val="000000"/>
                </a:solidFill>
              </a:rPr>
              <a:t>消费曲线（单位：千美元）</a:t>
            </a:r>
          </a:p>
        </p:txBody>
      </p:sp>
      <p:sp>
        <p:nvSpPr>
          <p:cNvPr id="25610" name="直接连接符 1119242">
            <a:extLst>
              <a:ext uri="{FF2B5EF4-FFF2-40B4-BE49-F238E27FC236}">
                <a16:creationId xmlns:a16="http://schemas.microsoft.com/office/drawing/2014/main" id="{17351616-55E8-CA62-D1CC-6FE62F575D50}"/>
              </a:ext>
            </a:extLst>
          </p:cNvPr>
          <p:cNvSpPr>
            <a:spLocks noChangeShapeType="1"/>
          </p:cNvSpPr>
          <p:nvPr/>
        </p:nvSpPr>
        <p:spPr bwMode="auto">
          <a:xfrm flipH="1">
            <a:off x="1066800" y="2819400"/>
            <a:ext cx="1676400" cy="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11" name="直接连接符 1119243">
            <a:extLst>
              <a:ext uri="{FF2B5EF4-FFF2-40B4-BE49-F238E27FC236}">
                <a16:creationId xmlns:a16="http://schemas.microsoft.com/office/drawing/2014/main" id="{07EF0E14-0CD7-CF34-C4AD-581D3CB5E03B}"/>
              </a:ext>
            </a:extLst>
          </p:cNvPr>
          <p:cNvSpPr>
            <a:spLocks noChangeShapeType="1"/>
          </p:cNvSpPr>
          <p:nvPr/>
        </p:nvSpPr>
        <p:spPr bwMode="auto">
          <a:xfrm>
            <a:off x="2743200" y="2819400"/>
            <a:ext cx="0" cy="160020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12" name="文本框 1119244">
            <a:extLst>
              <a:ext uri="{FF2B5EF4-FFF2-40B4-BE49-F238E27FC236}">
                <a16:creationId xmlns:a16="http://schemas.microsoft.com/office/drawing/2014/main" id="{2AF5A565-D17E-634B-4E73-D51E2C6FB45D}"/>
              </a:ext>
            </a:extLst>
          </p:cNvPr>
          <p:cNvSpPr txBox="1">
            <a:spLocks noChangeArrowheads="1"/>
          </p:cNvSpPr>
          <p:nvPr/>
        </p:nvSpPr>
        <p:spPr bwMode="auto">
          <a:xfrm>
            <a:off x="517525" y="2479675"/>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10</a:t>
            </a:r>
          </a:p>
        </p:txBody>
      </p:sp>
      <p:sp>
        <p:nvSpPr>
          <p:cNvPr id="25613" name="文本框 1119245">
            <a:extLst>
              <a:ext uri="{FF2B5EF4-FFF2-40B4-BE49-F238E27FC236}">
                <a16:creationId xmlns:a16="http://schemas.microsoft.com/office/drawing/2014/main" id="{1B2A01A8-6B04-51E5-A06F-80D58CA4ABF9}"/>
              </a:ext>
            </a:extLst>
          </p:cNvPr>
          <p:cNvSpPr txBox="1">
            <a:spLocks noChangeArrowheads="1"/>
          </p:cNvSpPr>
          <p:nvPr/>
        </p:nvSpPr>
        <p:spPr bwMode="auto">
          <a:xfrm>
            <a:off x="2498725" y="4384675"/>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10</a:t>
            </a:r>
          </a:p>
        </p:txBody>
      </p:sp>
      <p:sp>
        <p:nvSpPr>
          <p:cNvPr id="25614" name="直接连接符 1119246">
            <a:extLst>
              <a:ext uri="{FF2B5EF4-FFF2-40B4-BE49-F238E27FC236}">
                <a16:creationId xmlns:a16="http://schemas.microsoft.com/office/drawing/2014/main" id="{309513BC-F72E-FC95-6C39-D81E109CABF3}"/>
              </a:ext>
            </a:extLst>
          </p:cNvPr>
          <p:cNvSpPr>
            <a:spLocks noChangeShapeType="1"/>
          </p:cNvSpPr>
          <p:nvPr/>
        </p:nvSpPr>
        <p:spPr bwMode="auto">
          <a:xfrm>
            <a:off x="5197475" y="1350963"/>
            <a:ext cx="0" cy="3429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15" name="直接连接符 1119247">
            <a:extLst>
              <a:ext uri="{FF2B5EF4-FFF2-40B4-BE49-F238E27FC236}">
                <a16:creationId xmlns:a16="http://schemas.microsoft.com/office/drawing/2014/main" id="{71BFD110-5D0C-0445-77A9-6FA4C3EAAF42}"/>
              </a:ext>
            </a:extLst>
          </p:cNvPr>
          <p:cNvSpPr>
            <a:spLocks noChangeShapeType="1"/>
          </p:cNvSpPr>
          <p:nvPr/>
        </p:nvSpPr>
        <p:spPr bwMode="auto">
          <a:xfrm>
            <a:off x="4892675" y="4398963"/>
            <a:ext cx="3581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16" name="直接连接符 1119248">
            <a:extLst>
              <a:ext uri="{FF2B5EF4-FFF2-40B4-BE49-F238E27FC236}">
                <a16:creationId xmlns:a16="http://schemas.microsoft.com/office/drawing/2014/main" id="{607924D8-12F7-9DFC-CA41-C309F8134510}"/>
              </a:ext>
            </a:extLst>
          </p:cNvPr>
          <p:cNvSpPr>
            <a:spLocks noChangeShapeType="1"/>
          </p:cNvSpPr>
          <p:nvPr/>
        </p:nvSpPr>
        <p:spPr bwMode="auto">
          <a:xfrm flipV="1">
            <a:off x="5197475" y="2189163"/>
            <a:ext cx="2362200" cy="220980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17" name="DRAWING2STR_FREEFORM 1119249">
            <a:extLst>
              <a:ext uri="{FF2B5EF4-FFF2-40B4-BE49-F238E27FC236}">
                <a16:creationId xmlns:a16="http://schemas.microsoft.com/office/drawing/2014/main" id="{D83C36A8-1422-958F-1205-E1292F275F0C}"/>
              </a:ext>
            </a:extLst>
          </p:cNvPr>
          <p:cNvSpPr>
            <a:spLocks noChangeArrowheads="1"/>
          </p:cNvSpPr>
          <p:nvPr/>
        </p:nvSpPr>
        <p:spPr bwMode="auto">
          <a:xfrm>
            <a:off x="5502275" y="4094163"/>
            <a:ext cx="76200" cy="304800"/>
          </a:xfrm>
          <a:custGeom>
            <a:avLst/>
            <a:gdLst>
              <a:gd name="T0" fmla="*/ 0 w 21600"/>
              <a:gd name="T1" fmla="*/ 0 h 21600"/>
              <a:gd name="T2" fmla="*/ 21600 w 21600"/>
              <a:gd name="T3" fmla="*/ 21600 h 21600"/>
              <a:gd name="T4" fmla="*/ 0 w 21600"/>
              <a:gd name="T5" fmla="*/ 0 h 21600"/>
              <a:gd name="T6" fmla="*/ 21600 w 21600"/>
              <a:gd name="T7" fmla="*/ 21600 h 21600"/>
              <a:gd name="T8" fmla="*/ 0 w 21600"/>
              <a:gd name="T9" fmla="*/ 21600 h 21600"/>
            </a:gdLst>
            <a:ahLst/>
            <a:cxnLst>
              <a:cxn ang="0">
                <a:pos x="T0" y="T1"/>
              </a:cxn>
              <a:cxn ang="0">
                <a:pos x="T2" y="T3"/>
              </a:cxn>
              <a:cxn ang="0">
                <a:pos x="T4" y="T5"/>
              </a:cxn>
              <a:cxn ang="0">
                <a:pos x="T6" y="T7"/>
              </a:cxn>
              <a:cxn ang="0">
                <a:pos x="T8" y="T9"/>
              </a:cxn>
            </a:cxnLst>
            <a:rect l="0" t="0" r="r" b="b"/>
            <a:pathLst>
              <a:path w="21600" h="21600" fill="none">
                <a:moveTo>
                  <a:pt x="0" y="0"/>
                </a:moveTo>
                <a:cubicBezTo>
                  <a:pt x="11929" y="0"/>
                  <a:pt x="21600" y="9671"/>
                  <a:pt x="21600" y="21600"/>
                </a:cubicBezTo>
              </a:path>
              <a:path w="21600" h="21600" stroke="0">
                <a:moveTo>
                  <a:pt x="0" y="0"/>
                </a:moveTo>
                <a:cubicBezTo>
                  <a:pt x="11929" y="0"/>
                  <a:pt x="21600" y="9671"/>
                  <a:pt x="21600" y="21600"/>
                </a:cubicBezTo>
                <a:lnTo>
                  <a:pt x="0" y="21600"/>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25618" name="文本框 1119250">
            <a:extLst>
              <a:ext uri="{FF2B5EF4-FFF2-40B4-BE49-F238E27FC236}">
                <a16:creationId xmlns:a16="http://schemas.microsoft.com/office/drawing/2014/main" id="{02CC744F-6850-CF45-BB83-C7344B033E53}"/>
              </a:ext>
            </a:extLst>
          </p:cNvPr>
          <p:cNvSpPr txBox="1">
            <a:spLocks noChangeArrowheads="1"/>
          </p:cNvSpPr>
          <p:nvPr/>
        </p:nvSpPr>
        <p:spPr bwMode="auto">
          <a:xfrm>
            <a:off x="5638800" y="3830638"/>
            <a:ext cx="79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45°</a:t>
            </a:r>
          </a:p>
        </p:txBody>
      </p:sp>
      <p:sp>
        <p:nvSpPr>
          <p:cNvPr id="25619" name="文本框 1119251">
            <a:extLst>
              <a:ext uri="{FF2B5EF4-FFF2-40B4-BE49-F238E27FC236}">
                <a16:creationId xmlns:a16="http://schemas.microsoft.com/office/drawing/2014/main" id="{57D7816A-6CEB-0E33-7F11-A879EACBA108}"/>
              </a:ext>
            </a:extLst>
          </p:cNvPr>
          <p:cNvSpPr txBox="1">
            <a:spLocks noChangeArrowheads="1"/>
          </p:cNvSpPr>
          <p:nvPr/>
        </p:nvSpPr>
        <p:spPr bwMode="auto">
          <a:xfrm>
            <a:off x="8077200" y="4516438"/>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y</a:t>
            </a:r>
          </a:p>
        </p:txBody>
      </p:sp>
      <p:sp>
        <p:nvSpPr>
          <p:cNvPr id="25620" name="文本框 1119252">
            <a:extLst>
              <a:ext uri="{FF2B5EF4-FFF2-40B4-BE49-F238E27FC236}">
                <a16:creationId xmlns:a16="http://schemas.microsoft.com/office/drawing/2014/main" id="{6780D5CF-F043-523A-1823-1E078CA2201B}"/>
              </a:ext>
            </a:extLst>
          </p:cNvPr>
          <p:cNvSpPr txBox="1">
            <a:spLocks noChangeArrowheads="1"/>
          </p:cNvSpPr>
          <p:nvPr/>
        </p:nvSpPr>
        <p:spPr bwMode="auto">
          <a:xfrm>
            <a:off x="5105400" y="4929188"/>
            <a:ext cx="3740150" cy="3968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zh-CN" altLang="en-US" b="1" i="0">
                <a:solidFill>
                  <a:srgbClr val="000000"/>
                </a:solidFill>
              </a:rPr>
              <a:t>线性消费曲线（单位：千美元）</a:t>
            </a:r>
          </a:p>
        </p:txBody>
      </p:sp>
      <p:sp>
        <p:nvSpPr>
          <p:cNvPr id="25621" name="直接连接符 1119253">
            <a:extLst>
              <a:ext uri="{FF2B5EF4-FFF2-40B4-BE49-F238E27FC236}">
                <a16:creationId xmlns:a16="http://schemas.microsoft.com/office/drawing/2014/main" id="{A91DA5D1-E28A-0600-2F4A-4499A25909D2}"/>
              </a:ext>
            </a:extLst>
          </p:cNvPr>
          <p:cNvSpPr>
            <a:spLocks noChangeShapeType="1"/>
          </p:cNvSpPr>
          <p:nvPr/>
        </p:nvSpPr>
        <p:spPr bwMode="auto">
          <a:xfrm flipV="1">
            <a:off x="5715000" y="2438400"/>
            <a:ext cx="2209800" cy="838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22" name="文本框 1119254">
            <a:extLst>
              <a:ext uri="{FF2B5EF4-FFF2-40B4-BE49-F238E27FC236}">
                <a16:creationId xmlns:a16="http://schemas.microsoft.com/office/drawing/2014/main" id="{9BC36604-8641-D36D-82B7-A4AB8058E34C}"/>
              </a:ext>
            </a:extLst>
          </p:cNvPr>
          <p:cNvSpPr txBox="1">
            <a:spLocks noChangeArrowheads="1"/>
          </p:cNvSpPr>
          <p:nvPr/>
        </p:nvSpPr>
        <p:spPr bwMode="auto">
          <a:xfrm>
            <a:off x="7070725" y="2784475"/>
            <a:ext cx="11699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C=a+by</a:t>
            </a:r>
          </a:p>
        </p:txBody>
      </p:sp>
      <p:sp>
        <p:nvSpPr>
          <p:cNvPr id="25623" name="文本框 1119255">
            <a:extLst>
              <a:ext uri="{FF2B5EF4-FFF2-40B4-BE49-F238E27FC236}">
                <a16:creationId xmlns:a16="http://schemas.microsoft.com/office/drawing/2014/main" id="{8D4545AE-5E8A-D29D-5EE8-7BB19D02AFAB}"/>
              </a:ext>
            </a:extLst>
          </p:cNvPr>
          <p:cNvSpPr txBox="1">
            <a:spLocks noChangeArrowheads="1"/>
          </p:cNvSpPr>
          <p:nvPr/>
        </p:nvSpPr>
        <p:spPr bwMode="auto">
          <a:xfrm>
            <a:off x="4708525" y="1108075"/>
            <a:ext cx="319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c</a:t>
            </a:r>
          </a:p>
        </p:txBody>
      </p:sp>
      <p:sp>
        <p:nvSpPr>
          <p:cNvPr id="25624" name="文本框 1119256">
            <a:extLst>
              <a:ext uri="{FF2B5EF4-FFF2-40B4-BE49-F238E27FC236}">
                <a16:creationId xmlns:a16="http://schemas.microsoft.com/office/drawing/2014/main" id="{F62FE9EA-0F16-6DC2-D031-86CA56C6C357}"/>
              </a:ext>
            </a:extLst>
          </p:cNvPr>
          <p:cNvSpPr txBox="1">
            <a:spLocks noChangeArrowheads="1"/>
          </p:cNvSpPr>
          <p:nvPr/>
        </p:nvSpPr>
        <p:spPr bwMode="auto">
          <a:xfrm>
            <a:off x="1889125" y="2860675"/>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A</a:t>
            </a:r>
          </a:p>
        </p:txBody>
      </p:sp>
      <p:sp>
        <p:nvSpPr>
          <p:cNvPr id="25625" name="文本框 1119257">
            <a:extLst>
              <a:ext uri="{FF2B5EF4-FFF2-40B4-BE49-F238E27FC236}">
                <a16:creationId xmlns:a16="http://schemas.microsoft.com/office/drawing/2014/main" id="{2A6B317F-E92A-AD83-8FFD-ECC6EC7E6312}"/>
              </a:ext>
            </a:extLst>
          </p:cNvPr>
          <p:cNvSpPr txBox="1">
            <a:spLocks noChangeArrowheads="1"/>
          </p:cNvSpPr>
          <p:nvPr/>
        </p:nvSpPr>
        <p:spPr bwMode="auto">
          <a:xfrm>
            <a:off x="2498725" y="2327275"/>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B</a:t>
            </a:r>
          </a:p>
        </p:txBody>
      </p:sp>
      <p:sp>
        <p:nvSpPr>
          <p:cNvPr id="25626" name="文本框 1119258">
            <a:extLst>
              <a:ext uri="{FF2B5EF4-FFF2-40B4-BE49-F238E27FC236}">
                <a16:creationId xmlns:a16="http://schemas.microsoft.com/office/drawing/2014/main" id="{C6D24D33-DB02-CE3B-D44D-1649755D80CD}"/>
              </a:ext>
            </a:extLst>
          </p:cNvPr>
          <p:cNvSpPr txBox="1">
            <a:spLocks noChangeArrowheads="1"/>
          </p:cNvSpPr>
          <p:nvPr/>
        </p:nvSpPr>
        <p:spPr bwMode="auto">
          <a:xfrm>
            <a:off x="2803525" y="2784475"/>
            <a:ext cx="1420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C  D  E  F</a:t>
            </a:r>
          </a:p>
        </p:txBody>
      </p:sp>
      <p:sp>
        <p:nvSpPr>
          <p:cNvPr id="25627" name="矩形 1119259">
            <a:extLst>
              <a:ext uri="{FF2B5EF4-FFF2-40B4-BE49-F238E27FC236}">
                <a16:creationId xmlns:a16="http://schemas.microsoft.com/office/drawing/2014/main" id="{9B02656E-9078-F6C7-FA5E-48EA0815BCA8}"/>
              </a:ext>
            </a:extLst>
          </p:cNvPr>
          <p:cNvSpPr>
            <a:spLocks noChangeArrowheads="1"/>
          </p:cNvSpPr>
          <p:nvPr/>
        </p:nvSpPr>
        <p:spPr bwMode="auto">
          <a:xfrm>
            <a:off x="1022350" y="476250"/>
            <a:ext cx="6543675" cy="438150"/>
          </a:xfrm>
          <a:prstGeom prst="rect">
            <a:avLst/>
          </a:prstGeom>
          <a:noFill/>
          <a:ln w="4127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marL="457200" indent="-457200"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nSpc>
                <a:spcPct val="100000"/>
              </a:lnSpc>
              <a:buClr>
                <a:srgbClr val="99CCCC"/>
              </a:buClr>
              <a:buFont typeface="Arial" panose="020B0604020202020204" pitchFamily="34" charset="0"/>
              <a:buChar char="•"/>
            </a:pPr>
            <a:r>
              <a:rPr lang="zh-CN" altLang="en-US" b="1" i="0">
                <a:solidFill>
                  <a:srgbClr val="000000"/>
                </a:solidFill>
              </a:rPr>
              <a:t>凯恩斯认为在短期内，现期收入决定消费：</a:t>
            </a:r>
            <a:r>
              <a:rPr lang="en-US" altLang="zh-CN" b="1" i="0">
                <a:solidFill>
                  <a:srgbClr val="000000"/>
                </a:solidFill>
              </a:rPr>
              <a:t>C=C</a:t>
            </a:r>
            <a:r>
              <a:rPr lang="zh-CN" altLang="en-US" b="1" i="0">
                <a:solidFill>
                  <a:srgbClr val="000000"/>
                </a:solidFill>
              </a:rPr>
              <a:t>（</a:t>
            </a:r>
            <a:r>
              <a:rPr lang="en-US" altLang="zh-CN" b="1" i="0">
                <a:solidFill>
                  <a:srgbClr val="000000"/>
                </a:solidFill>
              </a:rPr>
              <a:t>Y)</a:t>
            </a:r>
          </a:p>
        </p:txBody>
      </p:sp>
      <p:sp>
        <p:nvSpPr>
          <p:cNvPr id="25628" name="Slide Number Placeholder 1">
            <a:extLst>
              <a:ext uri="{FF2B5EF4-FFF2-40B4-BE49-F238E27FC236}">
                <a16:creationId xmlns:a16="http://schemas.microsoft.com/office/drawing/2014/main" id="{0DE18A83-F4BD-E80C-521A-36BD9EA3F30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3843C298-D754-4F70-9055-2295FCDE1FFE}" type="slidenum">
              <a:rPr lang="en-AU" altLang="zh-CN" sz="1400" i="0">
                <a:latin typeface="Arial" panose="020B0604020202020204" pitchFamily="34" charset="0"/>
              </a:rPr>
              <a:pPr algn="r"/>
              <a:t>15</a:t>
            </a:fld>
            <a:endParaRPr lang="en-AU" altLang="zh-CN" sz="1400" i="0">
              <a:latin typeface="Arial" panose="020B0604020202020204" pitchFamily="34" charset="0"/>
            </a:endParaRPr>
          </a:p>
        </p:txBody>
      </p:sp>
    </p:spTree>
  </p:cSld>
  <p:clrMapOvr>
    <a:masterClrMapping/>
  </p:clrMapOvr>
  <p:transition spd="med">
    <p:zoom/>
  </p:transition>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5" name="Title 1016833">
            <a:extLst>
              <a:ext uri="{FF2B5EF4-FFF2-40B4-BE49-F238E27FC236}">
                <a16:creationId xmlns:a16="http://schemas.microsoft.com/office/drawing/2014/main" id="{C97A5492-7E8A-5E3A-E9F4-DE2CB57C7BA1}"/>
              </a:ext>
            </a:extLst>
          </p:cNvPr>
          <p:cNvSpPr>
            <a:spLocks noGrp="1" noChangeArrowheads="1"/>
          </p:cNvSpPr>
          <p:nvPr>
            <p:ph type="title"/>
          </p:nvPr>
        </p:nvSpPr>
        <p:spPr/>
        <p:txBody>
          <a:bodyPr/>
          <a:lstStyle/>
          <a:p>
            <a:r>
              <a:rPr lang="en-US" altLang="zh-CN" sz="3200">
                <a:solidFill>
                  <a:srgbClr val="FFFF00"/>
                </a:solidFill>
              </a:rPr>
              <a:t>3.3.2 </a:t>
            </a:r>
            <a:r>
              <a:rPr lang="zh-CN" altLang="en-US" sz="3200">
                <a:solidFill>
                  <a:srgbClr val="FFFF00"/>
                </a:solidFill>
              </a:rPr>
              <a:t>凯恩斯的消费函数</a:t>
            </a:r>
            <a:r>
              <a:rPr lang="en-US" altLang="zh-CN" sz="3200">
                <a:solidFill>
                  <a:srgbClr val="FFFF00"/>
                </a:solidFill>
              </a:rPr>
              <a:t>——</a:t>
            </a:r>
            <a:r>
              <a:rPr lang="zh-CN" altLang="en-US" sz="3200">
                <a:solidFill>
                  <a:srgbClr val="FFFF00"/>
                </a:solidFill>
              </a:rPr>
              <a:t>绝对收入假说</a:t>
            </a:r>
          </a:p>
        </p:txBody>
      </p:sp>
      <p:sp>
        <p:nvSpPr>
          <p:cNvPr id="1016835" name="Text Placeholder 1016834">
            <a:extLst>
              <a:ext uri="{FF2B5EF4-FFF2-40B4-BE49-F238E27FC236}">
                <a16:creationId xmlns:a16="http://schemas.microsoft.com/office/drawing/2014/main" id="{EB998C70-ECCC-2094-2FDD-67B2B272173E}"/>
              </a:ext>
            </a:extLst>
          </p:cNvPr>
          <p:cNvSpPr>
            <a:spLocks noGrp="1" noChangeArrowheads="1"/>
          </p:cNvSpPr>
          <p:nvPr>
            <p:ph type="body" sz="half" idx="1"/>
          </p:nvPr>
        </p:nvSpPr>
        <p:spPr>
          <a:xfrm>
            <a:off x="838200" y="1219200"/>
            <a:ext cx="4454525" cy="4441825"/>
          </a:xfrm>
        </p:spPr>
        <p:txBody>
          <a:bodyPr/>
          <a:lstStyle/>
          <a:p>
            <a:r>
              <a:rPr lang="zh-CN" altLang="en-US" b="1"/>
              <a:t>平均消费倾向：</a:t>
            </a:r>
          </a:p>
          <a:p>
            <a:pPr>
              <a:buFont typeface="Arial" panose="020B0604020202020204" pitchFamily="34" charset="0"/>
              <a:buNone/>
            </a:pPr>
            <a:r>
              <a:rPr lang="zh-CN" altLang="en-US" b="1"/>
              <a:t>    </a:t>
            </a:r>
            <a:r>
              <a:rPr lang="en-US" altLang="zh-CN" b="1"/>
              <a:t>APC=C/Y</a:t>
            </a:r>
          </a:p>
          <a:p>
            <a:r>
              <a:rPr lang="zh-CN" altLang="en-US" b="1"/>
              <a:t>边际消费倾向：</a:t>
            </a:r>
          </a:p>
          <a:p>
            <a:pPr>
              <a:buFont typeface="Arial" panose="020B0604020202020204" pitchFamily="34" charset="0"/>
              <a:buNone/>
            </a:pPr>
            <a:r>
              <a:rPr lang="zh-CN" altLang="en-US" b="1"/>
              <a:t>   </a:t>
            </a:r>
            <a:r>
              <a:rPr lang="en-US" altLang="zh-CN" b="1"/>
              <a:t>MPC=</a:t>
            </a:r>
            <a:r>
              <a:rPr lang="en-US" altLang="zh-CN" b="1">
                <a:cs typeface="Times New Roman" panose="02020603050405020304" pitchFamily="18" charset="0"/>
              </a:rPr>
              <a:t>ΔC/ΔY</a:t>
            </a:r>
            <a:endParaRPr lang="en-US" altLang="zh-CN" b="1" baseline="-25000">
              <a:cs typeface="Times New Roman" panose="02020603050405020304" pitchFamily="18" charset="0"/>
            </a:endParaRPr>
          </a:p>
          <a:p>
            <a:r>
              <a:rPr lang="zh-CN" altLang="en-US" b="1"/>
              <a:t>如果收入和消费增量极小时：</a:t>
            </a:r>
          </a:p>
          <a:p>
            <a:pPr>
              <a:buFont typeface="Arial" panose="020B0604020202020204" pitchFamily="34" charset="0"/>
              <a:buNone/>
            </a:pPr>
            <a:r>
              <a:rPr lang="en-US" altLang="zh-CN" b="1"/>
              <a:t>     </a:t>
            </a:r>
          </a:p>
        </p:txBody>
      </p:sp>
      <p:sp>
        <p:nvSpPr>
          <p:cNvPr id="26627" name="直接连接符 1016835">
            <a:extLst>
              <a:ext uri="{FF2B5EF4-FFF2-40B4-BE49-F238E27FC236}">
                <a16:creationId xmlns:a16="http://schemas.microsoft.com/office/drawing/2014/main" id="{18BA6568-408D-7D42-D37B-007BF7A7DE4E}"/>
              </a:ext>
            </a:extLst>
          </p:cNvPr>
          <p:cNvSpPr>
            <a:spLocks noChangeShapeType="1"/>
          </p:cNvSpPr>
          <p:nvPr/>
        </p:nvSpPr>
        <p:spPr bwMode="auto">
          <a:xfrm flipV="1">
            <a:off x="5410200" y="2819400"/>
            <a:ext cx="0" cy="2514600"/>
          </a:xfrm>
          <a:prstGeom prst="line">
            <a:avLst/>
          </a:prstGeom>
          <a:noFill/>
          <a:ln w="31750" cap="sq">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628" name="直接连接符 1016836">
            <a:extLst>
              <a:ext uri="{FF2B5EF4-FFF2-40B4-BE49-F238E27FC236}">
                <a16:creationId xmlns:a16="http://schemas.microsoft.com/office/drawing/2014/main" id="{C606733F-3722-2D40-28CF-98C4C0D37B37}"/>
              </a:ext>
            </a:extLst>
          </p:cNvPr>
          <p:cNvSpPr>
            <a:spLocks noChangeShapeType="1"/>
          </p:cNvSpPr>
          <p:nvPr/>
        </p:nvSpPr>
        <p:spPr bwMode="auto">
          <a:xfrm>
            <a:off x="5410200" y="5334000"/>
            <a:ext cx="2971800" cy="0"/>
          </a:xfrm>
          <a:prstGeom prst="line">
            <a:avLst/>
          </a:prstGeom>
          <a:noFill/>
          <a:ln w="31750" cap="sq">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629" name="DRAWING2STR_FREEFORM 1016837">
            <a:extLst>
              <a:ext uri="{FF2B5EF4-FFF2-40B4-BE49-F238E27FC236}">
                <a16:creationId xmlns:a16="http://schemas.microsoft.com/office/drawing/2014/main" id="{5CB9D9DB-CA79-25E7-F968-718509864F52}"/>
              </a:ext>
            </a:extLst>
          </p:cNvPr>
          <p:cNvSpPr>
            <a:spLocks noChangeArrowheads="1"/>
          </p:cNvSpPr>
          <p:nvPr/>
        </p:nvSpPr>
        <p:spPr bwMode="auto">
          <a:xfrm>
            <a:off x="5867400" y="4876800"/>
            <a:ext cx="241300" cy="457200"/>
          </a:xfrm>
          <a:custGeom>
            <a:avLst/>
            <a:gdLst>
              <a:gd name="T0" fmla="*/ 0 w 152"/>
              <a:gd name="T1" fmla="*/ 0 h 288"/>
              <a:gd name="T2" fmla="*/ 144 w 152"/>
              <a:gd name="T3" fmla="*/ 144 h 288"/>
              <a:gd name="T4" fmla="*/ 48 w 152"/>
              <a:gd name="T5" fmla="*/ 288 h 288"/>
            </a:gdLst>
            <a:ahLst/>
            <a:cxnLst>
              <a:cxn ang="0">
                <a:pos x="T0" y="T1"/>
              </a:cxn>
              <a:cxn ang="0">
                <a:pos x="T2" y="T3"/>
              </a:cxn>
              <a:cxn ang="0">
                <a:pos x="T4" y="T5"/>
              </a:cxn>
            </a:cxnLst>
            <a:rect l="0" t="0" r="r" b="b"/>
            <a:pathLst>
              <a:path w="152" h="288">
                <a:moveTo>
                  <a:pt x="0" y="0"/>
                </a:moveTo>
                <a:cubicBezTo>
                  <a:pt x="68" y="48"/>
                  <a:pt x="136" y="96"/>
                  <a:pt x="144" y="144"/>
                </a:cubicBezTo>
                <a:cubicBezTo>
                  <a:pt x="152" y="192"/>
                  <a:pt x="64" y="264"/>
                  <a:pt x="48" y="288"/>
                </a:cubicBezTo>
              </a:path>
            </a:pathLst>
          </a:custGeom>
          <a:noFill/>
          <a:ln w="31750"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26630" name="直接连接符 1016838">
            <a:extLst>
              <a:ext uri="{FF2B5EF4-FFF2-40B4-BE49-F238E27FC236}">
                <a16:creationId xmlns:a16="http://schemas.microsoft.com/office/drawing/2014/main" id="{22217152-897D-34F7-6509-ED072D23CB7E}"/>
              </a:ext>
            </a:extLst>
          </p:cNvPr>
          <p:cNvSpPr>
            <a:spLocks noChangeShapeType="1"/>
          </p:cNvSpPr>
          <p:nvPr/>
        </p:nvSpPr>
        <p:spPr bwMode="auto">
          <a:xfrm flipV="1">
            <a:off x="5410200" y="4191000"/>
            <a:ext cx="1066800" cy="1143000"/>
          </a:xfrm>
          <a:prstGeom prst="line">
            <a:avLst/>
          </a:prstGeom>
          <a:noFill/>
          <a:ln w="31750" cap="sq">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31" name="直接连接符 1016839">
            <a:extLst>
              <a:ext uri="{FF2B5EF4-FFF2-40B4-BE49-F238E27FC236}">
                <a16:creationId xmlns:a16="http://schemas.microsoft.com/office/drawing/2014/main" id="{6B5E64A1-07C0-F126-5931-661675EBA3FD}"/>
              </a:ext>
            </a:extLst>
          </p:cNvPr>
          <p:cNvSpPr>
            <a:spLocks noChangeShapeType="1"/>
          </p:cNvSpPr>
          <p:nvPr/>
        </p:nvSpPr>
        <p:spPr bwMode="auto">
          <a:xfrm flipV="1">
            <a:off x="6477000" y="2743200"/>
            <a:ext cx="1371600" cy="1447800"/>
          </a:xfrm>
          <a:prstGeom prst="line">
            <a:avLst/>
          </a:prstGeom>
          <a:noFill/>
          <a:ln w="317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32" name="DRAWING2STR_FREEFORM 1016840">
            <a:extLst>
              <a:ext uri="{FF2B5EF4-FFF2-40B4-BE49-F238E27FC236}">
                <a16:creationId xmlns:a16="http://schemas.microsoft.com/office/drawing/2014/main" id="{426BC95B-4A07-9AF9-D87A-E3E9FBA9956A}"/>
              </a:ext>
            </a:extLst>
          </p:cNvPr>
          <p:cNvSpPr>
            <a:spLocks noChangeArrowheads="1"/>
          </p:cNvSpPr>
          <p:nvPr/>
        </p:nvSpPr>
        <p:spPr bwMode="auto">
          <a:xfrm>
            <a:off x="6477000" y="3352800"/>
            <a:ext cx="2057400" cy="838200"/>
          </a:xfrm>
          <a:custGeom>
            <a:avLst/>
            <a:gdLst>
              <a:gd name="T0" fmla="*/ 0 w 1296"/>
              <a:gd name="T1" fmla="*/ 528 h 528"/>
              <a:gd name="T2" fmla="*/ 288 w 1296"/>
              <a:gd name="T3" fmla="*/ 288 h 528"/>
              <a:gd name="T4" fmla="*/ 624 w 1296"/>
              <a:gd name="T5" fmla="*/ 144 h 528"/>
              <a:gd name="T6" fmla="*/ 1296 w 1296"/>
              <a:gd name="T7" fmla="*/ 0 h 528"/>
            </a:gdLst>
            <a:ahLst/>
            <a:cxnLst>
              <a:cxn ang="0">
                <a:pos x="T0" y="T1"/>
              </a:cxn>
              <a:cxn ang="0">
                <a:pos x="T2" y="T3"/>
              </a:cxn>
              <a:cxn ang="0">
                <a:pos x="T4" y="T5"/>
              </a:cxn>
              <a:cxn ang="0">
                <a:pos x="T6" y="T7"/>
              </a:cxn>
            </a:cxnLst>
            <a:rect l="0" t="0" r="r" b="b"/>
            <a:pathLst>
              <a:path w="1296" h="528">
                <a:moveTo>
                  <a:pt x="0" y="528"/>
                </a:moveTo>
                <a:cubicBezTo>
                  <a:pt x="92" y="440"/>
                  <a:pt x="184" y="352"/>
                  <a:pt x="288" y="288"/>
                </a:cubicBezTo>
                <a:cubicBezTo>
                  <a:pt x="392" y="224"/>
                  <a:pt x="456" y="192"/>
                  <a:pt x="624" y="144"/>
                </a:cubicBezTo>
                <a:cubicBezTo>
                  <a:pt x="792" y="96"/>
                  <a:pt x="1184" y="24"/>
                  <a:pt x="1296" y="0"/>
                </a:cubicBezTo>
              </a:path>
            </a:pathLst>
          </a:custGeom>
          <a:noFill/>
          <a:ln w="31750" cap="sq">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26633" name="文本框 1016841">
            <a:extLst>
              <a:ext uri="{FF2B5EF4-FFF2-40B4-BE49-F238E27FC236}">
                <a16:creationId xmlns:a16="http://schemas.microsoft.com/office/drawing/2014/main" id="{9EFED831-BB70-BC90-1FF5-99E45ED92E6F}"/>
              </a:ext>
            </a:extLst>
          </p:cNvPr>
          <p:cNvSpPr txBox="1">
            <a:spLocks noChangeArrowheads="1"/>
          </p:cNvSpPr>
          <p:nvPr/>
        </p:nvSpPr>
        <p:spPr bwMode="auto">
          <a:xfrm>
            <a:off x="6003925" y="4841875"/>
            <a:ext cx="590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45</a:t>
            </a:r>
            <a:r>
              <a:rPr lang="en-US" altLang="zh-CN" sz="2400" i="0" baseline="30000">
                <a:solidFill>
                  <a:schemeClr val="tx1"/>
                </a:solidFill>
              </a:rPr>
              <a:t>0</a:t>
            </a:r>
            <a:endParaRPr lang="en-US" altLang="zh-CN" sz="2400" i="0">
              <a:solidFill>
                <a:schemeClr val="tx1"/>
              </a:solidFill>
            </a:endParaRPr>
          </a:p>
        </p:txBody>
      </p:sp>
      <p:sp>
        <p:nvSpPr>
          <p:cNvPr id="26634" name="文本框 1016842">
            <a:extLst>
              <a:ext uri="{FF2B5EF4-FFF2-40B4-BE49-F238E27FC236}">
                <a16:creationId xmlns:a16="http://schemas.microsoft.com/office/drawing/2014/main" id="{69BA2CDF-EFFC-482B-CA3C-87B0ED1E12A6}"/>
              </a:ext>
            </a:extLst>
          </p:cNvPr>
          <p:cNvSpPr txBox="1">
            <a:spLocks noChangeArrowheads="1"/>
          </p:cNvSpPr>
          <p:nvPr/>
        </p:nvSpPr>
        <p:spPr bwMode="auto">
          <a:xfrm>
            <a:off x="7985125" y="5375275"/>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Y</a:t>
            </a:r>
          </a:p>
        </p:txBody>
      </p:sp>
      <p:sp>
        <p:nvSpPr>
          <p:cNvPr id="26635" name="文本框 1016843">
            <a:extLst>
              <a:ext uri="{FF2B5EF4-FFF2-40B4-BE49-F238E27FC236}">
                <a16:creationId xmlns:a16="http://schemas.microsoft.com/office/drawing/2014/main" id="{3E566950-205C-88AE-3932-D3A3391D1E7B}"/>
              </a:ext>
            </a:extLst>
          </p:cNvPr>
          <p:cNvSpPr txBox="1">
            <a:spLocks noChangeArrowheads="1"/>
          </p:cNvSpPr>
          <p:nvPr/>
        </p:nvSpPr>
        <p:spPr bwMode="auto">
          <a:xfrm>
            <a:off x="4937125" y="2708275"/>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C</a:t>
            </a:r>
          </a:p>
        </p:txBody>
      </p:sp>
      <p:sp>
        <p:nvSpPr>
          <p:cNvPr id="26636" name="文本框 1016844">
            <a:extLst>
              <a:ext uri="{FF2B5EF4-FFF2-40B4-BE49-F238E27FC236}">
                <a16:creationId xmlns:a16="http://schemas.microsoft.com/office/drawing/2014/main" id="{8B890E81-4E26-CE72-95A5-A9134FBFEAC7}"/>
              </a:ext>
            </a:extLst>
          </p:cNvPr>
          <p:cNvSpPr txBox="1">
            <a:spLocks noChangeArrowheads="1"/>
          </p:cNvSpPr>
          <p:nvPr/>
        </p:nvSpPr>
        <p:spPr bwMode="auto">
          <a:xfrm>
            <a:off x="7070725" y="3676650"/>
            <a:ext cx="16160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p>
            <a:pPr>
              <a:lnSpc>
                <a:spcPct val="100000"/>
              </a:lnSpc>
              <a:spcBef>
                <a:spcPct val="20000"/>
              </a:spcBef>
              <a:buClr>
                <a:schemeClr val="tx2"/>
              </a:buClr>
              <a:buFont typeface="Wingdings" panose="05000000000000000000" pitchFamily="2" charset="2"/>
              <a:buNone/>
            </a:pPr>
            <a:r>
              <a:rPr lang="en-US" altLang="zh-CN" i="0">
                <a:solidFill>
                  <a:schemeClr val="tx1"/>
                </a:solidFill>
              </a:rPr>
              <a:t>C=C</a:t>
            </a:r>
            <a:r>
              <a:rPr lang="zh-CN" altLang="en-US" i="0">
                <a:solidFill>
                  <a:schemeClr val="tx1"/>
                </a:solidFill>
              </a:rPr>
              <a:t>（</a:t>
            </a:r>
            <a:r>
              <a:rPr lang="en-US" altLang="zh-CN" i="0">
                <a:solidFill>
                  <a:schemeClr val="tx1"/>
                </a:solidFill>
              </a:rPr>
              <a:t>Y)</a:t>
            </a:r>
          </a:p>
          <a:p>
            <a:pPr>
              <a:lnSpc>
                <a:spcPct val="100000"/>
              </a:lnSpc>
              <a:spcBef>
                <a:spcPct val="0"/>
              </a:spcBef>
            </a:pPr>
            <a:endParaRPr lang="zh-CN" altLang="en-US" i="0">
              <a:solidFill>
                <a:schemeClr val="tx1"/>
              </a:solidFill>
            </a:endParaRPr>
          </a:p>
        </p:txBody>
      </p:sp>
      <p:sp>
        <p:nvSpPr>
          <p:cNvPr id="26637" name="文本框 1016845">
            <a:extLst>
              <a:ext uri="{FF2B5EF4-FFF2-40B4-BE49-F238E27FC236}">
                <a16:creationId xmlns:a16="http://schemas.microsoft.com/office/drawing/2014/main" id="{6F2D985A-057B-687C-5E40-46690BC9FC39}"/>
              </a:ext>
            </a:extLst>
          </p:cNvPr>
          <p:cNvSpPr txBox="1">
            <a:spLocks noChangeArrowheads="1"/>
          </p:cNvSpPr>
          <p:nvPr/>
        </p:nvSpPr>
        <p:spPr bwMode="auto">
          <a:xfrm>
            <a:off x="6080125" y="5354638"/>
            <a:ext cx="140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p>
            <a:pPr>
              <a:lnSpc>
                <a:spcPct val="100000"/>
              </a:lnSpc>
              <a:spcBef>
                <a:spcPct val="0"/>
              </a:spcBef>
            </a:pPr>
            <a:r>
              <a:rPr lang="zh-CN" altLang="en-US" sz="2400" i="0">
                <a:solidFill>
                  <a:schemeClr val="tx1"/>
                </a:solidFill>
              </a:rPr>
              <a:t>消费曲线</a:t>
            </a:r>
          </a:p>
        </p:txBody>
      </p:sp>
      <p:graphicFrame>
        <p:nvGraphicFramePr>
          <p:cNvPr id="1016847" name="Content Placeholder 1016846">
            <a:extLst>
              <a:ext uri="{FF2B5EF4-FFF2-40B4-BE49-F238E27FC236}">
                <a16:creationId xmlns:a16="http://schemas.microsoft.com/office/drawing/2014/main" id="{72ADC0E6-90C6-DC4C-AE41-065A7A9A6E50}"/>
              </a:ext>
            </a:extLst>
          </p:cNvPr>
          <p:cNvGraphicFramePr>
            <a:graphicFrameLocks/>
          </p:cNvGraphicFramePr>
          <p:nvPr>
            <p:ph sz="half" idx="2"/>
          </p:nvPr>
        </p:nvGraphicFramePr>
        <p:xfrm>
          <a:off x="1331913" y="4437063"/>
          <a:ext cx="2770187" cy="1101725"/>
        </p:xfrm>
        <a:graphic>
          <a:graphicData uri="http://schemas.openxmlformats.org/presentationml/2006/ole">
            <mc:AlternateContent xmlns:mc="http://schemas.openxmlformats.org/markup-compatibility/2006">
              <mc:Choice xmlns:v="urn:schemas-microsoft-com:vml" Requires="v">
                <p:oleObj r:id="rId2" imgW="17069117" imgH="9449117" progId="Equation.3">
                  <p:embed/>
                </p:oleObj>
              </mc:Choice>
              <mc:Fallback>
                <p:oleObj r:id="rId2" imgW="17069117" imgH="9449117" progId="Equation.3">
                  <p:embed/>
                  <p:pic>
                    <p:nvPicPr>
                      <p:cNvPr id="0" name="Content Placeholder 101684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913" y="4437063"/>
                        <a:ext cx="2770187" cy="1101725"/>
                      </a:xfrm>
                      <a:prstGeom prst="rect">
                        <a:avLst/>
                      </a:prstGeom>
                      <a:solidFill>
                        <a:schemeClr val="tx1"/>
                      </a:solidFill>
                      <a:ln w="9525">
                        <a:solidFill>
                          <a:schemeClr val="tx1"/>
                        </a:solidFill>
                        <a:miter lim="800000"/>
                        <a:headEnd/>
                        <a:tailEnd/>
                      </a:ln>
                    </p:spPr>
                  </p:pic>
                </p:oleObj>
              </mc:Fallback>
            </mc:AlternateContent>
          </a:graphicData>
        </a:graphic>
      </p:graphicFrame>
      <p:sp>
        <p:nvSpPr>
          <p:cNvPr id="26639" name="Slide Number Placeholder 1">
            <a:extLst>
              <a:ext uri="{FF2B5EF4-FFF2-40B4-BE49-F238E27FC236}">
                <a16:creationId xmlns:a16="http://schemas.microsoft.com/office/drawing/2014/main" id="{F8EC6AB9-8981-8C93-AC3C-AFB4FC0BFFD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6849B2F7-D3A5-4851-B200-F02A36A2CC83}" type="slidenum">
              <a:rPr lang="en-AU" altLang="zh-CN" sz="1400" i="0">
                <a:latin typeface="Arial" panose="020B0604020202020204" pitchFamily="34" charset="0"/>
              </a:rPr>
              <a:pPr algn="r"/>
              <a:t>16</a:t>
            </a:fld>
            <a:endParaRPr lang="en-AU" altLang="zh-CN" sz="1400" i="0">
              <a:latin typeface="Arial" panose="020B0604020202020204" pitchFamily="34" charset="0"/>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16835">
                                            <p:txEl>
                                              <p:pRg st="0" end="0"/>
                                            </p:txEl>
                                          </p:spTgt>
                                        </p:tgtEl>
                                        <p:attrNameLst>
                                          <p:attrName>style.visibility</p:attrName>
                                        </p:attrNameLst>
                                      </p:cBhvr>
                                      <p:to>
                                        <p:strVal val="visible"/>
                                      </p:to>
                                    </p:set>
                                    <p:anim calcmode="lin" valueType="num">
                                      <p:cBhvr additive="base">
                                        <p:cTn id="7" dur="500" fill="hold"/>
                                        <p:tgtEl>
                                          <p:spTgt spid="101683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1683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16835">
                                            <p:txEl>
                                              <p:pRg st="1" end="1"/>
                                            </p:txEl>
                                          </p:spTgt>
                                        </p:tgtEl>
                                        <p:attrNameLst>
                                          <p:attrName>style.visibility</p:attrName>
                                        </p:attrNameLst>
                                      </p:cBhvr>
                                      <p:to>
                                        <p:strVal val="visible"/>
                                      </p:to>
                                    </p:set>
                                    <p:anim calcmode="lin" valueType="num">
                                      <p:cBhvr additive="base">
                                        <p:cTn id="13" dur="500" fill="hold"/>
                                        <p:tgtEl>
                                          <p:spTgt spid="101683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1683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16835">
                                            <p:txEl>
                                              <p:pRg st="2" end="2"/>
                                            </p:txEl>
                                          </p:spTgt>
                                        </p:tgtEl>
                                        <p:attrNameLst>
                                          <p:attrName>style.visibility</p:attrName>
                                        </p:attrNameLst>
                                      </p:cBhvr>
                                      <p:to>
                                        <p:strVal val="visible"/>
                                      </p:to>
                                    </p:set>
                                    <p:anim calcmode="lin" valueType="num">
                                      <p:cBhvr additive="base">
                                        <p:cTn id="19" dur="500" fill="hold"/>
                                        <p:tgtEl>
                                          <p:spTgt spid="101683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1683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16835">
                                            <p:txEl>
                                              <p:pRg st="3" end="3"/>
                                            </p:txEl>
                                          </p:spTgt>
                                        </p:tgtEl>
                                        <p:attrNameLst>
                                          <p:attrName>style.visibility</p:attrName>
                                        </p:attrNameLst>
                                      </p:cBhvr>
                                      <p:to>
                                        <p:strVal val="visible"/>
                                      </p:to>
                                    </p:set>
                                    <p:anim calcmode="lin" valueType="num">
                                      <p:cBhvr additive="base">
                                        <p:cTn id="25" dur="500" fill="hold"/>
                                        <p:tgtEl>
                                          <p:spTgt spid="1016835">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1683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16835">
                                            <p:txEl>
                                              <p:pRg st="4" end="4"/>
                                            </p:txEl>
                                          </p:spTgt>
                                        </p:tgtEl>
                                        <p:attrNameLst>
                                          <p:attrName>style.visibility</p:attrName>
                                        </p:attrNameLst>
                                      </p:cBhvr>
                                      <p:to>
                                        <p:strVal val="visible"/>
                                      </p:to>
                                    </p:set>
                                    <p:anim calcmode="lin" valueType="num">
                                      <p:cBhvr additive="base">
                                        <p:cTn id="31" dur="500" fill="hold"/>
                                        <p:tgtEl>
                                          <p:spTgt spid="1016835">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01683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016835">
                                            <p:txEl>
                                              <p:pRg st="5" end="5"/>
                                            </p:txEl>
                                          </p:spTgt>
                                        </p:tgtEl>
                                        <p:attrNameLst>
                                          <p:attrName>style.visibility</p:attrName>
                                        </p:attrNameLst>
                                      </p:cBhvr>
                                      <p:to>
                                        <p:strVal val="visible"/>
                                      </p:to>
                                    </p:set>
                                    <p:anim calcmode="lin" valueType="num">
                                      <p:cBhvr additive="base">
                                        <p:cTn id="37" dur="500" fill="hold"/>
                                        <p:tgtEl>
                                          <p:spTgt spid="1016835">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016835">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499"/>
                                          </p:stCondLst>
                                        </p:cTn>
                                        <p:tgtEl>
                                          <p:spTgt spid="10168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6835" grpId="0" build="p"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49" name="Title 1017857">
            <a:extLst>
              <a:ext uri="{FF2B5EF4-FFF2-40B4-BE49-F238E27FC236}">
                <a16:creationId xmlns:a16="http://schemas.microsoft.com/office/drawing/2014/main" id="{0EC544A5-8EE6-D289-703B-B9F933B04093}"/>
              </a:ext>
            </a:extLst>
          </p:cNvPr>
          <p:cNvSpPr>
            <a:spLocks noGrp="1" noChangeArrowheads="1"/>
          </p:cNvSpPr>
          <p:nvPr>
            <p:ph type="title"/>
          </p:nvPr>
        </p:nvSpPr>
        <p:spPr/>
        <p:txBody>
          <a:bodyPr/>
          <a:lstStyle/>
          <a:p>
            <a:r>
              <a:rPr lang="en-US" altLang="zh-CN" sz="3200">
                <a:solidFill>
                  <a:srgbClr val="FFFF00"/>
                </a:solidFill>
              </a:rPr>
              <a:t>3.3.2 </a:t>
            </a:r>
            <a:r>
              <a:rPr lang="zh-CN" altLang="en-US" sz="3200">
                <a:solidFill>
                  <a:srgbClr val="FFFF00"/>
                </a:solidFill>
              </a:rPr>
              <a:t>凯恩斯的消费函数</a:t>
            </a:r>
            <a:r>
              <a:rPr lang="en-US" altLang="zh-CN" sz="3200">
                <a:solidFill>
                  <a:srgbClr val="FFFF00"/>
                </a:solidFill>
              </a:rPr>
              <a:t>——</a:t>
            </a:r>
            <a:r>
              <a:rPr lang="zh-CN" altLang="en-US" sz="3200">
                <a:solidFill>
                  <a:srgbClr val="FFFF00"/>
                </a:solidFill>
              </a:rPr>
              <a:t>绝对收入假说</a:t>
            </a:r>
          </a:p>
        </p:txBody>
      </p:sp>
      <p:sp>
        <p:nvSpPr>
          <p:cNvPr id="1017859" name="Text Placeholder 1017858">
            <a:extLst>
              <a:ext uri="{FF2B5EF4-FFF2-40B4-BE49-F238E27FC236}">
                <a16:creationId xmlns:a16="http://schemas.microsoft.com/office/drawing/2014/main" id="{EA404360-B33E-E197-7BE9-E97CE316AFB7}"/>
              </a:ext>
            </a:extLst>
          </p:cNvPr>
          <p:cNvSpPr>
            <a:spLocks noGrp="1" noChangeArrowheads="1"/>
          </p:cNvSpPr>
          <p:nvPr>
            <p:ph type="body" idx="1"/>
          </p:nvPr>
        </p:nvSpPr>
        <p:spPr>
          <a:xfrm>
            <a:off x="827088" y="1484313"/>
            <a:ext cx="7467600" cy="4570412"/>
          </a:xfrm>
        </p:spPr>
        <p:txBody>
          <a:bodyPr/>
          <a:lstStyle/>
          <a:p>
            <a:r>
              <a:rPr lang="zh-CN" altLang="en-US" sz="2800"/>
              <a:t>实际消费支出是实际收入的稳定函数。</a:t>
            </a:r>
          </a:p>
          <a:p>
            <a:r>
              <a:rPr lang="zh-CN" altLang="en-US" sz="2800"/>
              <a:t>实际收入指现期、实际、绝对收入。</a:t>
            </a:r>
          </a:p>
          <a:p>
            <a:r>
              <a:rPr lang="zh-CN" altLang="en-US" sz="2800"/>
              <a:t>边际消费倾向递减，且大于零小于一。</a:t>
            </a:r>
          </a:p>
          <a:p>
            <a:r>
              <a:rPr lang="zh-CN" altLang="en-US" sz="2800"/>
              <a:t>平均消费倾向大于边际消费倾向，也递减。</a:t>
            </a:r>
          </a:p>
        </p:txBody>
      </p:sp>
      <p:sp>
        <p:nvSpPr>
          <p:cNvPr id="27651" name="DRAWING2STR_FREEFORM 1017859">
            <a:hlinkClick r:id="" action="ppaction://noaction"/>
            <a:extLst>
              <a:ext uri="{FF2B5EF4-FFF2-40B4-BE49-F238E27FC236}">
                <a16:creationId xmlns:a16="http://schemas.microsoft.com/office/drawing/2014/main" id="{0A178D0A-0C61-404C-DEC9-299E082E88D1}"/>
              </a:ext>
            </a:extLst>
          </p:cNvPr>
          <p:cNvSpPr>
            <a:spLocks noChangeArrowheads="1"/>
          </p:cNvSpPr>
          <p:nvPr/>
        </p:nvSpPr>
        <p:spPr bwMode="auto">
          <a:xfrm>
            <a:off x="7812088" y="5516563"/>
            <a:ext cx="914400" cy="762000"/>
          </a:xfrm>
          <a:custGeom>
            <a:avLst/>
            <a:gdLst>
              <a:gd name="T0" fmla="*/ 5400 w 21600"/>
              <a:gd name="T1" fmla="*/ 5400 h 21600"/>
              <a:gd name="T2" fmla="*/ 9450 w 21600"/>
              <a:gd name="T3" fmla="*/ 5400 h 21600"/>
              <a:gd name="T4" fmla="*/ 9450 w 21600"/>
              <a:gd name="T5" fmla="*/ 2700 h 21600"/>
              <a:gd name="T6" fmla="*/ 8100 w 21600"/>
              <a:gd name="T7" fmla="*/ 2700 h 21600"/>
              <a:gd name="T8" fmla="*/ 10800 w 21600"/>
              <a:gd name="T9" fmla="*/ 0 h 21600"/>
              <a:gd name="T10" fmla="*/ 13500 w 21600"/>
              <a:gd name="T11" fmla="*/ 2700 h 21600"/>
              <a:gd name="T12" fmla="*/ 12150 w 21600"/>
              <a:gd name="T13" fmla="*/ 2700 h 21600"/>
              <a:gd name="T14" fmla="*/ 12150 w 21600"/>
              <a:gd name="T15" fmla="*/ 5400 h 21600"/>
              <a:gd name="T16" fmla="*/ 16200 w 21600"/>
              <a:gd name="T17" fmla="*/ 5400 h 21600"/>
              <a:gd name="T18" fmla="*/ 16200 w 21600"/>
              <a:gd name="T19" fmla="*/ 9450 h 21600"/>
              <a:gd name="T20" fmla="*/ 18900 w 21600"/>
              <a:gd name="T21" fmla="*/ 9450 h 21600"/>
              <a:gd name="T22" fmla="*/ 18900 w 21600"/>
              <a:gd name="T23" fmla="*/ 8100 h 21600"/>
              <a:gd name="T24" fmla="*/ 21600 w 21600"/>
              <a:gd name="T25" fmla="*/ 10800 h 21600"/>
              <a:gd name="T26" fmla="*/ 18900 w 21600"/>
              <a:gd name="T27" fmla="*/ 13500 h 21600"/>
              <a:gd name="T28" fmla="*/ 18900 w 21600"/>
              <a:gd name="T29" fmla="*/ 12150 h 21600"/>
              <a:gd name="T30" fmla="*/ 16200 w 21600"/>
              <a:gd name="T31" fmla="*/ 12150 h 21600"/>
              <a:gd name="T32" fmla="*/ 16200 w 21600"/>
              <a:gd name="T33" fmla="*/ 16200 h 21600"/>
              <a:gd name="T34" fmla="*/ 12150 w 21600"/>
              <a:gd name="T35" fmla="*/ 16200 h 21600"/>
              <a:gd name="T36" fmla="*/ 12150 w 21600"/>
              <a:gd name="T37" fmla="*/ 18900 h 21600"/>
              <a:gd name="T38" fmla="*/ 13500 w 21600"/>
              <a:gd name="T39" fmla="*/ 18900 h 21600"/>
              <a:gd name="T40" fmla="*/ 10800 w 21600"/>
              <a:gd name="T41" fmla="*/ 21600 h 21600"/>
              <a:gd name="T42" fmla="*/ 8100 w 21600"/>
              <a:gd name="T43" fmla="*/ 18900 h 21600"/>
              <a:gd name="T44" fmla="*/ 9450 w 21600"/>
              <a:gd name="T45" fmla="*/ 18900 h 21600"/>
              <a:gd name="T46" fmla="*/ 9450 w 21600"/>
              <a:gd name="T47" fmla="*/ 16200 h 21600"/>
              <a:gd name="T48" fmla="*/ 5400 w 21600"/>
              <a:gd name="T49" fmla="*/ 16200 h 21600"/>
              <a:gd name="T50" fmla="*/ 5400 w 21600"/>
              <a:gd name="T51" fmla="*/ 12150 h 21600"/>
              <a:gd name="T52" fmla="*/ 2700 w 21600"/>
              <a:gd name="T53" fmla="*/ 12150 h 21600"/>
              <a:gd name="T54" fmla="*/ 2700 w 21600"/>
              <a:gd name="T55" fmla="*/ 13500 h 21600"/>
              <a:gd name="T56" fmla="*/ 0 w 21600"/>
              <a:gd name="T57" fmla="*/ 10800 h 21600"/>
              <a:gd name="T58" fmla="*/ 2700 w 21600"/>
              <a:gd name="T59" fmla="*/ 8100 h 21600"/>
              <a:gd name="T60" fmla="*/ 2700 w 21600"/>
              <a:gd name="T61" fmla="*/ 9450 h 21600"/>
              <a:gd name="T62" fmla="*/ 5400 w 21600"/>
              <a:gd name="T63" fmla="*/ 945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1600" h="21600">
                <a:moveTo>
                  <a:pt x="5400" y="5400"/>
                </a:moveTo>
                <a:lnTo>
                  <a:pt x="9450" y="5400"/>
                </a:lnTo>
                <a:lnTo>
                  <a:pt x="9450" y="2700"/>
                </a:lnTo>
                <a:lnTo>
                  <a:pt x="8100" y="2700"/>
                </a:lnTo>
                <a:lnTo>
                  <a:pt x="10800" y="0"/>
                </a:lnTo>
                <a:lnTo>
                  <a:pt x="13500" y="2700"/>
                </a:lnTo>
                <a:lnTo>
                  <a:pt x="12150" y="2700"/>
                </a:lnTo>
                <a:lnTo>
                  <a:pt x="12150" y="5400"/>
                </a:lnTo>
                <a:lnTo>
                  <a:pt x="16200" y="5400"/>
                </a:lnTo>
                <a:lnTo>
                  <a:pt x="16200" y="9450"/>
                </a:lnTo>
                <a:lnTo>
                  <a:pt x="18900" y="9450"/>
                </a:lnTo>
                <a:lnTo>
                  <a:pt x="18900" y="8100"/>
                </a:lnTo>
                <a:lnTo>
                  <a:pt x="21600" y="10800"/>
                </a:lnTo>
                <a:lnTo>
                  <a:pt x="18900" y="13500"/>
                </a:lnTo>
                <a:lnTo>
                  <a:pt x="18900" y="12150"/>
                </a:lnTo>
                <a:lnTo>
                  <a:pt x="16200" y="12150"/>
                </a:lnTo>
                <a:lnTo>
                  <a:pt x="16200" y="16200"/>
                </a:lnTo>
                <a:lnTo>
                  <a:pt x="12150" y="16200"/>
                </a:lnTo>
                <a:lnTo>
                  <a:pt x="12150" y="18900"/>
                </a:lnTo>
                <a:lnTo>
                  <a:pt x="13500" y="18900"/>
                </a:lnTo>
                <a:lnTo>
                  <a:pt x="10800" y="21600"/>
                </a:lnTo>
                <a:lnTo>
                  <a:pt x="8100" y="18900"/>
                </a:lnTo>
                <a:lnTo>
                  <a:pt x="9450" y="18900"/>
                </a:lnTo>
                <a:lnTo>
                  <a:pt x="9450" y="16200"/>
                </a:lnTo>
                <a:lnTo>
                  <a:pt x="5400" y="16200"/>
                </a:lnTo>
                <a:lnTo>
                  <a:pt x="5400" y="12150"/>
                </a:lnTo>
                <a:lnTo>
                  <a:pt x="2700" y="12150"/>
                </a:lnTo>
                <a:lnTo>
                  <a:pt x="2700" y="13500"/>
                </a:lnTo>
                <a:lnTo>
                  <a:pt x="0" y="10800"/>
                </a:lnTo>
                <a:lnTo>
                  <a:pt x="2700" y="8100"/>
                </a:lnTo>
                <a:lnTo>
                  <a:pt x="2700" y="9450"/>
                </a:lnTo>
                <a:lnTo>
                  <a:pt x="5400" y="9450"/>
                </a:lnTo>
                <a:close/>
              </a:path>
            </a:pathLst>
          </a:custGeom>
          <a:noFill/>
          <a:ln w="31750"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27652" name="Slide Number Placeholder 1">
            <a:extLst>
              <a:ext uri="{FF2B5EF4-FFF2-40B4-BE49-F238E27FC236}">
                <a16:creationId xmlns:a16="http://schemas.microsoft.com/office/drawing/2014/main" id="{F3674811-B3C0-0278-1841-C3E433FB724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54E18B4D-C4AC-490A-95D7-961F420E5CA5}" type="slidenum">
              <a:rPr lang="en-AU" altLang="zh-CN" sz="1400" i="0">
                <a:latin typeface="Arial" panose="020B0604020202020204" pitchFamily="34" charset="0"/>
              </a:rPr>
              <a:pPr algn="r"/>
              <a:t>17</a:t>
            </a:fld>
            <a:endParaRPr lang="en-AU" altLang="zh-CN" sz="1400" i="0">
              <a:latin typeface="Arial" panose="020B0604020202020204" pitchFamily="34" charset="0"/>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1017859">
                                            <p:txEl>
                                              <p:pRg st="0" end="0"/>
                                            </p:txEl>
                                          </p:spTgt>
                                        </p:tgtEl>
                                        <p:attrNameLst>
                                          <p:attrName>style.visibility</p:attrName>
                                        </p:attrNameLst>
                                      </p:cBhvr>
                                      <p:to>
                                        <p:strVal val="visible"/>
                                      </p:to>
                                    </p:set>
                                    <p:anim calcmode="lin" valueType="num">
                                      <p:cBhvr>
                                        <p:cTn id="7" dur="1000" fill="hold"/>
                                        <p:tgtEl>
                                          <p:spTgt spid="1017859">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1017859">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1017859">
                                            <p:txEl>
                                              <p:pRg st="0" end="0"/>
                                            </p:txEl>
                                          </p:spTgt>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017859">
                                            <p:txEl>
                                              <p:pRg st="0" end="0"/>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5" presetClass="entr" presetSubtype="0" fill="hold" grpId="0" nodeType="clickEffect">
                                  <p:stCondLst>
                                    <p:cond delay="0"/>
                                  </p:stCondLst>
                                  <p:childTnLst>
                                    <p:set>
                                      <p:cBhvr>
                                        <p:cTn id="14" dur="1" fill="hold">
                                          <p:stCondLst>
                                            <p:cond delay="0"/>
                                          </p:stCondLst>
                                        </p:cTn>
                                        <p:tgtEl>
                                          <p:spTgt spid="1017859">
                                            <p:txEl>
                                              <p:pRg st="1" end="1"/>
                                            </p:txEl>
                                          </p:spTgt>
                                        </p:tgtEl>
                                        <p:attrNameLst>
                                          <p:attrName>style.visibility</p:attrName>
                                        </p:attrNameLst>
                                      </p:cBhvr>
                                      <p:to>
                                        <p:strVal val="visible"/>
                                      </p:to>
                                    </p:set>
                                    <p:anim calcmode="lin" valueType="num">
                                      <p:cBhvr>
                                        <p:cTn id="15" dur="1000" fill="hold"/>
                                        <p:tgtEl>
                                          <p:spTgt spid="1017859">
                                            <p:txEl>
                                              <p:pRg st="1" end="1"/>
                                            </p:txEl>
                                          </p:spTgt>
                                        </p:tgtEl>
                                        <p:attrNameLst>
                                          <p:attrName>ppt_w</p:attrName>
                                        </p:attrNameLst>
                                      </p:cBhvr>
                                      <p:tavLst>
                                        <p:tav tm="0">
                                          <p:val>
                                            <p:fltVal val="0"/>
                                          </p:val>
                                        </p:tav>
                                        <p:tav tm="100000">
                                          <p:val>
                                            <p:strVal val="#ppt_w"/>
                                          </p:val>
                                        </p:tav>
                                      </p:tavLst>
                                    </p:anim>
                                    <p:anim calcmode="lin" valueType="num">
                                      <p:cBhvr>
                                        <p:cTn id="16" dur="1000" fill="hold"/>
                                        <p:tgtEl>
                                          <p:spTgt spid="1017859">
                                            <p:txEl>
                                              <p:pRg st="1" end="1"/>
                                            </p:txEl>
                                          </p:spTgt>
                                        </p:tgtEl>
                                        <p:attrNameLst>
                                          <p:attrName>ppt_h</p:attrName>
                                        </p:attrNameLst>
                                      </p:cBhvr>
                                      <p:tavLst>
                                        <p:tav tm="0">
                                          <p:val>
                                            <p:fltVal val="0"/>
                                          </p:val>
                                        </p:tav>
                                        <p:tav tm="100000">
                                          <p:val>
                                            <p:strVal val="#ppt_h"/>
                                          </p:val>
                                        </p:tav>
                                      </p:tavLst>
                                    </p:anim>
                                    <p:anim calcmode="lin" valueType="num">
                                      <p:cBhvr>
                                        <p:cTn id="17" dur="1000" fill="hold"/>
                                        <p:tgtEl>
                                          <p:spTgt spid="1017859">
                                            <p:txEl>
                                              <p:pRg st="1" end="1"/>
                                            </p:txEl>
                                          </p:spTgt>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1017859">
                                            <p:txEl>
                                              <p:pRg st="1" end="1"/>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1017859">
                                            <p:txEl>
                                              <p:pRg st="2" end="2"/>
                                            </p:txEl>
                                          </p:spTgt>
                                        </p:tgtEl>
                                        <p:attrNameLst>
                                          <p:attrName>style.visibility</p:attrName>
                                        </p:attrNameLst>
                                      </p:cBhvr>
                                      <p:to>
                                        <p:strVal val="visible"/>
                                      </p:to>
                                    </p:set>
                                    <p:anim calcmode="lin" valueType="num">
                                      <p:cBhvr>
                                        <p:cTn id="23" dur="1000" fill="hold"/>
                                        <p:tgtEl>
                                          <p:spTgt spid="1017859">
                                            <p:txEl>
                                              <p:pRg st="2" end="2"/>
                                            </p:txEl>
                                          </p:spTgt>
                                        </p:tgtEl>
                                        <p:attrNameLst>
                                          <p:attrName>ppt_w</p:attrName>
                                        </p:attrNameLst>
                                      </p:cBhvr>
                                      <p:tavLst>
                                        <p:tav tm="0">
                                          <p:val>
                                            <p:fltVal val="0"/>
                                          </p:val>
                                        </p:tav>
                                        <p:tav tm="100000">
                                          <p:val>
                                            <p:strVal val="#ppt_w"/>
                                          </p:val>
                                        </p:tav>
                                      </p:tavLst>
                                    </p:anim>
                                    <p:anim calcmode="lin" valueType="num">
                                      <p:cBhvr>
                                        <p:cTn id="24" dur="1000" fill="hold"/>
                                        <p:tgtEl>
                                          <p:spTgt spid="1017859">
                                            <p:txEl>
                                              <p:pRg st="2" end="2"/>
                                            </p:txEl>
                                          </p:spTgt>
                                        </p:tgtEl>
                                        <p:attrNameLst>
                                          <p:attrName>ppt_h</p:attrName>
                                        </p:attrNameLst>
                                      </p:cBhvr>
                                      <p:tavLst>
                                        <p:tav tm="0">
                                          <p:val>
                                            <p:fltVal val="0"/>
                                          </p:val>
                                        </p:tav>
                                        <p:tav tm="100000">
                                          <p:val>
                                            <p:strVal val="#ppt_h"/>
                                          </p:val>
                                        </p:tav>
                                      </p:tavLst>
                                    </p:anim>
                                    <p:anim calcmode="lin" valueType="num">
                                      <p:cBhvr>
                                        <p:cTn id="25" dur="1000" fill="hold"/>
                                        <p:tgtEl>
                                          <p:spTgt spid="1017859">
                                            <p:txEl>
                                              <p:pRg st="2" end="2"/>
                                            </p:txEl>
                                          </p:spTgt>
                                        </p:tgtEl>
                                        <p:attrNameLst>
                                          <p:attrName>ppt_x</p:attrName>
                                        </p:attrNameLst>
                                      </p:cBhvr>
                                      <p:tavLst>
                                        <p:tav tm="0" fmla="#ppt_x+(cos(-2*pi*(1-$))*-#ppt_x-sin(-2*pi*(1-$))*(1-#ppt_y))*(1-$)">
                                          <p:val>
                                            <p:fltVal val="0"/>
                                          </p:val>
                                        </p:tav>
                                        <p:tav tm="100000">
                                          <p:val>
                                            <p:fltVal val="1"/>
                                          </p:val>
                                        </p:tav>
                                      </p:tavLst>
                                    </p:anim>
                                    <p:anim calcmode="lin" valueType="num">
                                      <p:cBhvr>
                                        <p:cTn id="26" dur="1000" fill="hold"/>
                                        <p:tgtEl>
                                          <p:spTgt spid="1017859">
                                            <p:txEl>
                                              <p:pRg st="2" end="2"/>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15" presetClass="entr" presetSubtype="0" fill="hold" grpId="0" nodeType="clickEffect">
                                  <p:stCondLst>
                                    <p:cond delay="0"/>
                                  </p:stCondLst>
                                  <p:childTnLst>
                                    <p:set>
                                      <p:cBhvr>
                                        <p:cTn id="30" dur="1" fill="hold">
                                          <p:stCondLst>
                                            <p:cond delay="0"/>
                                          </p:stCondLst>
                                        </p:cTn>
                                        <p:tgtEl>
                                          <p:spTgt spid="1017859">
                                            <p:txEl>
                                              <p:pRg st="3" end="3"/>
                                            </p:txEl>
                                          </p:spTgt>
                                        </p:tgtEl>
                                        <p:attrNameLst>
                                          <p:attrName>style.visibility</p:attrName>
                                        </p:attrNameLst>
                                      </p:cBhvr>
                                      <p:to>
                                        <p:strVal val="visible"/>
                                      </p:to>
                                    </p:set>
                                    <p:anim calcmode="lin" valueType="num">
                                      <p:cBhvr>
                                        <p:cTn id="31" dur="1000" fill="hold"/>
                                        <p:tgtEl>
                                          <p:spTgt spid="1017859">
                                            <p:txEl>
                                              <p:pRg st="3" end="3"/>
                                            </p:txEl>
                                          </p:spTgt>
                                        </p:tgtEl>
                                        <p:attrNameLst>
                                          <p:attrName>ppt_w</p:attrName>
                                        </p:attrNameLst>
                                      </p:cBhvr>
                                      <p:tavLst>
                                        <p:tav tm="0">
                                          <p:val>
                                            <p:fltVal val="0"/>
                                          </p:val>
                                        </p:tav>
                                        <p:tav tm="100000">
                                          <p:val>
                                            <p:strVal val="#ppt_w"/>
                                          </p:val>
                                        </p:tav>
                                      </p:tavLst>
                                    </p:anim>
                                    <p:anim calcmode="lin" valueType="num">
                                      <p:cBhvr>
                                        <p:cTn id="32" dur="1000" fill="hold"/>
                                        <p:tgtEl>
                                          <p:spTgt spid="1017859">
                                            <p:txEl>
                                              <p:pRg st="3" end="3"/>
                                            </p:txEl>
                                          </p:spTgt>
                                        </p:tgtEl>
                                        <p:attrNameLst>
                                          <p:attrName>ppt_h</p:attrName>
                                        </p:attrNameLst>
                                      </p:cBhvr>
                                      <p:tavLst>
                                        <p:tav tm="0">
                                          <p:val>
                                            <p:fltVal val="0"/>
                                          </p:val>
                                        </p:tav>
                                        <p:tav tm="100000">
                                          <p:val>
                                            <p:strVal val="#ppt_h"/>
                                          </p:val>
                                        </p:tav>
                                      </p:tavLst>
                                    </p:anim>
                                    <p:anim calcmode="lin" valueType="num">
                                      <p:cBhvr>
                                        <p:cTn id="33" dur="1000" fill="hold"/>
                                        <p:tgtEl>
                                          <p:spTgt spid="1017859">
                                            <p:txEl>
                                              <p:pRg st="3" end="3"/>
                                            </p:txEl>
                                          </p:spTgt>
                                        </p:tgtEl>
                                        <p:attrNameLst>
                                          <p:attrName>ppt_x</p:attrName>
                                        </p:attrNameLst>
                                      </p:cBhvr>
                                      <p:tavLst>
                                        <p:tav tm="0" fmla="#ppt_x+(cos(-2*pi*(1-$))*-#ppt_x-sin(-2*pi*(1-$))*(1-#ppt_y))*(1-$)">
                                          <p:val>
                                            <p:fltVal val="0"/>
                                          </p:val>
                                        </p:tav>
                                        <p:tav tm="100000">
                                          <p:val>
                                            <p:fltVal val="1"/>
                                          </p:val>
                                        </p:tav>
                                      </p:tavLst>
                                    </p:anim>
                                    <p:anim calcmode="lin" valueType="num">
                                      <p:cBhvr>
                                        <p:cTn id="34" dur="1000" fill="hold"/>
                                        <p:tgtEl>
                                          <p:spTgt spid="1017859">
                                            <p:txEl>
                                              <p:pRg st="3" end="3"/>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7859" grpId="0" build="p"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673" name="Title 1018881">
            <a:extLst>
              <a:ext uri="{FF2B5EF4-FFF2-40B4-BE49-F238E27FC236}">
                <a16:creationId xmlns:a16="http://schemas.microsoft.com/office/drawing/2014/main" id="{C428CCF8-7DE2-0E9D-F19B-1178365C19E7}"/>
              </a:ext>
            </a:extLst>
          </p:cNvPr>
          <p:cNvSpPr>
            <a:spLocks noGrp="1" noChangeArrowheads="1"/>
          </p:cNvSpPr>
          <p:nvPr>
            <p:ph type="title"/>
          </p:nvPr>
        </p:nvSpPr>
        <p:spPr>
          <a:xfrm>
            <a:off x="971550" y="188913"/>
            <a:ext cx="7772400" cy="914400"/>
          </a:xfrm>
        </p:spPr>
        <p:txBody>
          <a:bodyPr/>
          <a:lstStyle/>
          <a:p>
            <a:r>
              <a:rPr lang="en-US" altLang="zh-CN">
                <a:solidFill>
                  <a:srgbClr val="FFFF00"/>
                </a:solidFill>
              </a:rPr>
              <a:t>3.3.3 </a:t>
            </a:r>
            <a:r>
              <a:rPr lang="zh-CN" altLang="en-US">
                <a:solidFill>
                  <a:srgbClr val="FFFF00"/>
                </a:solidFill>
              </a:rPr>
              <a:t>线性消费函数（</a:t>
            </a:r>
            <a:r>
              <a:rPr lang="en-US" altLang="zh-CN">
                <a:solidFill>
                  <a:srgbClr val="FFFF00"/>
                </a:solidFill>
              </a:rPr>
              <a:t>1</a:t>
            </a:r>
            <a:r>
              <a:rPr lang="zh-CN" altLang="en-US">
                <a:solidFill>
                  <a:srgbClr val="FFFF00"/>
                </a:solidFill>
              </a:rPr>
              <a:t>）</a:t>
            </a:r>
          </a:p>
        </p:txBody>
      </p:sp>
      <p:sp>
        <p:nvSpPr>
          <p:cNvPr id="1018883" name="Text Placeholder 1018882">
            <a:extLst>
              <a:ext uri="{FF2B5EF4-FFF2-40B4-BE49-F238E27FC236}">
                <a16:creationId xmlns:a16="http://schemas.microsoft.com/office/drawing/2014/main" id="{1C7B0D82-E3A9-4B4C-FC3E-0E5C5E17A6E8}"/>
              </a:ext>
            </a:extLst>
          </p:cNvPr>
          <p:cNvSpPr>
            <a:spLocks noGrp="1" noChangeArrowheads="1"/>
          </p:cNvSpPr>
          <p:nvPr>
            <p:ph type="body" idx="1"/>
          </p:nvPr>
        </p:nvSpPr>
        <p:spPr>
          <a:xfrm>
            <a:off x="1295400" y="1524000"/>
            <a:ext cx="6781800" cy="4114800"/>
          </a:xfrm>
        </p:spPr>
        <p:txBody>
          <a:bodyPr/>
          <a:lstStyle/>
          <a:p>
            <a:pPr algn="just">
              <a:spcBef>
                <a:spcPts val="600"/>
              </a:spcBef>
            </a:pPr>
            <a:r>
              <a:rPr lang="zh-CN" altLang="en-US" b="1"/>
              <a:t>最简单处理办法：（</a:t>
            </a:r>
            <a:r>
              <a:rPr lang="en-US" altLang="zh-CN" b="1"/>
              <a:t>1</a:t>
            </a:r>
            <a:r>
              <a:rPr lang="zh-CN" altLang="en-US" b="1"/>
              <a:t>）现期收入决定消费；（</a:t>
            </a:r>
            <a:r>
              <a:rPr lang="en-US" altLang="zh-CN" b="1"/>
              <a:t>2</a:t>
            </a:r>
            <a:r>
              <a:rPr lang="zh-CN" altLang="en-US" b="1"/>
              <a:t>）收入消费之间关系是线性的。</a:t>
            </a:r>
          </a:p>
          <a:p>
            <a:pPr algn="just">
              <a:spcBef>
                <a:spcPts val="600"/>
              </a:spcBef>
            </a:pPr>
            <a:r>
              <a:rPr lang="en-US" altLang="zh-CN" b="1"/>
              <a:t>C </a:t>
            </a:r>
            <a:r>
              <a:rPr lang="zh-CN" altLang="en-US" b="1"/>
              <a:t>＝ </a:t>
            </a:r>
            <a:r>
              <a:rPr lang="en-US" altLang="zh-CN" b="1"/>
              <a:t>a </a:t>
            </a:r>
            <a:r>
              <a:rPr lang="zh-CN" altLang="en-US" b="1"/>
              <a:t>＋ </a:t>
            </a:r>
            <a:r>
              <a:rPr lang="en-US" altLang="zh-CN" b="1"/>
              <a:t>bY		</a:t>
            </a:r>
            <a:r>
              <a:rPr lang="zh-CN" altLang="en-US" b="1"/>
              <a:t>（</a:t>
            </a:r>
            <a:r>
              <a:rPr lang="en-US" altLang="zh-CN" b="1"/>
              <a:t>a&gt;0, 0&lt;b&lt;1</a:t>
            </a:r>
            <a:r>
              <a:rPr lang="zh-CN" altLang="en-US" b="1"/>
              <a:t>）	</a:t>
            </a:r>
          </a:p>
          <a:p>
            <a:pPr>
              <a:spcBef>
                <a:spcPts val="600"/>
              </a:spcBef>
            </a:pPr>
            <a:r>
              <a:rPr lang="en-US" altLang="zh-CN" b="1"/>
              <a:t>C</a:t>
            </a:r>
            <a:r>
              <a:rPr lang="zh-CN" altLang="en-US" b="1"/>
              <a:t>是消费总量，</a:t>
            </a:r>
            <a:r>
              <a:rPr lang="en-US" altLang="zh-CN" b="1"/>
              <a:t>Y</a:t>
            </a:r>
            <a:r>
              <a:rPr lang="zh-CN" altLang="en-US" b="1"/>
              <a:t>是居民可支配收入，</a:t>
            </a:r>
            <a:r>
              <a:rPr lang="en-US" altLang="zh-CN" b="1"/>
              <a:t>a</a:t>
            </a:r>
            <a:r>
              <a:rPr lang="zh-CN" altLang="en-US" b="1"/>
              <a:t>和</a:t>
            </a:r>
            <a:r>
              <a:rPr lang="en-US" altLang="zh-CN" b="1"/>
              <a:t>b</a:t>
            </a:r>
            <a:r>
              <a:rPr lang="zh-CN" altLang="en-US" b="1"/>
              <a:t>是系数。这是试图解释消费行为的方程，称为结构方程（</a:t>
            </a:r>
            <a:r>
              <a:rPr lang="en-US" altLang="zh-CN" b="1"/>
              <a:t>structural function</a:t>
            </a:r>
            <a:r>
              <a:rPr lang="zh-CN" altLang="en-US" b="1"/>
              <a:t>）或行为方程（</a:t>
            </a:r>
            <a:r>
              <a:rPr lang="en-US" altLang="zh-CN" b="1"/>
              <a:t>behavioral function</a:t>
            </a:r>
            <a:r>
              <a:rPr lang="zh-CN" altLang="en-US" b="1"/>
              <a:t>）。</a:t>
            </a:r>
          </a:p>
          <a:p>
            <a:pPr>
              <a:spcBef>
                <a:spcPts val="600"/>
              </a:spcBef>
            </a:pPr>
            <a:r>
              <a:rPr lang="zh-CN" altLang="en-US" b="1"/>
              <a:t>斜率表示收入变化一个单位带来的消费变动量，称为边际消费倾向（</a:t>
            </a:r>
            <a:r>
              <a:rPr lang="en-US" altLang="zh-CN" b="1"/>
              <a:t>marginal propensity of consumption: MPC</a:t>
            </a:r>
            <a:r>
              <a:rPr lang="zh-CN" altLang="en-US" b="1"/>
              <a:t>）。</a:t>
            </a:r>
          </a:p>
        </p:txBody>
      </p:sp>
      <p:sp>
        <p:nvSpPr>
          <p:cNvPr id="28675" name="Slide Number Placeholder 1">
            <a:extLst>
              <a:ext uri="{FF2B5EF4-FFF2-40B4-BE49-F238E27FC236}">
                <a16:creationId xmlns:a16="http://schemas.microsoft.com/office/drawing/2014/main" id="{F6809B8A-690F-E24D-AC25-42FA9E994EC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CBF3D6A5-74A2-42C4-B036-269D73453ABD}" type="slidenum">
              <a:rPr lang="en-AU" altLang="zh-CN" sz="1400" i="0">
                <a:latin typeface="Arial" panose="020B0604020202020204" pitchFamily="34" charset="0"/>
              </a:rPr>
              <a:pPr algn="r"/>
              <a:t>18</a:t>
            </a:fld>
            <a:endParaRPr lang="en-AU" altLang="zh-CN" sz="1400" i="0">
              <a:latin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18883">
                                            <p:txEl>
                                              <p:pRg st="0" end="0"/>
                                            </p:txEl>
                                          </p:spTgt>
                                        </p:tgtEl>
                                        <p:attrNameLst>
                                          <p:attrName>style.visibility</p:attrName>
                                        </p:attrNameLst>
                                      </p:cBhvr>
                                      <p:to>
                                        <p:strVal val="visible"/>
                                      </p:to>
                                    </p:set>
                                    <p:animEffect transition="in" filter="dissolve">
                                      <p:cBhvr>
                                        <p:cTn id="7" dur="500"/>
                                        <p:tgtEl>
                                          <p:spTgt spid="101888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18883">
                                            <p:txEl>
                                              <p:pRg st="1" end="1"/>
                                            </p:txEl>
                                          </p:spTgt>
                                        </p:tgtEl>
                                        <p:attrNameLst>
                                          <p:attrName>style.visibility</p:attrName>
                                        </p:attrNameLst>
                                      </p:cBhvr>
                                      <p:to>
                                        <p:strVal val="visible"/>
                                      </p:to>
                                    </p:set>
                                    <p:animEffect transition="in" filter="dissolve">
                                      <p:cBhvr>
                                        <p:cTn id="12" dur="500"/>
                                        <p:tgtEl>
                                          <p:spTgt spid="101888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018883">
                                            <p:txEl>
                                              <p:pRg st="2" end="2"/>
                                            </p:txEl>
                                          </p:spTgt>
                                        </p:tgtEl>
                                        <p:attrNameLst>
                                          <p:attrName>style.visibility</p:attrName>
                                        </p:attrNameLst>
                                      </p:cBhvr>
                                      <p:to>
                                        <p:strVal val="visible"/>
                                      </p:to>
                                    </p:set>
                                    <p:animEffect transition="in" filter="dissolve">
                                      <p:cBhvr>
                                        <p:cTn id="17" dur="500"/>
                                        <p:tgtEl>
                                          <p:spTgt spid="101888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018883">
                                            <p:txEl>
                                              <p:pRg st="3" end="3"/>
                                            </p:txEl>
                                          </p:spTgt>
                                        </p:tgtEl>
                                        <p:attrNameLst>
                                          <p:attrName>style.visibility</p:attrName>
                                        </p:attrNameLst>
                                      </p:cBhvr>
                                      <p:to>
                                        <p:strVal val="visible"/>
                                      </p:to>
                                    </p:set>
                                    <p:animEffect transition="in" filter="dissolve">
                                      <p:cBhvr>
                                        <p:cTn id="22" dur="500"/>
                                        <p:tgtEl>
                                          <p:spTgt spid="101888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8883" grpId="0" build="p"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7" name="Title 1019905">
            <a:extLst>
              <a:ext uri="{FF2B5EF4-FFF2-40B4-BE49-F238E27FC236}">
                <a16:creationId xmlns:a16="http://schemas.microsoft.com/office/drawing/2014/main" id="{B0F6856E-51A0-1E56-8284-1A94026B5365}"/>
              </a:ext>
            </a:extLst>
          </p:cNvPr>
          <p:cNvSpPr>
            <a:spLocks noGrp="1" noChangeArrowheads="1"/>
          </p:cNvSpPr>
          <p:nvPr>
            <p:ph type="title"/>
          </p:nvPr>
        </p:nvSpPr>
        <p:spPr/>
        <p:txBody>
          <a:bodyPr/>
          <a:lstStyle/>
          <a:p>
            <a:r>
              <a:rPr lang="en-US" altLang="zh-CN">
                <a:solidFill>
                  <a:srgbClr val="FFFF00"/>
                </a:solidFill>
              </a:rPr>
              <a:t>3.3.3 </a:t>
            </a:r>
            <a:r>
              <a:rPr lang="zh-CN" altLang="en-US">
                <a:solidFill>
                  <a:srgbClr val="FFFF00"/>
                </a:solidFill>
              </a:rPr>
              <a:t>线性消费函数（</a:t>
            </a:r>
            <a:r>
              <a:rPr lang="en-US" altLang="zh-CN">
                <a:solidFill>
                  <a:srgbClr val="FFFF00"/>
                </a:solidFill>
              </a:rPr>
              <a:t>2</a:t>
            </a:r>
            <a:r>
              <a:rPr lang="zh-CN" altLang="en-US">
                <a:solidFill>
                  <a:srgbClr val="FFFF00"/>
                </a:solidFill>
              </a:rPr>
              <a:t>）</a:t>
            </a:r>
          </a:p>
        </p:txBody>
      </p:sp>
      <p:sp>
        <p:nvSpPr>
          <p:cNvPr id="1019907" name="Text Placeholder 1019906">
            <a:extLst>
              <a:ext uri="{FF2B5EF4-FFF2-40B4-BE49-F238E27FC236}">
                <a16:creationId xmlns:a16="http://schemas.microsoft.com/office/drawing/2014/main" id="{CEDA68C7-41A6-F46D-85C0-C0D6EA588F89}"/>
              </a:ext>
            </a:extLst>
          </p:cNvPr>
          <p:cNvSpPr>
            <a:spLocks noGrp="1" noChangeArrowheads="1"/>
          </p:cNvSpPr>
          <p:nvPr>
            <p:ph type="body" idx="1"/>
          </p:nvPr>
        </p:nvSpPr>
        <p:spPr>
          <a:xfrm>
            <a:off x="838200" y="1219200"/>
            <a:ext cx="3805238" cy="4154488"/>
          </a:xfrm>
        </p:spPr>
        <p:txBody>
          <a:bodyPr/>
          <a:lstStyle/>
          <a:p>
            <a:r>
              <a:rPr lang="en-US" altLang="zh-CN" sz="2800"/>
              <a:t>APC=a/Y+b</a:t>
            </a:r>
          </a:p>
          <a:p>
            <a:r>
              <a:rPr lang="en-US" altLang="zh-CN" sz="2800"/>
              <a:t>MPC=b</a:t>
            </a:r>
            <a:r>
              <a:rPr lang="zh-CN" altLang="en-US" sz="2800"/>
              <a:t>在图中表</a:t>
            </a:r>
          </a:p>
          <a:p>
            <a:pPr>
              <a:buFont typeface="Arial" panose="020B0604020202020204" pitchFamily="34" charset="0"/>
              <a:buNone/>
            </a:pPr>
            <a:r>
              <a:rPr lang="zh-CN" altLang="en-US" sz="2800"/>
              <a:t>现为斜率</a:t>
            </a:r>
          </a:p>
          <a:p>
            <a:pPr>
              <a:buFont typeface="Arial" panose="020B0604020202020204" pitchFamily="34" charset="0"/>
              <a:buNone/>
            </a:pPr>
            <a:r>
              <a:rPr lang="en-US" altLang="zh-CN" sz="2800"/>
              <a:t>a</a:t>
            </a:r>
            <a:r>
              <a:rPr lang="zh-CN" altLang="en-US" sz="2800"/>
              <a:t>是基本消费部分</a:t>
            </a:r>
          </a:p>
          <a:p>
            <a:pPr>
              <a:buFont typeface="Arial" panose="020B0604020202020204" pitchFamily="34" charset="0"/>
              <a:buNone/>
            </a:pPr>
            <a:r>
              <a:rPr lang="zh-CN" altLang="en-US" sz="2800"/>
              <a:t>（自发性消费）</a:t>
            </a:r>
          </a:p>
          <a:p>
            <a:pPr>
              <a:buFont typeface="Arial" panose="020B0604020202020204" pitchFamily="34" charset="0"/>
              <a:buNone/>
            </a:pPr>
            <a:r>
              <a:rPr lang="zh-CN" altLang="en-US" sz="2800"/>
              <a:t>大于零。</a:t>
            </a:r>
          </a:p>
          <a:p>
            <a:pPr>
              <a:buFont typeface="Arial" panose="020B0604020202020204" pitchFamily="34" charset="0"/>
              <a:buNone/>
            </a:pPr>
            <a:endParaRPr lang="zh-CN" altLang="en-US" sz="2800"/>
          </a:p>
          <a:p>
            <a:endParaRPr lang="zh-CN" altLang="en-US"/>
          </a:p>
        </p:txBody>
      </p:sp>
      <p:sp>
        <p:nvSpPr>
          <p:cNvPr id="29699" name="直接连接符 1019907">
            <a:extLst>
              <a:ext uri="{FF2B5EF4-FFF2-40B4-BE49-F238E27FC236}">
                <a16:creationId xmlns:a16="http://schemas.microsoft.com/office/drawing/2014/main" id="{3E821839-0171-F5FA-406C-9C3D207B5004}"/>
              </a:ext>
            </a:extLst>
          </p:cNvPr>
          <p:cNvSpPr>
            <a:spLocks noChangeShapeType="1"/>
          </p:cNvSpPr>
          <p:nvPr/>
        </p:nvSpPr>
        <p:spPr bwMode="auto">
          <a:xfrm flipV="1">
            <a:off x="5334000" y="2133600"/>
            <a:ext cx="0" cy="3200400"/>
          </a:xfrm>
          <a:prstGeom prst="line">
            <a:avLst/>
          </a:prstGeom>
          <a:noFill/>
          <a:ln w="31750" cap="sq">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00" name="直接连接符 1019908">
            <a:extLst>
              <a:ext uri="{FF2B5EF4-FFF2-40B4-BE49-F238E27FC236}">
                <a16:creationId xmlns:a16="http://schemas.microsoft.com/office/drawing/2014/main" id="{2D73DC5F-4169-2447-AABA-0F1C4B63B008}"/>
              </a:ext>
            </a:extLst>
          </p:cNvPr>
          <p:cNvSpPr>
            <a:spLocks noChangeShapeType="1"/>
          </p:cNvSpPr>
          <p:nvPr/>
        </p:nvSpPr>
        <p:spPr bwMode="auto">
          <a:xfrm>
            <a:off x="5334000" y="5334000"/>
            <a:ext cx="3581400" cy="0"/>
          </a:xfrm>
          <a:prstGeom prst="line">
            <a:avLst/>
          </a:prstGeom>
          <a:noFill/>
          <a:ln w="31750" cap="sq">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01" name="直接连接符 1019909">
            <a:extLst>
              <a:ext uri="{FF2B5EF4-FFF2-40B4-BE49-F238E27FC236}">
                <a16:creationId xmlns:a16="http://schemas.microsoft.com/office/drawing/2014/main" id="{0785CD03-142F-06B4-3724-B7FCC18B3B02}"/>
              </a:ext>
            </a:extLst>
          </p:cNvPr>
          <p:cNvSpPr>
            <a:spLocks noChangeShapeType="1"/>
          </p:cNvSpPr>
          <p:nvPr/>
        </p:nvSpPr>
        <p:spPr bwMode="auto">
          <a:xfrm flipV="1">
            <a:off x="5334000" y="2286000"/>
            <a:ext cx="3200400" cy="3048000"/>
          </a:xfrm>
          <a:prstGeom prst="line">
            <a:avLst/>
          </a:prstGeom>
          <a:noFill/>
          <a:ln w="31750"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02" name="DRAWING2STR_FREEFORM 1019910">
            <a:extLst>
              <a:ext uri="{FF2B5EF4-FFF2-40B4-BE49-F238E27FC236}">
                <a16:creationId xmlns:a16="http://schemas.microsoft.com/office/drawing/2014/main" id="{AF8DB86A-57DF-BCFF-F312-81A44F23B363}"/>
              </a:ext>
            </a:extLst>
          </p:cNvPr>
          <p:cNvSpPr>
            <a:spLocks noChangeArrowheads="1"/>
          </p:cNvSpPr>
          <p:nvPr/>
        </p:nvSpPr>
        <p:spPr bwMode="auto">
          <a:xfrm>
            <a:off x="5943600" y="4876800"/>
            <a:ext cx="254000" cy="457200"/>
          </a:xfrm>
          <a:custGeom>
            <a:avLst/>
            <a:gdLst>
              <a:gd name="T0" fmla="*/ 0 w 160"/>
              <a:gd name="T1" fmla="*/ 0 h 288"/>
              <a:gd name="T2" fmla="*/ 144 w 160"/>
              <a:gd name="T3" fmla="*/ 144 h 288"/>
              <a:gd name="T4" fmla="*/ 96 w 160"/>
              <a:gd name="T5" fmla="*/ 288 h 288"/>
            </a:gdLst>
            <a:ahLst/>
            <a:cxnLst>
              <a:cxn ang="0">
                <a:pos x="T0" y="T1"/>
              </a:cxn>
              <a:cxn ang="0">
                <a:pos x="T2" y="T3"/>
              </a:cxn>
              <a:cxn ang="0">
                <a:pos x="T4" y="T5"/>
              </a:cxn>
            </a:cxnLst>
            <a:rect l="0" t="0" r="r" b="b"/>
            <a:pathLst>
              <a:path w="160" h="288">
                <a:moveTo>
                  <a:pt x="0" y="0"/>
                </a:moveTo>
                <a:cubicBezTo>
                  <a:pt x="64" y="48"/>
                  <a:pt x="128" y="96"/>
                  <a:pt x="144" y="144"/>
                </a:cubicBezTo>
                <a:cubicBezTo>
                  <a:pt x="160" y="192"/>
                  <a:pt x="104" y="264"/>
                  <a:pt x="96" y="288"/>
                </a:cubicBezTo>
              </a:path>
            </a:pathLst>
          </a:custGeom>
          <a:noFill/>
          <a:ln w="31750"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29703" name="直接连接符 1019911">
            <a:extLst>
              <a:ext uri="{FF2B5EF4-FFF2-40B4-BE49-F238E27FC236}">
                <a16:creationId xmlns:a16="http://schemas.microsoft.com/office/drawing/2014/main" id="{EC776659-89E6-3321-1C6E-8CE8710F8EF3}"/>
              </a:ext>
            </a:extLst>
          </p:cNvPr>
          <p:cNvSpPr>
            <a:spLocks noChangeShapeType="1"/>
          </p:cNvSpPr>
          <p:nvPr/>
        </p:nvSpPr>
        <p:spPr bwMode="auto">
          <a:xfrm flipV="1">
            <a:off x="5334000" y="2895600"/>
            <a:ext cx="3810000" cy="762000"/>
          </a:xfrm>
          <a:prstGeom prst="line">
            <a:avLst/>
          </a:prstGeom>
          <a:noFill/>
          <a:ln w="31750" cap="sq">
            <a:solidFill>
              <a:srgbClr val="FF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04" name="文本框 1019912">
            <a:extLst>
              <a:ext uri="{FF2B5EF4-FFF2-40B4-BE49-F238E27FC236}">
                <a16:creationId xmlns:a16="http://schemas.microsoft.com/office/drawing/2014/main" id="{4FCCFA9D-F4EC-2271-48E3-D1A039680B8E}"/>
              </a:ext>
            </a:extLst>
          </p:cNvPr>
          <p:cNvSpPr txBox="1">
            <a:spLocks noChangeArrowheads="1"/>
          </p:cNvSpPr>
          <p:nvPr/>
        </p:nvSpPr>
        <p:spPr bwMode="auto">
          <a:xfrm>
            <a:off x="5622925" y="2936875"/>
            <a:ext cx="1238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C=a+bY</a:t>
            </a:r>
          </a:p>
        </p:txBody>
      </p:sp>
      <p:sp>
        <p:nvSpPr>
          <p:cNvPr id="29705" name="文本框 1019913">
            <a:extLst>
              <a:ext uri="{FF2B5EF4-FFF2-40B4-BE49-F238E27FC236}">
                <a16:creationId xmlns:a16="http://schemas.microsoft.com/office/drawing/2014/main" id="{57EC42DA-8E32-829E-4FFF-53C9733454A0}"/>
              </a:ext>
            </a:extLst>
          </p:cNvPr>
          <p:cNvSpPr txBox="1">
            <a:spLocks noChangeArrowheads="1"/>
          </p:cNvSpPr>
          <p:nvPr/>
        </p:nvSpPr>
        <p:spPr bwMode="auto">
          <a:xfrm>
            <a:off x="4937125" y="51466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o</a:t>
            </a:r>
          </a:p>
        </p:txBody>
      </p:sp>
      <p:sp>
        <p:nvSpPr>
          <p:cNvPr id="29706" name="文本框 1019914">
            <a:extLst>
              <a:ext uri="{FF2B5EF4-FFF2-40B4-BE49-F238E27FC236}">
                <a16:creationId xmlns:a16="http://schemas.microsoft.com/office/drawing/2014/main" id="{C03F3D32-69CE-DEE3-0BFA-56764780625E}"/>
              </a:ext>
            </a:extLst>
          </p:cNvPr>
          <p:cNvSpPr txBox="1">
            <a:spLocks noChangeArrowheads="1"/>
          </p:cNvSpPr>
          <p:nvPr/>
        </p:nvSpPr>
        <p:spPr bwMode="auto">
          <a:xfrm>
            <a:off x="8518525" y="5299075"/>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Y</a:t>
            </a:r>
          </a:p>
        </p:txBody>
      </p:sp>
      <p:sp>
        <p:nvSpPr>
          <p:cNvPr id="29707" name="文本框 1019915">
            <a:extLst>
              <a:ext uri="{FF2B5EF4-FFF2-40B4-BE49-F238E27FC236}">
                <a16:creationId xmlns:a16="http://schemas.microsoft.com/office/drawing/2014/main" id="{369EC61D-B388-B859-985A-8947127FEFEA}"/>
              </a:ext>
            </a:extLst>
          </p:cNvPr>
          <p:cNvSpPr txBox="1">
            <a:spLocks noChangeArrowheads="1"/>
          </p:cNvSpPr>
          <p:nvPr/>
        </p:nvSpPr>
        <p:spPr bwMode="auto">
          <a:xfrm>
            <a:off x="4860925" y="2098675"/>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C</a:t>
            </a:r>
          </a:p>
        </p:txBody>
      </p:sp>
      <p:sp>
        <p:nvSpPr>
          <p:cNvPr id="29708" name="文本框 1019916">
            <a:extLst>
              <a:ext uri="{FF2B5EF4-FFF2-40B4-BE49-F238E27FC236}">
                <a16:creationId xmlns:a16="http://schemas.microsoft.com/office/drawing/2014/main" id="{67AEF1FD-B4F7-A837-13A1-26DC909F6A2D}"/>
              </a:ext>
            </a:extLst>
          </p:cNvPr>
          <p:cNvSpPr txBox="1">
            <a:spLocks noChangeArrowheads="1"/>
          </p:cNvSpPr>
          <p:nvPr/>
        </p:nvSpPr>
        <p:spPr bwMode="auto">
          <a:xfrm>
            <a:off x="6080125" y="4613275"/>
            <a:ext cx="590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45</a:t>
            </a:r>
            <a:r>
              <a:rPr lang="en-US" altLang="zh-CN" sz="2400" i="0" baseline="30000">
                <a:solidFill>
                  <a:schemeClr val="tx1"/>
                </a:solidFill>
              </a:rPr>
              <a:t>0</a:t>
            </a:r>
            <a:endParaRPr lang="en-US" altLang="zh-CN" sz="2400" i="0">
              <a:solidFill>
                <a:schemeClr val="tx1"/>
              </a:solidFill>
            </a:endParaRPr>
          </a:p>
        </p:txBody>
      </p:sp>
      <p:sp>
        <p:nvSpPr>
          <p:cNvPr id="29709" name="左大括号 1019917">
            <a:extLst>
              <a:ext uri="{FF2B5EF4-FFF2-40B4-BE49-F238E27FC236}">
                <a16:creationId xmlns:a16="http://schemas.microsoft.com/office/drawing/2014/main" id="{E7098266-7131-0E9E-866C-D2757EF3D903}"/>
              </a:ext>
            </a:extLst>
          </p:cNvPr>
          <p:cNvSpPr>
            <a:spLocks/>
          </p:cNvSpPr>
          <p:nvPr/>
        </p:nvSpPr>
        <p:spPr bwMode="auto">
          <a:xfrm>
            <a:off x="4859338" y="3644900"/>
            <a:ext cx="504825" cy="1655763"/>
          </a:xfrm>
          <a:prstGeom prst="leftBrace">
            <a:avLst>
              <a:gd name="adj1" fmla="val 27317"/>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29710" name="文本框 1019919">
            <a:extLst>
              <a:ext uri="{FF2B5EF4-FFF2-40B4-BE49-F238E27FC236}">
                <a16:creationId xmlns:a16="http://schemas.microsoft.com/office/drawing/2014/main" id="{71413E44-870F-426E-B7EF-060C2646E7FB}"/>
              </a:ext>
            </a:extLst>
          </p:cNvPr>
          <p:cNvSpPr txBox="1">
            <a:spLocks noChangeArrowheads="1"/>
          </p:cNvSpPr>
          <p:nvPr/>
        </p:nvSpPr>
        <p:spPr bwMode="auto">
          <a:xfrm>
            <a:off x="4500563" y="4149725"/>
            <a:ext cx="319087"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buClr>
                <a:srgbClr val="99CCCC"/>
              </a:buClr>
            </a:pPr>
            <a:r>
              <a:rPr lang="en-US" altLang="zh-CN" sz="2400" i="0"/>
              <a:t>a</a:t>
            </a:r>
          </a:p>
        </p:txBody>
      </p:sp>
      <p:sp>
        <p:nvSpPr>
          <p:cNvPr id="29711" name="Slide Number Placeholder 1">
            <a:extLst>
              <a:ext uri="{FF2B5EF4-FFF2-40B4-BE49-F238E27FC236}">
                <a16:creationId xmlns:a16="http://schemas.microsoft.com/office/drawing/2014/main" id="{FFD568B2-897A-807E-7C85-5615FAB179F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92D30D46-667C-49BC-BB20-198903FC6FDD}" type="slidenum">
              <a:rPr lang="en-AU" altLang="zh-CN" sz="1400" i="0">
                <a:latin typeface="Arial" panose="020B0604020202020204" pitchFamily="34" charset="0"/>
              </a:rPr>
              <a:pPr algn="r"/>
              <a:t>19</a:t>
            </a:fld>
            <a:endParaRPr lang="en-AU" altLang="zh-CN" sz="1400" i="0">
              <a:latin typeface="Arial" panose="020B0604020202020204" pitchFamily="34" charset="0"/>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1019907">
                                            <p:txEl>
                                              <p:pRg st="0" end="0"/>
                                            </p:txEl>
                                          </p:spTgt>
                                        </p:tgtEl>
                                        <p:attrNameLst>
                                          <p:attrName>style.visibility</p:attrName>
                                        </p:attrNameLst>
                                      </p:cBhvr>
                                      <p:to>
                                        <p:strVal val="visible"/>
                                      </p:to>
                                    </p:set>
                                    <p:anim calcmode="lin" valueType="num">
                                      <p:cBhvr>
                                        <p:cTn id="7" dur="1000" fill="hold"/>
                                        <p:tgtEl>
                                          <p:spTgt spid="1019907">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1019907">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1019907">
                                            <p:txEl>
                                              <p:pRg st="0" end="0"/>
                                            </p:txEl>
                                          </p:spTgt>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019907">
                                            <p:txEl>
                                              <p:pRg st="0" end="0"/>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5" presetClass="entr" presetSubtype="0" fill="hold" grpId="0" nodeType="clickEffect">
                                  <p:stCondLst>
                                    <p:cond delay="0"/>
                                  </p:stCondLst>
                                  <p:childTnLst>
                                    <p:set>
                                      <p:cBhvr>
                                        <p:cTn id="14" dur="1" fill="hold">
                                          <p:stCondLst>
                                            <p:cond delay="0"/>
                                          </p:stCondLst>
                                        </p:cTn>
                                        <p:tgtEl>
                                          <p:spTgt spid="1019907">
                                            <p:txEl>
                                              <p:pRg st="1" end="1"/>
                                            </p:txEl>
                                          </p:spTgt>
                                        </p:tgtEl>
                                        <p:attrNameLst>
                                          <p:attrName>style.visibility</p:attrName>
                                        </p:attrNameLst>
                                      </p:cBhvr>
                                      <p:to>
                                        <p:strVal val="visible"/>
                                      </p:to>
                                    </p:set>
                                    <p:anim calcmode="lin" valueType="num">
                                      <p:cBhvr>
                                        <p:cTn id="15" dur="1000" fill="hold"/>
                                        <p:tgtEl>
                                          <p:spTgt spid="1019907">
                                            <p:txEl>
                                              <p:pRg st="1" end="1"/>
                                            </p:txEl>
                                          </p:spTgt>
                                        </p:tgtEl>
                                        <p:attrNameLst>
                                          <p:attrName>ppt_w</p:attrName>
                                        </p:attrNameLst>
                                      </p:cBhvr>
                                      <p:tavLst>
                                        <p:tav tm="0">
                                          <p:val>
                                            <p:fltVal val="0"/>
                                          </p:val>
                                        </p:tav>
                                        <p:tav tm="100000">
                                          <p:val>
                                            <p:strVal val="#ppt_w"/>
                                          </p:val>
                                        </p:tav>
                                      </p:tavLst>
                                    </p:anim>
                                    <p:anim calcmode="lin" valueType="num">
                                      <p:cBhvr>
                                        <p:cTn id="16" dur="1000" fill="hold"/>
                                        <p:tgtEl>
                                          <p:spTgt spid="1019907">
                                            <p:txEl>
                                              <p:pRg st="1" end="1"/>
                                            </p:txEl>
                                          </p:spTgt>
                                        </p:tgtEl>
                                        <p:attrNameLst>
                                          <p:attrName>ppt_h</p:attrName>
                                        </p:attrNameLst>
                                      </p:cBhvr>
                                      <p:tavLst>
                                        <p:tav tm="0">
                                          <p:val>
                                            <p:fltVal val="0"/>
                                          </p:val>
                                        </p:tav>
                                        <p:tav tm="100000">
                                          <p:val>
                                            <p:strVal val="#ppt_h"/>
                                          </p:val>
                                        </p:tav>
                                      </p:tavLst>
                                    </p:anim>
                                    <p:anim calcmode="lin" valueType="num">
                                      <p:cBhvr>
                                        <p:cTn id="17" dur="1000" fill="hold"/>
                                        <p:tgtEl>
                                          <p:spTgt spid="1019907">
                                            <p:txEl>
                                              <p:pRg st="1" end="1"/>
                                            </p:txEl>
                                          </p:spTgt>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1019907">
                                            <p:txEl>
                                              <p:pRg st="1" end="1"/>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1019907">
                                            <p:txEl>
                                              <p:pRg st="2" end="2"/>
                                            </p:txEl>
                                          </p:spTgt>
                                        </p:tgtEl>
                                        <p:attrNameLst>
                                          <p:attrName>style.visibility</p:attrName>
                                        </p:attrNameLst>
                                      </p:cBhvr>
                                      <p:to>
                                        <p:strVal val="visible"/>
                                      </p:to>
                                    </p:set>
                                    <p:anim calcmode="lin" valueType="num">
                                      <p:cBhvr>
                                        <p:cTn id="23" dur="1000" fill="hold"/>
                                        <p:tgtEl>
                                          <p:spTgt spid="1019907">
                                            <p:txEl>
                                              <p:pRg st="2" end="2"/>
                                            </p:txEl>
                                          </p:spTgt>
                                        </p:tgtEl>
                                        <p:attrNameLst>
                                          <p:attrName>ppt_w</p:attrName>
                                        </p:attrNameLst>
                                      </p:cBhvr>
                                      <p:tavLst>
                                        <p:tav tm="0">
                                          <p:val>
                                            <p:fltVal val="0"/>
                                          </p:val>
                                        </p:tav>
                                        <p:tav tm="100000">
                                          <p:val>
                                            <p:strVal val="#ppt_w"/>
                                          </p:val>
                                        </p:tav>
                                      </p:tavLst>
                                    </p:anim>
                                    <p:anim calcmode="lin" valueType="num">
                                      <p:cBhvr>
                                        <p:cTn id="24" dur="1000" fill="hold"/>
                                        <p:tgtEl>
                                          <p:spTgt spid="1019907">
                                            <p:txEl>
                                              <p:pRg st="2" end="2"/>
                                            </p:txEl>
                                          </p:spTgt>
                                        </p:tgtEl>
                                        <p:attrNameLst>
                                          <p:attrName>ppt_h</p:attrName>
                                        </p:attrNameLst>
                                      </p:cBhvr>
                                      <p:tavLst>
                                        <p:tav tm="0">
                                          <p:val>
                                            <p:fltVal val="0"/>
                                          </p:val>
                                        </p:tav>
                                        <p:tav tm="100000">
                                          <p:val>
                                            <p:strVal val="#ppt_h"/>
                                          </p:val>
                                        </p:tav>
                                      </p:tavLst>
                                    </p:anim>
                                    <p:anim calcmode="lin" valueType="num">
                                      <p:cBhvr>
                                        <p:cTn id="25" dur="1000" fill="hold"/>
                                        <p:tgtEl>
                                          <p:spTgt spid="1019907">
                                            <p:txEl>
                                              <p:pRg st="2" end="2"/>
                                            </p:txEl>
                                          </p:spTgt>
                                        </p:tgtEl>
                                        <p:attrNameLst>
                                          <p:attrName>ppt_x</p:attrName>
                                        </p:attrNameLst>
                                      </p:cBhvr>
                                      <p:tavLst>
                                        <p:tav tm="0" fmla="#ppt_x+(cos(-2*pi*(1-$))*-#ppt_x-sin(-2*pi*(1-$))*(1-#ppt_y))*(1-$)">
                                          <p:val>
                                            <p:fltVal val="0"/>
                                          </p:val>
                                        </p:tav>
                                        <p:tav tm="100000">
                                          <p:val>
                                            <p:fltVal val="1"/>
                                          </p:val>
                                        </p:tav>
                                      </p:tavLst>
                                    </p:anim>
                                    <p:anim calcmode="lin" valueType="num">
                                      <p:cBhvr>
                                        <p:cTn id="26" dur="1000" fill="hold"/>
                                        <p:tgtEl>
                                          <p:spTgt spid="1019907">
                                            <p:txEl>
                                              <p:pRg st="2" end="2"/>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15" presetClass="entr" presetSubtype="0" fill="hold" grpId="0" nodeType="clickEffect">
                                  <p:stCondLst>
                                    <p:cond delay="0"/>
                                  </p:stCondLst>
                                  <p:childTnLst>
                                    <p:set>
                                      <p:cBhvr>
                                        <p:cTn id="30" dur="1" fill="hold">
                                          <p:stCondLst>
                                            <p:cond delay="0"/>
                                          </p:stCondLst>
                                        </p:cTn>
                                        <p:tgtEl>
                                          <p:spTgt spid="1019907">
                                            <p:txEl>
                                              <p:pRg st="3" end="3"/>
                                            </p:txEl>
                                          </p:spTgt>
                                        </p:tgtEl>
                                        <p:attrNameLst>
                                          <p:attrName>style.visibility</p:attrName>
                                        </p:attrNameLst>
                                      </p:cBhvr>
                                      <p:to>
                                        <p:strVal val="visible"/>
                                      </p:to>
                                    </p:set>
                                    <p:anim calcmode="lin" valueType="num">
                                      <p:cBhvr>
                                        <p:cTn id="31" dur="1000" fill="hold"/>
                                        <p:tgtEl>
                                          <p:spTgt spid="1019907">
                                            <p:txEl>
                                              <p:pRg st="3" end="3"/>
                                            </p:txEl>
                                          </p:spTgt>
                                        </p:tgtEl>
                                        <p:attrNameLst>
                                          <p:attrName>ppt_w</p:attrName>
                                        </p:attrNameLst>
                                      </p:cBhvr>
                                      <p:tavLst>
                                        <p:tav tm="0">
                                          <p:val>
                                            <p:fltVal val="0"/>
                                          </p:val>
                                        </p:tav>
                                        <p:tav tm="100000">
                                          <p:val>
                                            <p:strVal val="#ppt_w"/>
                                          </p:val>
                                        </p:tav>
                                      </p:tavLst>
                                    </p:anim>
                                    <p:anim calcmode="lin" valueType="num">
                                      <p:cBhvr>
                                        <p:cTn id="32" dur="1000" fill="hold"/>
                                        <p:tgtEl>
                                          <p:spTgt spid="1019907">
                                            <p:txEl>
                                              <p:pRg st="3" end="3"/>
                                            </p:txEl>
                                          </p:spTgt>
                                        </p:tgtEl>
                                        <p:attrNameLst>
                                          <p:attrName>ppt_h</p:attrName>
                                        </p:attrNameLst>
                                      </p:cBhvr>
                                      <p:tavLst>
                                        <p:tav tm="0">
                                          <p:val>
                                            <p:fltVal val="0"/>
                                          </p:val>
                                        </p:tav>
                                        <p:tav tm="100000">
                                          <p:val>
                                            <p:strVal val="#ppt_h"/>
                                          </p:val>
                                        </p:tav>
                                      </p:tavLst>
                                    </p:anim>
                                    <p:anim calcmode="lin" valueType="num">
                                      <p:cBhvr>
                                        <p:cTn id="33" dur="1000" fill="hold"/>
                                        <p:tgtEl>
                                          <p:spTgt spid="1019907">
                                            <p:txEl>
                                              <p:pRg st="3" end="3"/>
                                            </p:txEl>
                                          </p:spTgt>
                                        </p:tgtEl>
                                        <p:attrNameLst>
                                          <p:attrName>ppt_x</p:attrName>
                                        </p:attrNameLst>
                                      </p:cBhvr>
                                      <p:tavLst>
                                        <p:tav tm="0" fmla="#ppt_x+(cos(-2*pi*(1-$))*-#ppt_x-sin(-2*pi*(1-$))*(1-#ppt_y))*(1-$)">
                                          <p:val>
                                            <p:fltVal val="0"/>
                                          </p:val>
                                        </p:tav>
                                        <p:tav tm="100000">
                                          <p:val>
                                            <p:fltVal val="1"/>
                                          </p:val>
                                        </p:tav>
                                      </p:tavLst>
                                    </p:anim>
                                    <p:anim calcmode="lin" valueType="num">
                                      <p:cBhvr>
                                        <p:cTn id="34" dur="1000" fill="hold"/>
                                        <p:tgtEl>
                                          <p:spTgt spid="1019907">
                                            <p:txEl>
                                              <p:pRg st="3" end="3"/>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15" presetClass="entr" presetSubtype="0" fill="hold" grpId="0" nodeType="clickEffect">
                                  <p:stCondLst>
                                    <p:cond delay="0"/>
                                  </p:stCondLst>
                                  <p:childTnLst>
                                    <p:set>
                                      <p:cBhvr>
                                        <p:cTn id="38" dur="1" fill="hold">
                                          <p:stCondLst>
                                            <p:cond delay="0"/>
                                          </p:stCondLst>
                                        </p:cTn>
                                        <p:tgtEl>
                                          <p:spTgt spid="1019907">
                                            <p:txEl>
                                              <p:pRg st="4" end="4"/>
                                            </p:txEl>
                                          </p:spTgt>
                                        </p:tgtEl>
                                        <p:attrNameLst>
                                          <p:attrName>style.visibility</p:attrName>
                                        </p:attrNameLst>
                                      </p:cBhvr>
                                      <p:to>
                                        <p:strVal val="visible"/>
                                      </p:to>
                                    </p:set>
                                    <p:anim calcmode="lin" valueType="num">
                                      <p:cBhvr>
                                        <p:cTn id="39" dur="1000" fill="hold"/>
                                        <p:tgtEl>
                                          <p:spTgt spid="1019907">
                                            <p:txEl>
                                              <p:pRg st="4" end="4"/>
                                            </p:txEl>
                                          </p:spTgt>
                                        </p:tgtEl>
                                        <p:attrNameLst>
                                          <p:attrName>ppt_w</p:attrName>
                                        </p:attrNameLst>
                                      </p:cBhvr>
                                      <p:tavLst>
                                        <p:tav tm="0">
                                          <p:val>
                                            <p:fltVal val="0"/>
                                          </p:val>
                                        </p:tav>
                                        <p:tav tm="100000">
                                          <p:val>
                                            <p:strVal val="#ppt_w"/>
                                          </p:val>
                                        </p:tav>
                                      </p:tavLst>
                                    </p:anim>
                                    <p:anim calcmode="lin" valueType="num">
                                      <p:cBhvr>
                                        <p:cTn id="40" dur="1000" fill="hold"/>
                                        <p:tgtEl>
                                          <p:spTgt spid="1019907">
                                            <p:txEl>
                                              <p:pRg st="4" end="4"/>
                                            </p:txEl>
                                          </p:spTgt>
                                        </p:tgtEl>
                                        <p:attrNameLst>
                                          <p:attrName>ppt_h</p:attrName>
                                        </p:attrNameLst>
                                      </p:cBhvr>
                                      <p:tavLst>
                                        <p:tav tm="0">
                                          <p:val>
                                            <p:fltVal val="0"/>
                                          </p:val>
                                        </p:tav>
                                        <p:tav tm="100000">
                                          <p:val>
                                            <p:strVal val="#ppt_h"/>
                                          </p:val>
                                        </p:tav>
                                      </p:tavLst>
                                    </p:anim>
                                    <p:anim calcmode="lin" valueType="num">
                                      <p:cBhvr>
                                        <p:cTn id="41" dur="1000" fill="hold"/>
                                        <p:tgtEl>
                                          <p:spTgt spid="1019907">
                                            <p:txEl>
                                              <p:pRg st="4" end="4"/>
                                            </p:txEl>
                                          </p:spTgt>
                                        </p:tgtEl>
                                        <p:attrNameLst>
                                          <p:attrName>ppt_x</p:attrName>
                                        </p:attrNameLst>
                                      </p:cBhvr>
                                      <p:tavLst>
                                        <p:tav tm="0" fmla="#ppt_x+(cos(-2*pi*(1-$))*-#ppt_x-sin(-2*pi*(1-$))*(1-#ppt_y))*(1-$)">
                                          <p:val>
                                            <p:fltVal val="0"/>
                                          </p:val>
                                        </p:tav>
                                        <p:tav tm="100000">
                                          <p:val>
                                            <p:fltVal val="1"/>
                                          </p:val>
                                        </p:tav>
                                      </p:tavLst>
                                    </p:anim>
                                    <p:anim calcmode="lin" valueType="num">
                                      <p:cBhvr>
                                        <p:cTn id="42" dur="1000" fill="hold"/>
                                        <p:tgtEl>
                                          <p:spTgt spid="1019907">
                                            <p:txEl>
                                              <p:pRg st="4" end="4"/>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15" presetClass="entr" presetSubtype="0" fill="hold" grpId="0" nodeType="clickEffect">
                                  <p:stCondLst>
                                    <p:cond delay="0"/>
                                  </p:stCondLst>
                                  <p:childTnLst>
                                    <p:set>
                                      <p:cBhvr>
                                        <p:cTn id="46" dur="1" fill="hold">
                                          <p:stCondLst>
                                            <p:cond delay="0"/>
                                          </p:stCondLst>
                                        </p:cTn>
                                        <p:tgtEl>
                                          <p:spTgt spid="1019907">
                                            <p:txEl>
                                              <p:pRg st="5" end="5"/>
                                            </p:txEl>
                                          </p:spTgt>
                                        </p:tgtEl>
                                        <p:attrNameLst>
                                          <p:attrName>style.visibility</p:attrName>
                                        </p:attrNameLst>
                                      </p:cBhvr>
                                      <p:to>
                                        <p:strVal val="visible"/>
                                      </p:to>
                                    </p:set>
                                    <p:anim calcmode="lin" valueType="num">
                                      <p:cBhvr>
                                        <p:cTn id="47" dur="1000" fill="hold"/>
                                        <p:tgtEl>
                                          <p:spTgt spid="1019907">
                                            <p:txEl>
                                              <p:pRg st="5" end="5"/>
                                            </p:txEl>
                                          </p:spTgt>
                                        </p:tgtEl>
                                        <p:attrNameLst>
                                          <p:attrName>ppt_w</p:attrName>
                                        </p:attrNameLst>
                                      </p:cBhvr>
                                      <p:tavLst>
                                        <p:tav tm="0">
                                          <p:val>
                                            <p:fltVal val="0"/>
                                          </p:val>
                                        </p:tav>
                                        <p:tav tm="100000">
                                          <p:val>
                                            <p:strVal val="#ppt_w"/>
                                          </p:val>
                                        </p:tav>
                                      </p:tavLst>
                                    </p:anim>
                                    <p:anim calcmode="lin" valueType="num">
                                      <p:cBhvr>
                                        <p:cTn id="48" dur="1000" fill="hold"/>
                                        <p:tgtEl>
                                          <p:spTgt spid="1019907">
                                            <p:txEl>
                                              <p:pRg st="5" end="5"/>
                                            </p:txEl>
                                          </p:spTgt>
                                        </p:tgtEl>
                                        <p:attrNameLst>
                                          <p:attrName>ppt_h</p:attrName>
                                        </p:attrNameLst>
                                      </p:cBhvr>
                                      <p:tavLst>
                                        <p:tav tm="0">
                                          <p:val>
                                            <p:fltVal val="0"/>
                                          </p:val>
                                        </p:tav>
                                        <p:tav tm="100000">
                                          <p:val>
                                            <p:strVal val="#ppt_h"/>
                                          </p:val>
                                        </p:tav>
                                      </p:tavLst>
                                    </p:anim>
                                    <p:anim calcmode="lin" valueType="num">
                                      <p:cBhvr>
                                        <p:cTn id="49" dur="1000" fill="hold"/>
                                        <p:tgtEl>
                                          <p:spTgt spid="1019907">
                                            <p:txEl>
                                              <p:pRg st="5" end="5"/>
                                            </p:txEl>
                                          </p:spTgt>
                                        </p:tgtEl>
                                        <p:attrNameLst>
                                          <p:attrName>ppt_x</p:attrName>
                                        </p:attrNameLst>
                                      </p:cBhvr>
                                      <p:tavLst>
                                        <p:tav tm="0" fmla="#ppt_x+(cos(-2*pi*(1-$))*-#ppt_x-sin(-2*pi*(1-$))*(1-#ppt_y))*(1-$)">
                                          <p:val>
                                            <p:fltVal val="0"/>
                                          </p:val>
                                        </p:tav>
                                        <p:tav tm="100000">
                                          <p:val>
                                            <p:fltVal val="1"/>
                                          </p:val>
                                        </p:tav>
                                      </p:tavLst>
                                    </p:anim>
                                    <p:anim calcmode="lin" valueType="num">
                                      <p:cBhvr>
                                        <p:cTn id="50" dur="1000" fill="hold"/>
                                        <p:tgtEl>
                                          <p:spTgt spid="1019907">
                                            <p:txEl>
                                              <p:pRg st="5" end="5"/>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9907" grpId="0" build="p"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1" name="Title 1020929">
            <a:extLst>
              <a:ext uri="{FF2B5EF4-FFF2-40B4-BE49-F238E27FC236}">
                <a16:creationId xmlns:a16="http://schemas.microsoft.com/office/drawing/2014/main" id="{25278DB6-3144-18C2-3535-564D5455D18E}"/>
              </a:ext>
            </a:extLst>
          </p:cNvPr>
          <p:cNvSpPr>
            <a:spLocks noGrp="1" noChangeArrowheads="1"/>
          </p:cNvSpPr>
          <p:nvPr>
            <p:ph type="title"/>
          </p:nvPr>
        </p:nvSpPr>
        <p:spPr/>
        <p:txBody>
          <a:bodyPr/>
          <a:lstStyle/>
          <a:p>
            <a:r>
              <a:rPr lang="en-US" altLang="zh-CN">
                <a:solidFill>
                  <a:srgbClr val="FFFF00"/>
                </a:solidFill>
              </a:rPr>
              <a:t>3.3.3 </a:t>
            </a:r>
            <a:r>
              <a:rPr lang="zh-CN" altLang="en-US">
                <a:solidFill>
                  <a:srgbClr val="FFFF00"/>
                </a:solidFill>
              </a:rPr>
              <a:t>线性消费函数（</a:t>
            </a:r>
            <a:r>
              <a:rPr lang="en-US" altLang="zh-CN">
                <a:solidFill>
                  <a:srgbClr val="FFFF00"/>
                </a:solidFill>
              </a:rPr>
              <a:t>4</a:t>
            </a:r>
            <a:r>
              <a:rPr lang="zh-CN" altLang="en-US">
                <a:solidFill>
                  <a:srgbClr val="FFFF00"/>
                </a:solidFill>
              </a:rPr>
              <a:t>）</a:t>
            </a:r>
          </a:p>
        </p:txBody>
      </p:sp>
      <p:sp>
        <p:nvSpPr>
          <p:cNvPr id="1020931" name="Text Placeholder 1020930">
            <a:extLst>
              <a:ext uri="{FF2B5EF4-FFF2-40B4-BE49-F238E27FC236}">
                <a16:creationId xmlns:a16="http://schemas.microsoft.com/office/drawing/2014/main" id="{6FF08FB4-D5F5-EA7E-5493-0AC277D558DC}"/>
              </a:ext>
            </a:extLst>
          </p:cNvPr>
          <p:cNvSpPr>
            <a:spLocks noGrp="1" noChangeArrowheads="1"/>
          </p:cNvSpPr>
          <p:nvPr>
            <p:ph type="body" idx="1"/>
          </p:nvPr>
        </p:nvSpPr>
        <p:spPr/>
        <p:txBody>
          <a:bodyPr/>
          <a:lstStyle/>
          <a:p>
            <a:pPr>
              <a:buFont typeface="Arial" panose="020B0604020202020204" pitchFamily="34" charset="0"/>
              <a:buNone/>
            </a:pPr>
            <a:r>
              <a:rPr lang="zh-CN" altLang="en-US" sz="3200"/>
              <a:t>存在自发性消费</a:t>
            </a:r>
            <a:r>
              <a:rPr lang="en-US" altLang="zh-CN" sz="3200"/>
              <a:t>a</a:t>
            </a:r>
            <a:r>
              <a:rPr lang="zh-CN" altLang="en-US" sz="3200"/>
              <a:t>，</a:t>
            </a:r>
            <a:r>
              <a:rPr lang="en-US" altLang="zh-CN" sz="3200"/>
              <a:t>a</a:t>
            </a:r>
            <a:r>
              <a:rPr lang="zh-CN" altLang="en-US" sz="3200"/>
              <a:t>为一给定常数</a:t>
            </a:r>
          </a:p>
          <a:p>
            <a:pPr>
              <a:buFont typeface="Arial" panose="020B0604020202020204" pitchFamily="34" charset="0"/>
              <a:buNone/>
            </a:pPr>
            <a:r>
              <a:rPr lang="zh-CN" altLang="en-US" sz="3200"/>
              <a:t>边际消费倾向为</a:t>
            </a:r>
            <a:r>
              <a:rPr lang="en-US" altLang="zh-CN" sz="3200"/>
              <a:t>b,1 &gt; b &gt; 0,</a:t>
            </a:r>
            <a:r>
              <a:rPr lang="zh-CN" altLang="en-US" sz="3200"/>
              <a:t>是一个常数。</a:t>
            </a:r>
          </a:p>
          <a:p>
            <a:pPr>
              <a:buFont typeface="Arial" panose="020B0604020202020204" pitchFamily="34" charset="0"/>
              <a:buNone/>
            </a:pPr>
            <a:r>
              <a:rPr lang="zh-CN" altLang="en-US" sz="3200"/>
              <a:t>平均消费倾向</a:t>
            </a:r>
            <a:r>
              <a:rPr lang="en-US" altLang="zh-CN" sz="3200"/>
              <a:t>APC=C/ Y</a:t>
            </a:r>
            <a:r>
              <a:rPr lang="en-US" altLang="zh-CN" sz="3200" baseline="-25000"/>
              <a:t>d</a:t>
            </a:r>
            <a:r>
              <a:rPr lang="en-US" altLang="zh-CN" sz="3200"/>
              <a:t> =a/Y</a:t>
            </a:r>
            <a:r>
              <a:rPr lang="en-US" altLang="zh-CN" sz="3200" baseline="-25000"/>
              <a:t>d</a:t>
            </a:r>
            <a:r>
              <a:rPr lang="en-US" altLang="zh-CN" sz="3200"/>
              <a:t>+b</a:t>
            </a:r>
          </a:p>
          <a:p>
            <a:pPr>
              <a:buFont typeface="Arial" panose="020B0604020202020204" pitchFamily="34" charset="0"/>
              <a:buNone/>
            </a:pPr>
            <a:r>
              <a:rPr lang="zh-CN" altLang="en-US" sz="3200"/>
              <a:t>随着收入提高，平均消费倾向递减且大于边际消费倾向。</a:t>
            </a:r>
          </a:p>
        </p:txBody>
      </p:sp>
      <p:sp>
        <p:nvSpPr>
          <p:cNvPr id="30723" name="DRAWING2STR_FREEFORM 1020931">
            <a:hlinkClick r:id="" action="ppaction://noaction"/>
            <a:extLst>
              <a:ext uri="{FF2B5EF4-FFF2-40B4-BE49-F238E27FC236}">
                <a16:creationId xmlns:a16="http://schemas.microsoft.com/office/drawing/2014/main" id="{1080FCCC-0DB2-7EAE-7C46-8DDAC378EF24}"/>
              </a:ext>
            </a:extLst>
          </p:cNvPr>
          <p:cNvSpPr>
            <a:spLocks noChangeArrowheads="1"/>
          </p:cNvSpPr>
          <p:nvPr/>
        </p:nvSpPr>
        <p:spPr bwMode="auto">
          <a:xfrm>
            <a:off x="7812088" y="5805488"/>
            <a:ext cx="838200" cy="762000"/>
          </a:xfrm>
          <a:custGeom>
            <a:avLst/>
            <a:gdLst>
              <a:gd name="T0" fmla="*/ 5400 w 21600"/>
              <a:gd name="T1" fmla="*/ 5400 h 21600"/>
              <a:gd name="T2" fmla="*/ 9450 w 21600"/>
              <a:gd name="T3" fmla="*/ 5400 h 21600"/>
              <a:gd name="T4" fmla="*/ 9450 w 21600"/>
              <a:gd name="T5" fmla="*/ 2700 h 21600"/>
              <a:gd name="T6" fmla="*/ 8100 w 21600"/>
              <a:gd name="T7" fmla="*/ 2700 h 21600"/>
              <a:gd name="T8" fmla="*/ 10800 w 21600"/>
              <a:gd name="T9" fmla="*/ 0 h 21600"/>
              <a:gd name="T10" fmla="*/ 13500 w 21600"/>
              <a:gd name="T11" fmla="*/ 2700 h 21600"/>
              <a:gd name="T12" fmla="*/ 12150 w 21600"/>
              <a:gd name="T13" fmla="*/ 2700 h 21600"/>
              <a:gd name="T14" fmla="*/ 12150 w 21600"/>
              <a:gd name="T15" fmla="*/ 5400 h 21600"/>
              <a:gd name="T16" fmla="*/ 16200 w 21600"/>
              <a:gd name="T17" fmla="*/ 5400 h 21600"/>
              <a:gd name="T18" fmla="*/ 16200 w 21600"/>
              <a:gd name="T19" fmla="*/ 9450 h 21600"/>
              <a:gd name="T20" fmla="*/ 18900 w 21600"/>
              <a:gd name="T21" fmla="*/ 9450 h 21600"/>
              <a:gd name="T22" fmla="*/ 18900 w 21600"/>
              <a:gd name="T23" fmla="*/ 8100 h 21600"/>
              <a:gd name="T24" fmla="*/ 21600 w 21600"/>
              <a:gd name="T25" fmla="*/ 10800 h 21600"/>
              <a:gd name="T26" fmla="*/ 18900 w 21600"/>
              <a:gd name="T27" fmla="*/ 13500 h 21600"/>
              <a:gd name="T28" fmla="*/ 18900 w 21600"/>
              <a:gd name="T29" fmla="*/ 12150 h 21600"/>
              <a:gd name="T30" fmla="*/ 16200 w 21600"/>
              <a:gd name="T31" fmla="*/ 12150 h 21600"/>
              <a:gd name="T32" fmla="*/ 16200 w 21600"/>
              <a:gd name="T33" fmla="*/ 16200 h 21600"/>
              <a:gd name="T34" fmla="*/ 12150 w 21600"/>
              <a:gd name="T35" fmla="*/ 16200 h 21600"/>
              <a:gd name="T36" fmla="*/ 12150 w 21600"/>
              <a:gd name="T37" fmla="*/ 18900 h 21600"/>
              <a:gd name="T38" fmla="*/ 13500 w 21600"/>
              <a:gd name="T39" fmla="*/ 18900 h 21600"/>
              <a:gd name="T40" fmla="*/ 10800 w 21600"/>
              <a:gd name="T41" fmla="*/ 21600 h 21600"/>
              <a:gd name="T42" fmla="*/ 8100 w 21600"/>
              <a:gd name="T43" fmla="*/ 18900 h 21600"/>
              <a:gd name="T44" fmla="*/ 9450 w 21600"/>
              <a:gd name="T45" fmla="*/ 18900 h 21600"/>
              <a:gd name="T46" fmla="*/ 9450 w 21600"/>
              <a:gd name="T47" fmla="*/ 16200 h 21600"/>
              <a:gd name="T48" fmla="*/ 5400 w 21600"/>
              <a:gd name="T49" fmla="*/ 16200 h 21600"/>
              <a:gd name="T50" fmla="*/ 5400 w 21600"/>
              <a:gd name="T51" fmla="*/ 12150 h 21600"/>
              <a:gd name="T52" fmla="*/ 2700 w 21600"/>
              <a:gd name="T53" fmla="*/ 12150 h 21600"/>
              <a:gd name="T54" fmla="*/ 2700 w 21600"/>
              <a:gd name="T55" fmla="*/ 13500 h 21600"/>
              <a:gd name="T56" fmla="*/ 0 w 21600"/>
              <a:gd name="T57" fmla="*/ 10800 h 21600"/>
              <a:gd name="T58" fmla="*/ 2700 w 21600"/>
              <a:gd name="T59" fmla="*/ 8100 h 21600"/>
              <a:gd name="T60" fmla="*/ 2700 w 21600"/>
              <a:gd name="T61" fmla="*/ 9450 h 21600"/>
              <a:gd name="T62" fmla="*/ 5400 w 21600"/>
              <a:gd name="T63" fmla="*/ 945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1600" h="21600">
                <a:moveTo>
                  <a:pt x="5400" y="5400"/>
                </a:moveTo>
                <a:lnTo>
                  <a:pt x="9450" y="5400"/>
                </a:lnTo>
                <a:lnTo>
                  <a:pt x="9450" y="2700"/>
                </a:lnTo>
                <a:lnTo>
                  <a:pt x="8100" y="2700"/>
                </a:lnTo>
                <a:lnTo>
                  <a:pt x="10800" y="0"/>
                </a:lnTo>
                <a:lnTo>
                  <a:pt x="13500" y="2700"/>
                </a:lnTo>
                <a:lnTo>
                  <a:pt x="12150" y="2700"/>
                </a:lnTo>
                <a:lnTo>
                  <a:pt x="12150" y="5400"/>
                </a:lnTo>
                <a:lnTo>
                  <a:pt x="16200" y="5400"/>
                </a:lnTo>
                <a:lnTo>
                  <a:pt x="16200" y="9450"/>
                </a:lnTo>
                <a:lnTo>
                  <a:pt x="18900" y="9450"/>
                </a:lnTo>
                <a:lnTo>
                  <a:pt x="18900" y="8100"/>
                </a:lnTo>
                <a:lnTo>
                  <a:pt x="21600" y="10800"/>
                </a:lnTo>
                <a:lnTo>
                  <a:pt x="18900" y="13500"/>
                </a:lnTo>
                <a:lnTo>
                  <a:pt x="18900" y="12150"/>
                </a:lnTo>
                <a:lnTo>
                  <a:pt x="16200" y="12150"/>
                </a:lnTo>
                <a:lnTo>
                  <a:pt x="16200" y="16200"/>
                </a:lnTo>
                <a:lnTo>
                  <a:pt x="12150" y="16200"/>
                </a:lnTo>
                <a:lnTo>
                  <a:pt x="12150" y="18900"/>
                </a:lnTo>
                <a:lnTo>
                  <a:pt x="13500" y="18900"/>
                </a:lnTo>
                <a:lnTo>
                  <a:pt x="10800" y="21600"/>
                </a:lnTo>
                <a:lnTo>
                  <a:pt x="8100" y="18900"/>
                </a:lnTo>
                <a:lnTo>
                  <a:pt x="9450" y="18900"/>
                </a:lnTo>
                <a:lnTo>
                  <a:pt x="9450" y="16200"/>
                </a:lnTo>
                <a:lnTo>
                  <a:pt x="5400" y="16200"/>
                </a:lnTo>
                <a:lnTo>
                  <a:pt x="5400" y="12150"/>
                </a:lnTo>
                <a:lnTo>
                  <a:pt x="2700" y="12150"/>
                </a:lnTo>
                <a:lnTo>
                  <a:pt x="2700" y="13500"/>
                </a:lnTo>
                <a:lnTo>
                  <a:pt x="0" y="10800"/>
                </a:lnTo>
                <a:lnTo>
                  <a:pt x="2700" y="8100"/>
                </a:lnTo>
                <a:lnTo>
                  <a:pt x="2700" y="9450"/>
                </a:lnTo>
                <a:lnTo>
                  <a:pt x="5400" y="9450"/>
                </a:lnTo>
                <a:close/>
              </a:path>
            </a:pathLst>
          </a:custGeom>
          <a:noFill/>
          <a:ln w="31750"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30724" name="Slide Number Placeholder 1">
            <a:extLst>
              <a:ext uri="{FF2B5EF4-FFF2-40B4-BE49-F238E27FC236}">
                <a16:creationId xmlns:a16="http://schemas.microsoft.com/office/drawing/2014/main" id="{82C6C117-9EF3-5C96-49FE-0372B4CF620F}"/>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244776C9-2B51-416C-B0EE-4FB7494C9875}" type="slidenum">
              <a:rPr lang="en-AU" altLang="zh-CN" sz="1400" i="0">
                <a:latin typeface="Arial" panose="020B0604020202020204" pitchFamily="34" charset="0"/>
              </a:rPr>
              <a:pPr algn="r"/>
              <a:t>20</a:t>
            </a:fld>
            <a:endParaRPr lang="en-AU" altLang="zh-CN" sz="1400" i="0">
              <a:latin typeface="Arial" panose="020B0604020202020204" pitchFamily="34" charset="0"/>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1020931">
                                            <p:txEl>
                                              <p:pRg st="0" end="0"/>
                                            </p:txEl>
                                          </p:spTgt>
                                        </p:tgtEl>
                                        <p:attrNameLst>
                                          <p:attrName>style.visibility</p:attrName>
                                        </p:attrNameLst>
                                      </p:cBhvr>
                                      <p:to>
                                        <p:strVal val="visible"/>
                                      </p:to>
                                    </p:set>
                                    <p:anim calcmode="lin" valueType="num">
                                      <p:cBhvr>
                                        <p:cTn id="7" dur="1000" fill="hold"/>
                                        <p:tgtEl>
                                          <p:spTgt spid="1020931">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1020931">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1020931">
                                            <p:txEl>
                                              <p:pRg st="0" end="0"/>
                                            </p:txEl>
                                          </p:spTgt>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020931">
                                            <p:txEl>
                                              <p:pRg st="0" end="0"/>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5" presetClass="entr" presetSubtype="0" fill="hold" grpId="0" nodeType="clickEffect">
                                  <p:stCondLst>
                                    <p:cond delay="0"/>
                                  </p:stCondLst>
                                  <p:childTnLst>
                                    <p:set>
                                      <p:cBhvr>
                                        <p:cTn id="14" dur="1" fill="hold">
                                          <p:stCondLst>
                                            <p:cond delay="0"/>
                                          </p:stCondLst>
                                        </p:cTn>
                                        <p:tgtEl>
                                          <p:spTgt spid="1020931">
                                            <p:txEl>
                                              <p:pRg st="1" end="1"/>
                                            </p:txEl>
                                          </p:spTgt>
                                        </p:tgtEl>
                                        <p:attrNameLst>
                                          <p:attrName>style.visibility</p:attrName>
                                        </p:attrNameLst>
                                      </p:cBhvr>
                                      <p:to>
                                        <p:strVal val="visible"/>
                                      </p:to>
                                    </p:set>
                                    <p:anim calcmode="lin" valueType="num">
                                      <p:cBhvr>
                                        <p:cTn id="15" dur="1000" fill="hold"/>
                                        <p:tgtEl>
                                          <p:spTgt spid="1020931">
                                            <p:txEl>
                                              <p:pRg st="1" end="1"/>
                                            </p:txEl>
                                          </p:spTgt>
                                        </p:tgtEl>
                                        <p:attrNameLst>
                                          <p:attrName>ppt_w</p:attrName>
                                        </p:attrNameLst>
                                      </p:cBhvr>
                                      <p:tavLst>
                                        <p:tav tm="0">
                                          <p:val>
                                            <p:fltVal val="0"/>
                                          </p:val>
                                        </p:tav>
                                        <p:tav tm="100000">
                                          <p:val>
                                            <p:strVal val="#ppt_w"/>
                                          </p:val>
                                        </p:tav>
                                      </p:tavLst>
                                    </p:anim>
                                    <p:anim calcmode="lin" valueType="num">
                                      <p:cBhvr>
                                        <p:cTn id="16" dur="1000" fill="hold"/>
                                        <p:tgtEl>
                                          <p:spTgt spid="1020931">
                                            <p:txEl>
                                              <p:pRg st="1" end="1"/>
                                            </p:txEl>
                                          </p:spTgt>
                                        </p:tgtEl>
                                        <p:attrNameLst>
                                          <p:attrName>ppt_h</p:attrName>
                                        </p:attrNameLst>
                                      </p:cBhvr>
                                      <p:tavLst>
                                        <p:tav tm="0">
                                          <p:val>
                                            <p:fltVal val="0"/>
                                          </p:val>
                                        </p:tav>
                                        <p:tav tm="100000">
                                          <p:val>
                                            <p:strVal val="#ppt_h"/>
                                          </p:val>
                                        </p:tav>
                                      </p:tavLst>
                                    </p:anim>
                                    <p:anim calcmode="lin" valueType="num">
                                      <p:cBhvr>
                                        <p:cTn id="17" dur="1000" fill="hold"/>
                                        <p:tgtEl>
                                          <p:spTgt spid="1020931">
                                            <p:txEl>
                                              <p:pRg st="1" end="1"/>
                                            </p:txEl>
                                          </p:spTgt>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1020931">
                                            <p:txEl>
                                              <p:pRg st="1" end="1"/>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1020931">
                                            <p:txEl>
                                              <p:pRg st="2" end="2"/>
                                            </p:txEl>
                                          </p:spTgt>
                                        </p:tgtEl>
                                        <p:attrNameLst>
                                          <p:attrName>style.visibility</p:attrName>
                                        </p:attrNameLst>
                                      </p:cBhvr>
                                      <p:to>
                                        <p:strVal val="visible"/>
                                      </p:to>
                                    </p:set>
                                    <p:anim calcmode="lin" valueType="num">
                                      <p:cBhvr>
                                        <p:cTn id="23" dur="1000" fill="hold"/>
                                        <p:tgtEl>
                                          <p:spTgt spid="1020931">
                                            <p:txEl>
                                              <p:pRg st="2" end="2"/>
                                            </p:txEl>
                                          </p:spTgt>
                                        </p:tgtEl>
                                        <p:attrNameLst>
                                          <p:attrName>ppt_w</p:attrName>
                                        </p:attrNameLst>
                                      </p:cBhvr>
                                      <p:tavLst>
                                        <p:tav tm="0">
                                          <p:val>
                                            <p:fltVal val="0"/>
                                          </p:val>
                                        </p:tav>
                                        <p:tav tm="100000">
                                          <p:val>
                                            <p:strVal val="#ppt_w"/>
                                          </p:val>
                                        </p:tav>
                                      </p:tavLst>
                                    </p:anim>
                                    <p:anim calcmode="lin" valueType="num">
                                      <p:cBhvr>
                                        <p:cTn id="24" dur="1000" fill="hold"/>
                                        <p:tgtEl>
                                          <p:spTgt spid="1020931">
                                            <p:txEl>
                                              <p:pRg st="2" end="2"/>
                                            </p:txEl>
                                          </p:spTgt>
                                        </p:tgtEl>
                                        <p:attrNameLst>
                                          <p:attrName>ppt_h</p:attrName>
                                        </p:attrNameLst>
                                      </p:cBhvr>
                                      <p:tavLst>
                                        <p:tav tm="0">
                                          <p:val>
                                            <p:fltVal val="0"/>
                                          </p:val>
                                        </p:tav>
                                        <p:tav tm="100000">
                                          <p:val>
                                            <p:strVal val="#ppt_h"/>
                                          </p:val>
                                        </p:tav>
                                      </p:tavLst>
                                    </p:anim>
                                    <p:anim calcmode="lin" valueType="num">
                                      <p:cBhvr>
                                        <p:cTn id="25" dur="1000" fill="hold"/>
                                        <p:tgtEl>
                                          <p:spTgt spid="1020931">
                                            <p:txEl>
                                              <p:pRg st="2" end="2"/>
                                            </p:txEl>
                                          </p:spTgt>
                                        </p:tgtEl>
                                        <p:attrNameLst>
                                          <p:attrName>ppt_x</p:attrName>
                                        </p:attrNameLst>
                                      </p:cBhvr>
                                      <p:tavLst>
                                        <p:tav tm="0" fmla="#ppt_x+(cos(-2*pi*(1-$))*-#ppt_x-sin(-2*pi*(1-$))*(1-#ppt_y))*(1-$)">
                                          <p:val>
                                            <p:fltVal val="0"/>
                                          </p:val>
                                        </p:tav>
                                        <p:tav tm="100000">
                                          <p:val>
                                            <p:fltVal val="1"/>
                                          </p:val>
                                        </p:tav>
                                      </p:tavLst>
                                    </p:anim>
                                    <p:anim calcmode="lin" valueType="num">
                                      <p:cBhvr>
                                        <p:cTn id="26" dur="1000" fill="hold"/>
                                        <p:tgtEl>
                                          <p:spTgt spid="1020931">
                                            <p:txEl>
                                              <p:pRg st="2" end="2"/>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15" presetClass="entr" presetSubtype="0" fill="hold" grpId="0" nodeType="clickEffect">
                                  <p:stCondLst>
                                    <p:cond delay="0"/>
                                  </p:stCondLst>
                                  <p:childTnLst>
                                    <p:set>
                                      <p:cBhvr>
                                        <p:cTn id="30" dur="1" fill="hold">
                                          <p:stCondLst>
                                            <p:cond delay="0"/>
                                          </p:stCondLst>
                                        </p:cTn>
                                        <p:tgtEl>
                                          <p:spTgt spid="1020931">
                                            <p:txEl>
                                              <p:pRg st="3" end="3"/>
                                            </p:txEl>
                                          </p:spTgt>
                                        </p:tgtEl>
                                        <p:attrNameLst>
                                          <p:attrName>style.visibility</p:attrName>
                                        </p:attrNameLst>
                                      </p:cBhvr>
                                      <p:to>
                                        <p:strVal val="visible"/>
                                      </p:to>
                                    </p:set>
                                    <p:anim calcmode="lin" valueType="num">
                                      <p:cBhvr>
                                        <p:cTn id="31" dur="1000" fill="hold"/>
                                        <p:tgtEl>
                                          <p:spTgt spid="1020931">
                                            <p:txEl>
                                              <p:pRg st="3" end="3"/>
                                            </p:txEl>
                                          </p:spTgt>
                                        </p:tgtEl>
                                        <p:attrNameLst>
                                          <p:attrName>ppt_w</p:attrName>
                                        </p:attrNameLst>
                                      </p:cBhvr>
                                      <p:tavLst>
                                        <p:tav tm="0">
                                          <p:val>
                                            <p:fltVal val="0"/>
                                          </p:val>
                                        </p:tav>
                                        <p:tav tm="100000">
                                          <p:val>
                                            <p:strVal val="#ppt_w"/>
                                          </p:val>
                                        </p:tav>
                                      </p:tavLst>
                                    </p:anim>
                                    <p:anim calcmode="lin" valueType="num">
                                      <p:cBhvr>
                                        <p:cTn id="32" dur="1000" fill="hold"/>
                                        <p:tgtEl>
                                          <p:spTgt spid="1020931">
                                            <p:txEl>
                                              <p:pRg st="3" end="3"/>
                                            </p:txEl>
                                          </p:spTgt>
                                        </p:tgtEl>
                                        <p:attrNameLst>
                                          <p:attrName>ppt_h</p:attrName>
                                        </p:attrNameLst>
                                      </p:cBhvr>
                                      <p:tavLst>
                                        <p:tav tm="0">
                                          <p:val>
                                            <p:fltVal val="0"/>
                                          </p:val>
                                        </p:tav>
                                        <p:tav tm="100000">
                                          <p:val>
                                            <p:strVal val="#ppt_h"/>
                                          </p:val>
                                        </p:tav>
                                      </p:tavLst>
                                    </p:anim>
                                    <p:anim calcmode="lin" valueType="num">
                                      <p:cBhvr>
                                        <p:cTn id="33" dur="1000" fill="hold"/>
                                        <p:tgtEl>
                                          <p:spTgt spid="1020931">
                                            <p:txEl>
                                              <p:pRg st="3" end="3"/>
                                            </p:txEl>
                                          </p:spTgt>
                                        </p:tgtEl>
                                        <p:attrNameLst>
                                          <p:attrName>ppt_x</p:attrName>
                                        </p:attrNameLst>
                                      </p:cBhvr>
                                      <p:tavLst>
                                        <p:tav tm="0" fmla="#ppt_x+(cos(-2*pi*(1-$))*-#ppt_x-sin(-2*pi*(1-$))*(1-#ppt_y))*(1-$)">
                                          <p:val>
                                            <p:fltVal val="0"/>
                                          </p:val>
                                        </p:tav>
                                        <p:tav tm="100000">
                                          <p:val>
                                            <p:fltVal val="1"/>
                                          </p:val>
                                        </p:tav>
                                      </p:tavLst>
                                    </p:anim>
                                    <p:anim calcmode="lin" valueType="num">
                                      <p:cBhvr>
                                        <p:cTn id="34" dur="1000" fill="hold"/>
                                        <p:tgtEl>
                                          <p:spTgt spid="1020931">
                                            <p:txEl>
                                              <p:pRg st="3" end="3"/>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0931" grpId="0" build="p"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745" name="Title 1029121">
            <a:extLst>
              <a:ext uri="{FF2B5EF4-FFF2-40B4-BE49-F238E27FC236}">
                <a16:creationId xmlns:a16="http://schemas.microsoft.com/office/drawing/2014/main" id="{CD9B8617-3459-A711-BCF5-2375AC67FBD9}"/>
              </a:ext>
            </a:extLst>
          </p:cNvPr>
          <p:cNvSpPr>
            <a:spLocks noGrp="1" noChangeArrowheads="1"/>
          </p:cNvSpPr>
          <p:nvPr>
            <p:ph type="title"/>
          </p:nvPr>
        </p:nvSpPr>
        <p:spPr/>
        <p:txBody>
          <a:bodyPr/>
          <a:lstStyle/>
          <a:p>
            <a:r>
              <a:rPr lang="en-US" altLang="zh-CN">
                <a:solidFill>
                  <a:srgbClr val="FFFF00"/>
                </a:solidFill>
              </a:rPr>
              <a:t>3.3.</a:t>
            </a:r>
            <a:r>
              <a:rPr lang="zh-CN" altLang="en-US">
                <a:solidFill>
                  <a:srgbClr val="FFFF00"/>
                </a:solidFill>
              </a:rPr>
              <a:t>４ 储蓄函数</a:t>
            </a:r>
          </a:p>
        </p:txBody>
      </p:sp>
      <p:sp>
        <p:nvSpPr>
          <p:cNvPr id="31747" name="Slide Number Placeholder 1">
            <a:extLst>
              <a:ext uri="{FF2B5EF4-FFF2-40B4-BE49-F238E27FC236}">
                <a16:creationId xmlns:a16="http://schemas.microsoft.com/office/drawing/2014/main" id="{2D5ADD13-7DF7-CF43-324C-6978CA9B924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1E93C477-3239-40E4-A04C-8DEBBB6C0BE3}" type="slidenum">
              <a:rPr lang="en-AU" altLang="zh-CN" sz="1400" i="0">
                <a:latin typeface="Arial" panose="020B0604020202020204" pitchFamily="34" charset="0"/>
              </a:rPr>
              <a:pPr algn="r"/>
              <a:t>21</a:t>
            </a:fld>
            <a:endParaRPr lang="en-AU" altLang="zh-CN" sz="1400" i="0">
              <a:latin typeface="Arial" panose="020B0604020202020204" pitchFamily="34" charset="0"/>
            </a:endParaRPr>
          </a:p>
        </p:txBody>
      </p:sp>
    </p:spTree>
    <p:controls>
      <mc:AlternateContent xmlns:mc="http://schemas.openxmlformats.org/markup-compatibility/2006">
        <mc:Choice xmlns:v="urn:schemas-microsoft-com:vml" Requires="v">
          <p:control name="TextBox1" r:id="rId1" imgW="9067680" imgH="5509440"/>
        </mc:Choice>
        <mc:Fallback>
          <p:control name="TextBox1" r:id="rId1" imgW="9067680" imgH="5509440">
            <p:pic>
              <p:nvPicPr>
                <p:cNvPr id="31746" name="TextBox1">
                  <a:extLst>
                    <a:ext uri="{FF2B5EF4-FFF2-40B4-BE49-F238E27FC236}">
                      <a16:creationId xmlns:a16="http://schemas.microsoft.com/office/drawing/2014/main" id="{AD2697DE-B76B-2F13-BF7B-64680733B545}"/>
                    </a:ext>
                  </a:extLst>
                </p:cNvPr>
                <p:cNvPicPr>
                  <a:picLocks noChangeArrowheads="1" noChangeShapeType="1"/>
                </p:cNvPicPr>
                <p:nvPr/>
              </p:nvPicPr>
              <p:blipFill>
                <a:blip r:embed="rId3"/>
                <a:srcRect/>
                <a:stretch>
                  <a:fillRect/>
                </a:stretch>
              </p:blipFill>
              <p:spPr bwMode="auto">
                <a:xfrm>
                  <a:off x="57150" y="989013"/>
                  <a:ext cx="9069388" cy="5510212"/>
                </a:xfrm>
                <a:prstGeom prst="rect">
                  <a:avLst/>
                </a:prstGeom>
                <a:ln>
                  <a:noFill/>
                </a:ln>
                <a:extLst>
                  <a:ext uri="{91240B29-F687-4F45-9708-019B960494DF}">
                    <a14:hiddenLine xmlns:a14="http://schemas.microsoft.com/office/drawing/2010/main">
                      <a:noFill/>
                    </a14:hiddenLine>
                  </a:ext>
                </a:extLst>
              </p:spPr>
            </p:pic>
          </p:control>
        </mc:Fallback>
      </mc:AlternateContent>
    </p:controls>
  </p:cSld>
  <p:clrMapOvr>
    <a:masterClrMapping/>
  </p:clrMapOvr>
  <p:transition spd="med">
    <p:zo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文本框 1120257">
            <a:extLst>
              <a:ext uri="{FF2B5EF4-FFF2-40B4-BE49-F238E27FC236}">
                <a16:creationId xmlns:a16="http://schemas.microsoft.com/office/drawing/2014/main" id="{99279C0D-8BCB-7F57-FF82-AA73B71E2DEA}"/>
              </a:ext>
            </a:extLst>
          </p:cNvPr>
          <p:cNvSpPr txBox="1">
            <a:spLocks noChangeArrowheads="1"/>
          </p:cNvSpPr>
          <p:nvPr/>
        </p:nvSpPr>
        <p:spPr bwMode="auto">
          <a:xfrm>
            <a:off x="609600" y="228600"/>
            <a:ext cx="2012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zh-CN" altLang="en-US" sz="2400" i="0">
                <a:solidFill>
                  <a:schemeClr val="tx1"/>
                </a:solidFill>
              </a:rPr>
              <a:t>二、储蓄函数</a:t>
            </a:r>
          </a:p>
        </p:txBody>
      </p:sp>
      <p:sp>
        <p:nvSpPr>
          <p:cNvPr id="32770" name="文本框 1120258">
            <a:extLst>
              <a:ext uri="{FF2B5EF4-FFF2-40B4-BE49-F238E27FC236}">
                <a16:creationId xmlns:a16="http://schemas.microsoft.com/office/drawing/2014/main" id="{B4B934E1-E0AD-817F-FB4A-D435048839E4}"/>
              </a:ext>
            </a:extLst>
          </p:cNvPr>
          <p:cNvSpPr txBox="1">
            <a:spLocks noChangeArrowheads="1"/>
          </p:cNvSpPr>
          <p:nvPr/>
        </p:nvSpPr>
        <p:spPr bwMode="auto">
          <a:xfrm>
            <a:off x="762000" y="5788025"/>
            <a:ext cx="2998788"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MPS=△s/ △y             </a:t>
            </a:r>
          </a:p>
          <a:p>
            <a:pPr>
              <a:lnSpc>
                <a:spcPct val="100000"/>
              </a:lnSpc>
              <a:spcBef>
                <a:spcPct val="0"/>
              </a:spcBef>
            </a:pPr>
            <a:r>
              <a:rPr lang="en-US" altLang="zh-CN" sz="2400" i="0">
                <a:solidFill>
                  <a:schemeClr val="tx1"/>
                </a:solidFill>
              </a:rPr>
              <a:t>APS=s/y</a:t>
            </a:r>
          </a:p>
        </p:txBody>
      </p:sp>
      <p:sp>
        <p:nvSpPr>
          <p:cNvPr id="32771" name="文本框 1120259">
            <a:extLst>
              <a:ext uri="{FF2B5EF4-FFF2-40B4-BE49-F238E27FC236}">
                <a16:creationId xmlns:a16="http://schemas.microsoft.com/office/drawing/2014/main" id="{DF801F6B-81F5-E86C-9419-9C688ECC1B3D}"/>
              </a:ext>
            </a:extLst>
          </p:cNvPr>
          <p:cNvSpPr txBox="1">
            <a:spLocks noChangeArrowheads="1"/>
          </p:cNvSpPr>
          <p:nvPr/>
        </p:nvSpPr>
        <p:spPr bwMode="auto">
          <a:xfrm>
            <a:off x="0" y="12192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50000"/>
              </a:spcBef>
            </a:pPr>
            <a:endParaRPr lang="zh-CN" altLang="en-US" sz="2400" i="0">
              <a:solidFill>
                <a:schemeClr val="tx1"/>
              </a:solidFill>
            </a:endParaRPr>
          </a:p>
        </p:txBody>
      </p:sp>
      <p:graphicFrame>
        <p:nvGraphicFramePr>
          <p:cNvPr id="1120261" name="表格 1120260">
            <a:extLst>
              <a:ext uri="{FF2B5EF4-FFF2-40B4-BE49-F238E27FC236}">
                <a16:creationId xmlns:a16="http://schemas.microsoft.com/office/drawing/2014/main" id="{BB724E5A-801D-B6B6-38B0-07A3C9CBF662}"/>
              </a:ext>
            </a:extLst>
          </p:cNvPr>
          <p:cNvGraphicFramePr/>
          <p:nvPr/>
        </p:nvGraphicFramePr>
        <p:xfrm>
          <a:off x="533400" y="1143000"/>
          <a:ext cx="8078788" cy="4343400"/>
        </p:xfrm>
        <a:graphic>
          <a:graphicData uri="http://schemas.openxmlformats.org/drawingml/2006/table">
            <a:tbl>
              <a:tblPr/>
              <a:tblGrid>
                <a:gridCol w="534988">
                  <a:extLst>
                    <a:ext uri="{9D8B030D-6E8A-4147-A177-3AD203B41FA5}">
                      <a16:colId xmlns:a16="http://schemas.microsoft.com/office/drawing/2014/main" val="20000"/>
                    </a:ext>
                  </a:extLst>
                </a:gridCol>
                <a:gridCol w="12954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gridCol w="1981200">
                  <a:extLst>
                    <a:ext uri="{9D8B030D-6E8A-4147-A177-3AD203B41FA5}">
                      <a16:colId xmlns:a16="http://schemas.microsoft.com/office/drawing/2014/main" val="20004"/>
                    </a:ext>
                  </a:extLst>
                </a:gridCol>
                <a:gridCol w="1981200">
                  <a:extLst>
                    <a:ext uri="{9D8B030D-6E8A-4147-A177-3AD203B41FA5}">
                      <a16:colId xmlns:a16="http://schemas.microsoft.com/office/drawing/2014/main" val="20005"/>
                    </a:ext>
                  </a:extLst>
                </a:gridCol>
              </a:tblGrid>
              <a:tr h="820738">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buNone/>
                      </a:pPr>
                      <a:endParaRPr lang="zh-CN" altLang="en-US"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buNone/>
                      </a:pPr>
                      <a:r>
                        <a:rPr lang="zh-CN" altLang="en-US" dirty="0"/>
                        <a:t>收入</a:t>
                      </a:r>
                      <a:r>
                        <a:rPr lang="en-US" altLang="zh-CN"/>
                        <a:t>(y)</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buNone/>
                      </a:pPr>
                      <a:r>
                        <a:rPr lang="zh-CN" altLang="en-US" dirty="0"/>
                        <a:t>消费</a:t>
                      </a:r>
                      <a:r>
                        <a:rPr lang="en-US" altLang="zh-CN"/>
                        <a:t>(c)</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buNone/>
                      </a:pPr>
                      <a:r>
                        <a:rPr lang="zh-CN" altLang="en-US" dirty="0"/>
                        <a:t>储蓄</a:t>
                      </a:r>
                      <a:r>
                        <a:rPr lang="en-US" altLang="zh-CN"/>
                        <a:t>(s)</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buNone/>
                      </a:pPr>
                      <a:r>
                        <a:rPr lang="zh-CN" altLang="en-US" dirty="0"/>
                        <a:t>边际储蓄倾向（</a:t>
                      </a:r>
                      <a:r>
                        <a:rPr lang="en-US" altLang="zh-CN"/>
                        <a:t>MPS</a:t>
                      </a:r>
                      <a:r>
                        <a:rPr lang="zh-CN" altLang="en-US"/>
                        <a:t>）</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buNone/>
                      </a:pPr>
                      <a:r>
                        <a:rPr lang="zh-CN" altLang="en-US" dirty="0"/>
                        <a:t>平均储蓄倾向（</a:t>
                      </a:r>
                      <a:r>
                        <a:rPr lang="en-US" altLang="zh-CN"/>
                        <a:t>APS</a:t>
                      </a:r>
                      <a:r>
                        <a:rPr lang="zh-CN" altLang="en-US"/>
                        <a:t>）</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74662">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a:t>A</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a:t>9000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a:t>9110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a:t>-110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rowSpan="7">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endParaRPr lang="zh-CN" altLang="en-US" dirty="0"/>
                    </a:p>
                    <a:p>
                      <a:pPr marL="0" lvl="0" indent="0" algn="ctr">
                        <a:buNone/>
                      </a:pPr>
                      <a:r>
                        <a:rPr lang="en-US" altLang="zh-CN"/>
                        <a:t>0.11</a:t>
                      </a:r>
                    </a:p>
                    <a:p>
                      <a:pPr marL="0" lvl="0" indent="0" algn="ctr">
                        <a:buNone/>
                      </a:pPr>
                      <a:r>
                        <a:rPr lang="en-US" altLang="zh-CN"/>
                        <a:t>0.15</a:t>
                      </a:r>
                    </a:p>
                    <a:p>
                      <a:pPr marL="0" lvl="0" indent="0" algn="ctr">
                        <a:buNone/>
                      </a:pPr>
                      <a:r>
                        <a:rPr lang="en-US" altLang="zh-CN"/>
                        <a:t>0.25</a:t>
                      </a:r>
                    </a:p>
                    <a:p>
                      <a:pPr marL="0" lvl="0" indent="0" algn="ctr">
                        <a:buNone/>
                      </a:pPr>
                      <a:r>
                        <a:rPr lang="en-US" altLang="zh-CN"/>
                        <a:t>0.36</a:t>
                      </a:r>
                    </a:p>
                    <a:p>
                      <a:pPr marL="0" lvl="0" indent="0" algn="ctr">
                        <a:buNone/>
                      </a:pPr>
                      <a:r>
                        <a:rPr lang="en-US" altLang="zh-CN"/>
                        <a:t>0.41</a:t>
                      </a:r>
                    </a:p>
                    <a:p>
                      <a:pPr marL="0" lvl="0" indent="0" algn="ctr">
                        <a:buNone/>
                      </a:pPr>
                      <a:r>
                        <a:rPr lang="en-US" altLang="zh-CN"/>
                        <a:t>0.47</a:t>
                      </a:r>
                    </a:p>
                    <a:p>
                      <a:pPr marL="0" lvl="0" indent="0" algn="ctr">
                        <a:buNone/>
                      </a:pPr>
                      <a:endParaRPr lang="zh-CN" altLang="en-US"/>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a:t>-0.01</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7200">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a:t>B</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a:t>10000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a:t>10000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a:t>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vMerge="1">
                  <a:txBody>
                    <a:bodyPr/>
                    <a:lstStyle/>
                    <a:p>
                      <a:endParaRPr lang="zh-CN"/>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a:t>0</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7200">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a:t>C</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a:t>11000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a:t>10850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a:t>150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vMerge="1">
                  <a:txBody>
                    <a:bodyPr/>
                    <a:lstStyle/>
                    <a:p>
                      <a:endParaRPr lang="zh-CN"/>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a:t>0.01</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33400">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a:t>D</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a:t>12000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a:t>11600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a:t>400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vMerge="1">
                  <a:txBody>
                    <a:bodyPr/>
                    <a:lstStyle/>
                    <a:p>
                      <a:endParaRPr lang="zh-CN"/>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a:t>0.03</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58800">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a:t>E</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a:t>13000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a:t>12240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a:t>760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vMerge="1">
                  <a:txBody>
                    <a:bodyPr/>
                    <a:lstStyle/>
                    <a:p>
                      <a:endParaRPr lang="zh-CN"/>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a:t>0.06</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08000">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a:t>F</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a:t>14000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a:t>12830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a:t>1170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vMerge="1">
                  <a:txBody>
                    <a:bodyPr/>
                    <a:lstStyle/>
                    <a:p>
                      <a:endParaRPr lang="zh-CN"/>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a:t>0.08</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33400">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a:t>G</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a:t>15000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a:t>13360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a:t>1640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vMerge="1">
                  <a:txBody>
                    <a:bodyPr/>
                    <a:lstStyle/>
                    <a:p>
                      <a:endParaRPr lang="zh-CN"/>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28575" cap="flat" cmpd="sng">
                      <a:solidFill>
                        <a:schemeClr val="tx1"/>
                      </a:solidFill>
                      <a:prstDash val="solid"/>
                      <a:headEnd type="none" w="med" len="med"/>
                      <a:tailEnd type="none" w="med" len="med"/>
                    </a:lnB>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a:t>0.11</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32842" name="Slide Number Placeholder 1">
            <a:extLst>
              <a:ext uri="{FF2B5EF4-FFF2-40B4-BE49-F238E27FC236}">
                <a16:creationId xmlns:a16="http://schemas.microsoft.com/office/drawing/2014/main" id="{F8CE0764-4AE8-C892-707F-6C02E6D0135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1A9F2A39-7D79-4554-8B1A-B7EB45C6810E}" type="slidenum">
              <a:rPr lang="en-AU" altLang="zh-CN" sz="1400" i="0">
                <a:latin typeface="Arial" panose="020B0604020202020204" pitchFamily="34" charset="0"/>
              </a:rPr>
              <a:pPr algn="r"/>
              <a:t>22</a:t>
            </a:fld>
            <a:endParaRPr lang="en-AU" altLang="zh-CN" sz="1400" i="0">
              <a:latin typeface="Arial" panose="020B0604020202020204" pitchFamily="34" charset="0"/>
            </a:endParaRPr>
          </a:p>
        </p:txBody>
      </p:sp>
    </p:spTree>
  </p:cSld>
  <p:clrMapOvr>
    <a:masterClrMapping/>
  </p:clrMapOvr>
  <p:transition spd="med">
    <p:zo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直接连接符 1121281">
            <a:extLst>
              <a:ext uri="{FF2B5EF4-FFF2-40B4-BE49-F238E27FC236}">
                <a16:creationId xmlns:a16="http://schemas.microsoft.com/office/drawing/2014/main" id="{F4475D66-36FD-E286-D237-D4E81A2C823C}"/>
              </a:ext>
            </a:extLst>
          </p:cNvPr>
          <p:cNvSpPr>
            <a:spLocks noChangeShapeType="1"/>
          </p:cNvSpPr>
          <p:nvPr/>
        </p:nvSpPr>
        <p:spPr bwMode="auto">
          <a:xfrm>
            <a:off x="609600" y="1524000"/>
            <a:ext cx="0" cy="3505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794" name="直接连接符 1121282">
            <a:extLst>
              <a:ext uri="{FF2B5EF4-FFF2-40B4-BE49-F238E27FC236}">
                <a16:creationId xmlns:a16="http://schemas.microsoft.com/office/drawing/2014/main" id="{082EDA68-8557-5EC6-EF19-A01D10C9D8FC}"/>
              </a:ext>
            </a:extLst>
          </p:cNvPr>
          <p:cNvSpPr>
            <a:spLocks noChangeShapeType="1"/>
          </p:cNvSpPr>
          <p:nvPr/>
        </p:nvSpPr>
        <p:spPr bwMode="auto">
          <a:xfrm>
            <a:off x="0" y="3810000"/>
            <a:ext cx="4191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795" name="文本框 1121283">
            <a:extLst>
              <a:ext uri="{FF2B5EF4-FFF2-40B4-BE49-F238E27FC236}">
                <a16:creationId xmlns:a16="http://schemas.microsoft.com/office/drawing/2014/main" id="{6A28A79D-01C3-98C8-BA00-28D74166DABD}"/>
              </a:ext>
            </a:extLst>
          </p:cNvPr>
          <p:cNvSpPr txBox="1">
            <a:spLocks noChangeArrowheads="1"/>
          </p:cNvSpPr>
          <p:nvPr/>
        </p:nvSpPr>
        <p:spPr bwMode="auto">
          <a:xfrm>
            <a:off x="669925" y="3775075"/>
            <a:ext cx="3460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2  4  6  8  10  12  14         y</a:t>
            </a:r>
          </a:p>
        </p:txBody>
      </p:sp>
      <p:sp>
        <p:nvSpPr>
          <p:cNvPr id="33796" name="文本框 1121284">
            <a:extLst>
              <a:ext uri="{FF2B5EF4-FFF2-40B4-BE49-F238E27FC236}">
                <a16:creationId xmlns:a16="http://schemas.microsoft.com/office/drawing/2014/main" id="{41837762-7B09-E9C6-D14B-9D9719C34F60}"/>
              </a:ext>
            </a:extLst>
          </p:cNvPr>
          <p:cNvSpPr txBox="1">
            <a:spLocks noChangeArrowheads="1"/>
          </p:cNvSpPr>
          <p:nvPr/>
        </p:nvSpPr>
        <p:spPr bwMode="auto">
          <a:xfrm>
            <a:off x="288925" y="1412875"/>
            <a:ext cx="3032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s</a:t>
            </a:r>
          </a:p>
        </p:txBody>
      </p:sp>
      <p:sp>
        <p:nvSpPr>
          <p:cNvPr id="33797" name="文本框 1121285">
            <a:extLst>
              <a:ext uri="{FF2B5EF4-FFF2-40B4-BE49-F238E27FC236}">
                <a16:creationId xmlns:a16="http://schemas.microsoft.com/office/drawing/2014/main" id="{585170E3-43ED-ECDE-3F27-4C892006164F}"/>
              </a:ext>
            </a:extLst>
          </p:cNvPr>
          <p:cNvSpPr txBox="1">
            <a:spLocks noChangeArrowheads="1"/>
          </p:cNvSpPr>
          <p:nvPr/>
        </p:nvSpPr>
        <p:spPr bwMode="auto">
          <a:xfrm>
            <a:off x="212725" y="22510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2</a:t>
            </a:r>
          </a:p>
        </p:txBody>
      </p:sp>
      <p:sp>
        <p:nvSpPr>
          <p:cNvPr id="33798" name="文本框 1121286">
            <a:extLst>
              <a:ext uri="{FF2B5EF4-FFF2-40B4-BE49-F238E27FC236}">
                <a16:creationId xmlns:a16="http://schemas.microsoft.com/office/drawing/2014/main" id="{C77146F5-3A1A-DDCB-2365-103CB47B674D}"/>
              </a:ext>
            </a:extLst>
          </p:cNvPr>
          <p:cNvSpPr txBox="1">
            <a:spLocks noChangeArrowheads="1"/>
          </p:cNvSpPr>
          <p:nvPr/>
        </p:nvSpPr>
        <p:spPr bwMode="auto">
          <a:xfrm>
            <a:off x="212725" y="29368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1</a:t>
            </a:r>
          </a:p>
        </p:txBody>
      </p:sp>
      <p:sp>
        <p:nvSpPr>
          <p:cNvPr id="33799" name="文本框 1121287">
            <a:extLst>
              <a:ext uri="{FF2B5EF4-FFF2-40B4-BE49-F238E27FC236}">
                <a16:creationId xmlns:a16="http://schemas.microsoft.com/office/drawing/2014/main" id="{6B92CFB9-40A1-2944-6C35-A01903E79B7D}"/>
              </a:ext>
            </a:extLst>
          </p:cNvPr>
          <p:cNvSpPr txBox="1">
            <a:spLocks noChangeArrowheads="1"/>
          </p:cNvSpPr>
          <p:nvPr/>
        </p:nvSpPr>
        <p:spPr bwMode="auto">
          <a:xfrm>
            <a:off x="212725" y="37750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0</a:t>
            </a:r>
          </a:p>
        </p:txBody>
      </p:sp>
      <p:sp>
        <p:nvSpPr>
          <p:cNvPr id="33800" name="文本框 1121288">
            <a:extLst>
              <a:ext uri="{FF2B5EF4-FFF2-40B4-BE49-F238E27FC236}">
                <a16:creationId xmlns:a16="http://schemas.microsoft.com/office/drawing/2014/main" id="{4AEE1435-9B98-C189-56B0-309A33BA563B}"/>
              </a:ext>
            </a:extLst>
          </p:cNvPr>
          <p:cNvSpPr txBox="1">
            <a:spLocks noChangeArrowheads="1"/>
          </p:cNvSpPr>
          <p:nvPr/>
        </p:nvSpPr>
        <p:spPr bwMode="auto">
          <a:xfrm>
            <a:off x="136525" y="4384675"/>
            <a:ext cx="438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-1</a:t>
            </a:r>
          </a:p>
        </p:txBody>
      </p:sp>
      <p:sp>
        <p:nvSpPr>
          <p:cNvPr id="33801" name="DRAWING2STR_FREEFORM 1121289">
            <a:extLst>
              <a:ext uri="{FF2B5EF4-FFF2-40B4-BE49-F238E27FC236}">
                <a16:creationId xmlns:a16="http://schemas.microsoft.com/office/drawing/2014/main" id="{A874867A-600F-B580-6EF1-B64376EC9CD9}"/>
              </a:ext>
            </a:extLst>
          </p:cNvPr>
          <p:cNvSpPr>
            <a:spLocks noChangeArrowheads="1"/>
          </p:cNvSpPr>
          <p:nvPr/>
        </p:nvSpPr>
        <p:spPr bwMode="auto">
          <a:xfrm>
            <a:off x="1828800" y="2819400"/>
            <a:ext cx="1676400" cy="1181100"/>
          </a:xfrm>
          <a:custGeom>
            <a:avLst/>
            <a:gdLst>
              <a:gd name="T0" fmla="*/ 0 w 1056"/>
              <a:gd name="T1" fmla="*/ 720 h 744"/>
              <a:gd name="T2" fmla="*/ 240 w 1056"/>
              <a:gd name="T3" fmla="*/ 624 h 744"/>
              <a:gd name="T4" fmla="*/ 1056 w 1056"/>
              <a:gd name="T5" fmla="*/ 0 h 744"/>
            </a:gdLst>
            <a:ahLst/>
            <a:cxnLst>
              <a:cxn ang="0">
                <a:pos x="T0" y="T1"/>
              </a:cxn>
              <a:cxn ang="0">
                <a:pos x="T2" y="T3"/>
              </a:cxn>
              <a:cxn ang="0">
                <a:pos x="T4" y="T5"/>
              </a:cxn>
            </a:cxnLst>
            <a:rect l="0" t="0" r="r" b="b"/>
            <a:pathLst>
              <a:path w="1056" h="744">
                <a:moveTo>
                  <a:pt x="0" y="720"/>
                </a:moveTo>
                <a:cubicBezTo>
                  <a:pt x="32" y="732"/>
                  <a:pt x="64" y="744"/>
                  <a:pt x="240" y="624"/>
                </a:cubicBezTo>
                <a:cubicBezTo>
                  <a:pt x="416" y="504"/>
                  <a:pt x="736" y="252"/>
                  <a:pt x="1056" y="0"/>
                </a:cubicBezTo>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33802" name="文本框 1121290">
            <a:extLst>
              <a:ext uri="{FF2B5EF4-FFF2-40B4-BE49-F238E27FC236}">
                <a16:creationId xmlns:a16="http://schemas.microsoft.com/office/drawing/2014/main" id="{D3751A8C-D675-0204-98CB-446C56B30053}"/>
              </a:ext>
            </a:extLst>
          </p:cNvPr>
          <p:cNvSpPr txBox="1">
            <a:spLocks noChangeArrowheads="1"/>
          </p:cNvSpPr>
          <p:nvPr/>
        </p:nvSpPr>
        <p:spPr bwMode="auto">
          <a:xfrm>
            <a:off x="1812925" y="3927475"/>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A</a:t>
            </a:r>
          </a:p>
        </p:txBody>
      </p:sp>
      <p:sp>
        <p:nvSpPr>
          <p:cNvPr id="33803" name="文本框 1121291">
            <a:extLst>
              <a:ext uri="{FF2B5EF4-FFF2-40B4-BE49-F238E27FC236}">
                <a16:creationId xmlns:a16="http://schemas.microsoft.com/office/drawing/2014/main" id="{2FAE7E57-679E-CE67-E58E-90E6EC5E41AD}"/>
              </a:ext>
            </a:extLst>
          </p:cNvPr>
          <p:cNvSpPr txBox="1">
            <a:spLocks noChangeArrowheads="1"/>
          </p:cNvSpPr>
          <p:nvPr/>
        </p:nvSpPr>
        <p:spPr bwMode="auto">
          <a:xfrm>
            <a:off x="1981200" y="3429000"/>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B</a:t>
            </a:r>
          </a:p>
        </p:txBody>
      </p:sp>
      <p:sp>
        <p:nvSpPr>
          <p:cNvPr id="33804" name="文本框 1121292">
            <a:extLst>
              <a:ext uri="{FF2B5EF4-FFF2-40B4-BE49-F238E27FC236}">
                <a16:creationId xmlns:a16="http://schemas.microsoft.com/office/drawing/2014/main" id="{B49C37C8-B7C7-E82D-FDD0-31E4C152BD65}"/>
              </a:ext>
            </a:extLst>
          </p:cNvPr>
          <p:cNvSpPr txBox="1">
            <a:spLocks noChangeArrowheads="1"/>
          </p:cNvSpPr>
          <p:nvPr/>
        </p:nvSpPr>
        <p:spPr bwMode="auto">
          <a:xfrm>
            <a:off x="2193925" y="3241675"/>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C</a:t>
            </a:r>
          </a:p>
        </p:txBody>
      </p:sp>
      <p:sp>
        <p:nvSpPr>
          <p:cNvPr id="33805" name="文本框 1121293">
            <a:extLst>
              <a:ext uri="{FF2B5EF4-FFF2-40B4-BE49-F238E27FC236}">
                <a16:creationId xmlns:a16="http://schemas.microsoft.com/office/drawing/2014/main" id="{D6262A95-159C-FFCE-75BD-CD936A670A2C}"/>
              </a:ext>
            </a:extLst>
          </p:cNvPr>
          <p:cNvSpPr txBox="1">
            <a:spLocks noChangeArrowheads="1"/>
          </p:cNvSpPr>
          <p:nvPr/>
        </p:nvSpPr>
        <p:spPr bwMode="auto">
          <a:xfrm>
            <a:off x="2498725" y="3013075"/>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D</a:t>
            </a:r>
          </a:p>
        </p:txBody>
      </p:sp>
      <p:sp>
        <p:nvSpPr>
          <p:cNvPr id="33806" name="文本框 1121294">
            <a:extLst>
              <a:ext uri="{FF2B5EF4-FFF2-40B4-BE49-F238E27FC236}">
                <a16:creationId xmlns:a16="http://schemas.microsoft.com/office/drawing/2014/main" id="{DA73F840-16D1-EB13-6283-08A42C0FBF51}"/>
              </a:ext>
            </a:extLst>
          </p:cNvPr>
          <p:cNvSpPr txBox="1">
            <a:spLocks noChangeArrowheads="1"/>
          </p:cNvSpPr>
          <p:nvPr/>
        </p:nvSpPr>
        <p:spPr bwMode="auto">
          <a:xfrm>
            <a:off x="2727325" y="2784475"/>
            <a:ext cx="369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E</a:t>
            </a:r>
          </a:p>
        </p:txBody>
      </p:sp>
      <p:sp>
        <p:nvSpPr>
          <p:cNvPr id="33807" name="文本框 1121295">
            <a:extLst>
              <a:ext uri="{FF2B5EF4-FFF2-40B4-BE49-F238E27FC236}">
                <a16:creationId xmlns:a16="http://schemas.microsoft.com/office/drawing/2014/main" id="{6696DDA3-EDFD-DD17-B1F6-573286ADB97B}"/>
              </a:ext>
            </a:extLst>
          </p:cNvPr>
          <p:cNvSpPr txBox="1">
            <a:spLocks noChangeArrowheads="1"/>
          </p:cNvSpPr>
          <p:nvPr/>
        </p:nvSpPr>
        <p:spPr bwMode="auto">
          <a:xfrm>
            <a:off x="3032125" y="2479675"/>
            <a:ext cx="354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F</a:t>
            </a:r>
          </a:p>
        </p:txBody>
      </p:sp>
      <p:sp>
        <p:nvSpPr>
          <p:cNvPr id="33808" name="文本框 1121296">
            <a:extLst>
              <a:ext uri="{FF2B5EF4-FFF2-40B4-BE49-F238E27FC236}">
                <a16:creationId xmlns:a16="http://schemas.microsoft.com/office/drawing/2014/main" id="{BDDD07E7-3029-5025-03C6-3918A52F282C}"/>
              </a:ext>
            </a:extLst>
          </p:cNvPr>
          <p:cNvSpPr txBox="1">
            <a:spLocks noChangeArrowheads="1"/>
          </p:cNvSpPr>
          <p:nvPr/>
        </p:nvSpPr>
        <p:spPr bwMode="auto">
          <a:xfrm>
            <a:off x="288925" y="5254625"/>
            <a:ext cx="3232150" cy="3968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zh-CN" altLang="en-US" i="0">
                <a:solidFill>
                  <a:srgbClr val="000000"/>
                </a:solidFill>
              </a:rPr>
              <a:t>储蓄曲线（单位：千美元）</a:t>
            </a:r>
          </a:p>
        </p:txBody>
      </p:sp>
      <p:sp>
        <p:nvSpPr>
          <p:cNvPr id="33809" name="直接连接符 1121297">
            <a:extLst>
              <a:ext uri="{FF2B5EF4-FFF2-40B4-BE49-F238E27FC236}">
                <a16:creationId xmlns:a16="http://schemas.microsoft.com/office/drawing/2014/main" id="{BE845BC8-9A94-D2F8-07BE-9414ACCC8B12}"/>
              </a:ext>
            </a:extLst>
          </p:cNvPr>
          <p:cNvSpPr>
            <a:spLocks noChangeShapeType="1"/>
          </p:cNvSpPr>
          <p:nvPr/>
        </p:nvSpPr>
        <p:spPr bwMode="auto">
          <a:xfrm>
            <a:off x="5121275" y="1558925"/>
            <a:ext cx="1588" cy="3505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10" name="直接连接符 1121298">
            <a:extLst>
              <a:ext uri="{FF2B5EF4-FFF2-40B4-BE49-F238E27FC236}">
                <a16:creationId xmlns:a16="http://schemas.microsoft.com/office/drawing/2014/main" id="{9CC39372-B785-8ED3-D14F-F62593C22752}"/>
              </a:ext>
            </a:extLst>
          </p:cNvPr>
          <p:cNvSpPr>
            <a:spLocks noChangeShapeType="1"/>
          </p:cNvSpPr>
          <p:nvPr/>
        </p:nvSpPr>
        <p:spPr bwMode="auto">
          <a:xfrm>
            <a:off x="4511675" y="3844925"/>
            <a:ext cx="4152900"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11" name="文本框 1121299">
            <a:extLst>
              <a:ext uri="{FF2B5EF4-FFF2-40B4-BE49-F238E27FC236}">
                <a16:creationId xmlns:a16="http://schemas.microsoft.com/office/drawing/2014/main" id="{C280C5B7-A972-5872-6686-226920CFE931}"/>
              </a:ext>
            </a:extLst>
          </p:cNvPr>
          <p:cNvSpPr txBox="1">
            <a:spLocks noChangeArrowheads="1"/>
          </p:cNvSpPr>
          <p:nvPr/>
        </p:nvSpPr>
        <p:spPr bwMode="auto">
          <a:xfrm>
            <a:off x="4800600" y="1447800"/>
            <a:ext cx="3032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s</a:t>
            </a:r>
          </a:p>
        </p:txBody>
      </p:sp>
      <p:sp>
        <p:nvSpPr>
          <p:cNvPr id="33812" name="文本框 1121300">
            <a:extLst>
              <a:ext uri="{FF2B5EF4-FFF2-40B4-BE49-F238E27FC236}">
                <a16:creationId xmlns:a16="http://schemas.microsoft.com/office/drawing/2014/main" id="{E96E76F8-B4CA-4007-CBC5-C8FE2E00440B}"/>
              </a:ext>
            </a:extLst>
          </p:cNvPr>
          <p:cNvSpPr txBox="1">
            <a:spLocks noChangeArrowheads="1"/>
          </p:cNvSpPr>
          <p:nvPr/>
        </p:nvSpPr>
        <p:spPr bwMode="auto">
          <a:xfrm>
            <a:off x="4724400" y="3810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0</a:t>
            </a:r>
          </a:p>
        </p:txBody>
      </p:sp>
      <p:sp>
        <p:nvSpPr>
          <p:cNvPr id="33813" name="文本框 1121301">
            <a:extLst>
              <a:ext uri="{FF2B5EF4-FFF2-40B4-BE49-F238E27FC236}">
                <a16:creationId xmlns:a16="http://schemas.microsoft.com/office/drawing/2014/main" id="{B8D93396-A2AE-FF0C-333A-8464E9BA330B}"/>
              </a:ext>
            </a:extLst>
          </p:cNvPr>
          <p:cNvSpPr txBox="1">
            <a:spLocks noChangeArrowheads="1"/>
          </p:cNvSpPr>
          <p:nvPr/>
        </p:nvSpPr>
        <p:spPr bwMode="auto">
          <a:xfrm>
            <a:off x="4800600" y="5289550"/>
            <a:ext cx="3740150" cy="3968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zh-CN" altLang="en-US" i="0">
                <a:solidFill>
                  <a:srgbClr val="000000"/>
                </a:solidFill>
              </a:rPr>
              <a:t>线性储蓄曲线（单位：千美元）</a:t>
            </a:r>
          </a:p>
        </p:txBody>
      </p:sp>
      <p:sp>
        <p:nvSpPr>
          <p:cNvPr id="33814" name="文本框 1121302">
            <a:extLst>
              <a:ext uri="{FF2B5EF4-FFF2-40B4-BE49-F238E27FC236}">
                <a16:creationId xmlns:a16="http://schemas.microsoft.com/office/drawing/2014/main" id="{F627719B-C29C-43B6-10C9-9D281D8CD90B}"/>
              </a:ext>
            </a:extLst>
          </p:cNvPr>
          <p:cNvSpPr txBox="1">
            <a:spLocks noChangeArrowheads="1"/>
          </p:cNvSpPr>
          <p:nvPr/>
        </p:nvSpPr>
        <p:spPr bwMode="auto">
          <a:xfrm>
            <a:off x="8289925" y="38512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y</a:t>
            </a:r>
          </a:p>
        </p:txBody>
      </p:sp>
      <p:sp>
        <p:nvSpPr>
          <p:cNvPr id="33815" name="文本框 1121303">
            <a:extLst>
              <a:ext uri="{FF2B5EF4-FFF2-40B4-BE49-F238E27FC236}">
                <a16:creationId xmlns:a16="http://schemas.microsoft.com/office/drawing/2014/main" id="{FCC40CB1-452A-2877-B85D-22A81B10321D}"/>
              </a:ext>
            </a:extLst>
          </p:cNvPr>
          <p:cNvSpPr txBox="1">
            <a:spLocks noChangeArrowheads="1"/>
          </p:cNvSpPr>
          <p:nvPr/>
        </p:nvSpPr>
        <p:spPr bwMode="auto">
          <a:xfrm>
            <a:off x="6080125" y="1793875"/>
            <a:ext cx="1695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S=-a+(1-b)y</a:t>
            </a:r>
          </a:p>
        </p:txBody>
      </p:sp>
      <p:sp>
        <p:nvSpPr>
          <p:cNvPr id="33816" name="直接连接符 1121304">
            <a:extLst>
              <a:ext uri="{FF2B5EF4-FFF2-40B4-BE49-F238E27FC236}">
                <a16:creationId xmlns:a16="http://schemas.microsoft.com/office/drawing/2014/main" id="{2167B964-8DE7-9202-04A4-95DF1AFD1A60}"/>
              </a:ext>
            </a:extLst>
          </p:cNvPr>
          <p:cNvSpPr>
            <a:spLocks noChangeShapeType="1"/>
          </p:cNvSpPr>
          <p:nvPr/>
        </p:nvSpPr>
        <p:spPr bwMode="auto">
          <a:xfrm flipV="1">
            <a:off x="5105400" y="2362200"/>
            <a:ext cx="2971800" cy="2057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17" name="Slide Number Placeholder 1">
            <a:extLst>
              <a:ext uri="{FF2B5EF4-FFF2-40B4-BE49-F238E27FC236}">
                <a16:creationId xmlns:a16="http://schemas.microsoft.com/office/drawing/2014/main" id="{C001295B-D38B-94A7-7EC2-8B51F7E6DD1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47642CC1-E5AB-4035-8D62-B3A624DE883C}" type="slidenum">
              <a:rPr lang="en-AU" altLang="zh-CN" sz="1400" i="0">
                <a:latin typeface="Arial" panose="020B0604020202020204" pitchFamily="34" charset="0"/>
              </a:rPr>
              <a:pPr algn="r"/>
              <a:t>23</a:t>
            </a:fld>
            <a:endParaRPr lang="en-AU" altLang="zh-CN" sz="1400" i="0">
              <a:latin typeface="Arial" panose="020B0604020202020204" pitchFamily="34" charset="0"/>
            </a:endParaRPr>
          </a:p>
        </p:txBody>
      </p:sp>
    </p:spTree>
  </p:cSld>
  <p:clrMapOvr>
    <a:masterClrMapping/>
  </p:clrMapOvr>
  <p:transition spd="med">
    <p:zoom/>
  </p:transition>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7" name="Title 1087489">
            <a:extLst>
              <a:ext uri="{FF2B5EF4-FFF2-40B4-BE49-F238E27FC236}">
                <a16:creationId xmlns:a16="http://schemas.microsoft.com/office/drawing/2014/main" id="{B07D16E4-786F-4F0A-556B-FB326D32CAB6}"/>
              </a:ext>
            </a:extLst>
          </p:cNvPr>
          <p:cNvSpPr>
            <a:spLocks noGrp="1" noChangeArrowheads="1"/>
          </p:cNvSpPr>
          <p:nvPr>
            <p:ph type="title"/>
          </p:nvPr>
        </p:nvSpPr>
        <p:spPr/>
        <p:txBody>
          <a:bodyPr/>
          <a:lstStyle/>
          <a:p>
            <a:r>
              <a:rPr lang="zh-CN" altLang="en-US">
                <a:solidFill>
                  <a:srgbClr val="FFFF00"/>
                </a:solidFill>
              </a:rPr>
              <a:t>储蓄函数</a:t>
            </a:r>
          </a:p>
        </p:txBody>
      </p:sp>
      <p:sp>
        <p:nvSpPr>
          <p:cNvPr id="1087492" name="Text Placeholder 1087491">
            <a:extLst>
              <a:ext uri="{FF2B5EF4-FFF2-40B4-BE49-F238E27FC236}">
                <a16:creationId xmlns:a16="http://schemas.microsoft.com/office/drawing/2014/main" id="{8D91C610-BA30-5EBB-9835-93868F2231EC}"/>
              </a:ext>
            </a:extLst>
          </p:cNvPr>
          <p:cNvSpPr>
            <a:spLocks noGrp="1" noChangeArrowheads="1"/>
          </p:cNvSpPr>
          <p:nvPr>
            <p:ph type="body" sz="half" idx="1"/>
          </p:nvPr>
        </p:nvSpPr>
        <p:spPr>
          <a:xfrm>
            <a:off x="323850" y="1196975"/>
            <a:ext cx="4248150" cy="5040313"/>
          </a:xfrm>
        </p:spPr>
        <p:txBody>
          <a:bodyPr/>
          <a:lstStyle/>
          <a:p>
            <a:r>
              <a:rPr lang="zh-CN" altLang="en-US" sz="2000" b="1"/>
              <a:t>储蓄函数：储蓄与可支配收入间的关系</a:t>
            </a:r>
            <a:endParaRPr lang="en-US" altLang="zh-CN" sz="2000" b="1"/>
          </a:p>
          <a:p>
            <a:r>
              <a:rPr lang="en-US" altLang="zh-CN" sz="2000" b="1"/>
              <a:t>S=S(Y)  </a:t>
            </a:r>
          </a:p>
          <a:p>
            <a:r>
              <a:rPr lang="en-US" altLang="zh-CN" sz="2000" b="1"/>
              <a:t> </a:t>
            </a:r>
            <a:r>
              <a:rPr lang="zh-CN" altLang="en-US" sz="2000" b="1"/>
              <a:t>平均储蓄倾向：</a:t>
            </a:r>
            <a:r>
              <a:rPr lang="en-US" altLang="zh-CN" sz="2000" b="1"/>
              <a:t>APS=S/Y</a:t>
            </a:r>
          </a:p>
          <a:p>
            <a:r>
              <a:rPr lang="zh-CN" altLang="en-US" sz="2000" b="1"/>
              <a:t>边际储蓄倾向：</a:t>
            </a:r>
            <a:r>
              <a:rPr lang="en-US" altLang="zh-CN" sz="2000" b="1"/>
              <a:t>MPS= ΔS/ΔY</a:t>
            </a:r>
          </a:p>
          <a:p>
            <a:r>
              <a:rPr lang="zh-CN" altLang="en-US" sz="2000" b="1"/>
              <a:t>线性储蓄函数：</a:t>
            </a:r>
          </a:p>
          <a:p>
            <a:r>
              <a:rPr lang="en-US" altLang="zh-CN" sz="2000" b="1"/>
              <a:t>S=Y-C=Y-(a+bY)                      </a:t>
            </a:r>
          </a:p>
          <a:p>
            <a:r>
              <a:rPr lang="en-US" altLang="zh-CN" sz="2000" b="1"/>
              <a:t>      S=-a+(1-b)Y</a:t>
            </a:r>
          </a:p>
          <a:p>
            <a:endParaRPr lang="en-US" altLang="zh-CN" sz="2000" b="1"/>
          </a:p>
          <a:p>
            <a:endParaRPr lang="en-US" altLang="zh-CN" sz="2000" b="1"/>
          </a:p>
          <a:p>
            <a:endParaRPr lang="en-US" altLang="zh-CN" sz="2000"/>
          </a:p>
          <a:p>
            <a:pPr>
              <a:buFont typeface="Arial" panose="020B0604020202020204" pitchFamily="34" charset="0"/>
              <a:buNone/>
            </a:pPr>
            <a:endParaRPr lang="zh-CN" altLang="en-US" sz="2000"/>
          </a:p>
        </p:txBody>
      </p:sp>
      <p:sp>
        <p:nvSpPr>
          <p:cNvPr id="34820" name="Slide Number Placeholder 1">
            <a:extLst>
              <a:ext uri="{FF2B5EF4-FFF2-40B4-BE49-F238E27FC236}">
                <a16:creationId xmlns:a16="http://schemas.microsoft.com/office/drawing/2014/main" id="{AC460387-9352-0962-C930-ACE9516658E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FF2B6628-720E-4038-9561-5C39099FFEDD}" type="slidenum">
              <a:rPr lang="en-AU" altLang="zh-CN" sz="1400" i="0">
                <a:latin typeface="Arial" panose="020B0604020202020204" pitchFamily="34" charset="0"/>
              </a:rPr>
              <a:pPr algn="r"/>
              <a:t>24</a:t>
            </a:fld>
            <a:endParaRPr lang="en-AU" altLang="zh-CN" sz="1400" i="0">
              <a:latin typeface="Arial" panose="020B0604020202020204" pitchFamily="34" charset="0"/>
            </a:endParaRPr>
          </a:p>
        </p:txBody>
      </p:sp>
    </p:spTree>
    <p:controls>
      <mc:AlternateContent xmlns:mc="http://schemas.openxmlformats.org/markup-compatibility/2006">
        <mc:Choice xmlns:v="urn:schemas-microsoft-com:vml" Requires="v">
          <p:control name="TextBox1" r:id="rId1" imgW="3741480" imgH="5326560"/>
        </mc:Choice>
        <mc:Fallback>
          <p:control name="TextBox1" r:id="rId1" imgW="3741480" imgH="5326560">
            <p:pic>
              <p:nvPicPr>
                <p:cNvPr id="34819" name="TextBox1">
                  <a:extLst>
                    <a:ext uri="{FF2B5EF4-FFF2-40B4-BE49-F238E27FC236}">
                      <a16:creationId xmlns:a16="http://schemas.microsoft.com/office/drawing/2014/main" id="{DFEC9E26-6A5F-BDCD-9A83-E53E527A5D5B}"/>
                    </a:ext>
                  </a:extLst>
                </p:cNvPr>
                <p:cNvPicPr>
                  <a:picLocks noChangeArrowheads="1" noChangeShapeType="1"/>
                </p:cNvPicPr>
                <p:nvPr/>
              </p:nvPicPr>
              <p:blipFill>
                <a:blip r:embed="rId3"/>
                <a:srcRect/>
                <a:stretch>
                  <a:fillRect/>
                </a:stretch>
              </p:blipFill>
              <p:spPr bwMode="auto">
                <a:xfrm>
                  <a:off x="5003800" y="1125538"/>
                  <a:ext cx="3744913" cy="5327650"/>
                </a:xfrm>
                <a:prstGeom prst="rect">
                  <a:avLst/>
                </a:prstGeom>
                <a:ln>
                  <a:noFill/>
                </a:ln>
                <a:extLst>
                  <a:ext uri="{91240B29-F687-4F45-9708-019B960494DF}">
                    <a14:hiddenLine xmlns:a14="http://schemas.microsoft.com/office/drawing/2010/main">
                      <a:noFill/>
                    </a14:hiddenLine>
                  </a:ext>
                </a:extLst>
              </p:spPr>
            </p:pic>
          </p:control>
        </mc:Fallback>
      </mc:AlternateContent>
    </p:controls>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87492">
                                            <p:txEl>
                                              <p:pRg st="0" end="0"/>
                                            </p:txEl>
                                          </p:spTgt>
                                        </p:tgtEl>
                                        <p:attrNameLst>
                                          <p:attrName>style.visibility</p:attrName>
                                        </p:attrNameLst>
                                      </p:cBhvr>
                                      <p:to>
                                        <p:strVal val="visible"/>
                                      </p:to>
                                    </p:set>
                                    <p:animEffect transition="in" filter="dissolve">
                                      <p:cBhvr>
                                        <p:cTn id="7" dur="500"/>
                                        <p:tgtEl>
                                          <p:spTgt spid="108749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87492">
                                            <p:txEl>
                                              <p:pRg st="1" end="1"/>
                                            </p:txEl>
                                          </p:spTgt>
                                        </p:tgtEl>
                                        <p:attrNameLst>
                                          <p:attrName>style.visibility</p:attrName>
                                        </p:attrNameLst>
                                      </p:cBhvr>
                                      <p:to>
                                        <p:strVal val="visible"/>
                                      </p:to>
                                    </p:set>
                                    <p:animEffect transition="in" filter="dissolve">
                                      <p:cBhvr>
                                        <p:cTn id="12" dur="500"/>
                                        <p:tgtEl>
                                          <p:spTgt spid="1087492">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087492">
                                            <p:txEl>
                                              <p:pRg st="2" end="2"/>
                                            </p:txEl>
                                          </p:spTgt>
                                        </p:tgtEl>
                                        <p:attrNameLst>
                                          <p:attrName>style.visibility</p:attrName>
                                        </p:attrNameLst>
                                      </p:cBhvr>
                                      <p:to>
                                        <p:strVal val="visible"/>
                                      </p:to>
                                    </p:set>
                                    <p:animEffect transition="in" filter="dissolve">
                                      <p:cBhvr>
                                        <p:cTn id="17" dur="500"/>
                                        <p:tgtEl>
                                          <p:spTgt spid="1087492">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087492">
                                            <p:txEl>
                                              <p:pRg st="3" end="3"/>
                                            </p:txEl>
                                          </p:spTgt>
                                        </p:tgtEl>
                                        <p:attrNameLst>
                                          <p:attrName>style.visibility</p:attrName>
                                        </p:attrNameLst>
                                      </p:cBhvr>
                                      <p:to>
                                        <p:strVal val="visible"/>
                                      </p:to>
                                    </p:set>
                                    <p:animEffect transition="in" filter="dissolve">
                                      <p:cBhvr>
                                        <p:cTn id="22" dur="500"/>
                                        <p:tgtEl>
                                          <p:spTgt spid="1087492">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087492">
                                            <p:txEl>
                                              <p:pRg st="4" end="4"/>
                                            </p:txEl>
                                          </p:spTgt>
                                        </p:tgtEl>
                                        <p:attrNameLst>
                                          <p:attrName>style.visibility</p:attrName>
                                        </p:attrNameLst>
                                      </p:cBhvr>
                                      <p:to>
                                        <p:strVal val="visible"/>
                                      </p:to>
                                    </p:set>
                                    <p:animEffect transition="in" filter="dissolve">
                                      <p:cBhvr>
                                        <p:cTn id="27" dur="500"/>
                                        <p:tgtEl>
                                          <p:spTgt spid="1087492">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087492">
                                            <p:txEl>
                                              <p:pRg st="5" end="5"/>
                                            </p:txEl>
                                          </p:spTgt>
                                        </p:tgtEl>
                                        <p:attrNameLst>
                                          <p:attrName>style.visibility</p:attrName>
                                        </p:attrNameLst>
                                      </p:cBhvr>
                                      <p:to>
                                        <p:strVal val="visible"/>
                                      </p:to>
                                    </p:set>
                                    <p:animEffect transition="in" filter="dissolve">
                                      <p:cBhvr>
                                        <p:cTn id="32" dur="500"/>
                                        <p:tgtEl>
                                          <p:spTgt spid="1087492">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087492">
                                            <p:txEl>
                                              <p:pRg st="6" end="6"/>
                                            </p:txEl>
                                          </p:spTgt>
                                        </p:tgtEl>
                                        <p:attrNameLst>
                                          <p:attrName>style.visibility</p:attrName>
                                        </p:attrNameLst>
                                      </p:cBhvr>
                                      <p:to>
                                        <p:strVal val="visible"/>
                                      </p:to>
                                    </p:set>
                                    <p:animEffect transition="in" filter="dissolve">
                                      <p:cBhvr>
                                        <p:cTn id="37" dur="500"/>
                                        <p:tgtEl>
                                          <p:spTgt spid="108749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7492" grpId="0" build="p"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直接连接符 1030145">
            <a:extLst>
              <a:ext uri="{FF2B5EF4-FFF2-40B4-BE49-F238E27FC236}">
                <a16:creationId xmlns:a16="http://schemas.microsoft.com/office/drawing/2014/main" id="{DAB51217-4B89-5111-8ABD-0FADF23907EF}"/>
              </a:ext>
            </a:extLst>
          </p:cNvPr>
          <p:cNvSpPr>
            <a:spLocks noChangeShapeType="1"/>
          </p:cNvSpPr>
          <p:nvPr/>
        </p:nvSpPr>
        <p:spPr bwMode="auto">
          <a:xfrm flipV="1">
            <a:off x="5508625" y="1341438"/>
            <a:ext cx="0" cy="4608512"/>
          </a:xfrm>
          <a:prstGeom prst="line">
            <a:avLst/>
          </a:prstGeom>
          <a:noFill/>
          <a:ln w="31750" cap="sq">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42" name="直接连接符 1030146">
            <a:extLst>
              <a:ext uri="{FF2B5EF4-FFF2-40B4-BE49-F238E27FC236}">
                <a16:creationId xmlns:a16="http://schemas.microsoft.com/office/drawing/2014/main" id="{9B812E70-DF7A-47B6-CC01-C4F0B0F8511D}"/>
              </a:ext>
            </a:extLst>
          </p:cNvPr>
          <p:cNvSpPr>
            <a:spLocks noChangeShapeType="1"/>
          </p:cNvSpPr>
          <p:nvPr/>
        </p:nvSpPr>
        <p:spPr bwMode="auto">
          <a:xfrm>
            <a:off x="5486400" y="4737100"/>
            <a:ext cx="3657600" cy="0"/>
          </a:xfrm>
          <a:prstGeom prst="line">
            <a:avLst/>
          </a:prstGeom>
          <a:noFill/>
          <a:ln w="31750" cap="sq">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30148" name="直接连接符 1030147">
            <a:extLst>
              <a:ext uri="{FF2B5EF4-FFF2-40B4-BE49-F238E27FC236}">
                <a16:creationId xmlns:a16="http://schemas.microsoft.com/office/drawing/2014/main" id="{0F0A512A-B2BF-D2B7-CFCC-9D32771BA86D}"/>
              </a:ext>
            </a:extLst>
          </p:cNvPr>
          <p:cNvSpPr>
            <a:spLocks noChangeShapeType="1"/>
          </p:cNvSpPr>
          <p:nvPr/>
        </p:nvSpPr>
        <p:spPr bwMode="auto">
          <a:xfrm flipV="1">
            <a:off x="5486400" y="1612900"/>
            <a:ext cx="3200400" cy="3124200"/>
          </a:xfrm>
          <a:prstGeom prst="line">
            <a:avLst/>
          </a:prstGeom>
          <a:noFill/>
          <a:ln w="31750"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0149" name="直接连接符 1030148">
            <a:extLst>
              <a:ext uri="{FF2B5EF4-FFF2-40B4-BE49-F238E27FC236}">
                <a16:creationId xmlns:a16="http://schemas.microsoft.com/office/drawing/2014/main" id="{0BD420C8-231D-AE20-99DC-2A961353E61E}"/>
              </a:ext>
            </a:extLst>
          </p:cNvPr>
          <p:cNvSpPr>
            <a:spLocks noChangeShapeType="1"/>
          </p:cNvSpPr>
          <p:nvPr/>
        </p:nvSpPr>
        <p:spPr bwMode="auto">
          <a:xfrm flipV="1">
            <a:off x="5508625" y="3933825"/>
            <a:ext cx="4176713" cy="1366838"/>
          </a:xfrm>
          <a:prstGeom prst="line">
            <a:avLst/>
          </a:prstGeom>
          <a:noFill/>
          <a:ln w="31750" cap="sq">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0150" name="直接连接符 1030149">
            <a:extLst>
              <a:ext uri="{FF2B5EF4-FFF2-40B4-BE49-F238E27FC236}">
                <a16:creationId xmlns:a16="http://schemas.microsoft.com/office/drawing/2014/main" id="{4A68A279-E9C7-A662-BFE3-25B8D80BC402}"/>
              </a:ext>
            </a:extLst>
          </p:cNvPr>
          <p:cNvSpPr>
            <a:spLocks noChangeShapeType="1"/>
          </p:cNvSpPr>
          <p:nvPr/>
        </p:nvSpPr>
        <p:spPr bwMode="auto">
          <a:xfrm flipV="1">
            <a:off x="7239000" y="3060700"/>
            <a:ext cx="0" cy="1676400"/>
          </a:xfrm>
          <a:prstGeom prst="line">
            <a:avLst/>
          </a:prstGeom>
          <a:noFill/>
          <a:ln w="31750"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0151" name="直接连接符 1030150">
            <a:extLst>
              <a:ext uri="{FF2B5EF4-FFF2-40B4-BE49-F238E27FC236}">
                <a16:creationId xmlns:a16="http://schemas.microsoft.com/office/drawing/2014/main" id="{A22AE423-99BD-29E6-8B10-FDF11D221A42}"/>
              </a:ext>
            </a:extLst>
          </p:cNvPr>
          <p:cNvSpPr>
            <a:spLocks noChangeShapeType="1"/>
          </p:cNvSpPr>
          <p:nvPr/>
        </p:nvSpPr>
        <p:spPr bwMode="auto">
          <a:xfrm flipV="1">
            <a:off x="5508625" y="2060575"/>
            <a:ext cx="3635375" cy="1871663"/>
          </a:xfrm>
          <a:prstGeom prst="line">
            <a:avLst/>
          </a:prstGeom>
          <a:noFill/>
          <a:ln w="31750" cap="sq">
            <a:solidFill>
              <a:srgbClr val="FF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0152" name="文本框 1030151">
            <a:extLst>
              <a:ext uri="{FF2B5EF4-FFF2-40B4-BE49-F238E27FC236}">
                <a16:creationId xmlns:a16="http://schemas.microsoft.com/office/drawing/2014/main" id="{17CF27B9-8397-5A34-01A2-24F4DB1ADD23}"/>
              </a:ext>
            </a:extLst>
          </p:cNvPr>
          <p:cNvSpPr txBox="1">
            <a:spLocks noChangeArrowheads="1"/>
          </p:cNvSpPr>
          <p:nvPr/>
        </p:nvSpPr>
        <p:spPr bwMode="auto">
          <a:xfrm>
            <a:off x="5013325" y="3559175"/>
            <a:ext cx="319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a</a:t>
            </a:r>
          </a:p>
        </p:txBody>
      </p:sp>
      <p:sp>
        <p:nvSpPr>
          <p:cNvPr id="1030153" name="文本框 1030152">
            <a:extLst>
              <a:ext uri="{FF2B5EF4-FFF2-40B4-BE49-F238E27FC236}">
                <a16:creationId xmlns:a16="http://schemas.microsoft.com/office/drawing/2014/main" id="{CF2C8B4D-57C7-D1C3-0B7C-080FC044126C}"/>
              </a:ext>
            </a:extLst>
          </p:cNvPr>
          <p:cNvSpPr txBox="1">
            <a:spLocks noChangeArrowheads="1"/>
          </p:cNvSpPr>
          <p:nvPr/>
        </p:nvSpPr>
        <p:spPr bwMode="auto">
          <a:xfrm>
            <a:off x="5089525" y="5311775"/>
            <a:ext cx="4206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-a</a:t>
            </a:r>
          </a:p>
        </p:txBody>
      </p:sp>
      <p:sp>
        <p:nvSpPr>
          <p:cNvPr id="35849" name="文本框 1030153">
            <a:extLst>
              <a:ext uri="{FF2B5EF4-FFF2-40B4-BE49-F238E27FC236}">
                <a16:creationId xmlns:a16="http://schemas.microsoft.com/office/drawing/2014/main" id="{5D5BAF04-61F5-70F3-C97F-6A68603BA22D}"/>
              </a:ext>
            </a:extLst>
          </p:cNvPr>
          <p:cNvSpPr txBox="1">
            <a:spLocks noChangeArrowheads="1"/>
          </p:cNvSpPr>
          <p:nvPr/>
        </p:nvSpPr>
        <p:spPr bwMode="auto">
          <a:xfrm>
            <a:off x="4787900" y="1341438"/>
            <a:ext cx="709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C  S</a:t>
            </a:r>
          </a:p>
        </p:txBody>
      </p:sp>
      <p:sp>
        <p:nvSpPr>
          <p:cNvPr id="35850" name="文本框 1030154">
            <a:extLst>
              <a:ext uri="{FF2B5EF4-FFF2-40B4-BE49-F238E27FC236}">
                <a16:creationId xmlns:a16="http://schemas.microsoft.com/office/drawing/2014/main" id="{AA03A59F-6273-4050-C04E-278F06960D56}"/>
              </a:ext>
            </a:extLst>
          </p:cNvPr>
          <p:cNvSpPr txBox="1">
            <a:spLocks noChangeArrowheads="1"/>
          </p:cNvSpPr>
          <p:nvPr/>
        </p:nvSpPr>
        <p:spPr bwMode="auto">
          <a:xfrm>
            <a:off x="8739188" y="4737100"/>
            <a:ext cx="4048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Y</a:t>
            </a:r>
          </a:p>
        </p:txBody>
      </p:sp>
      <p:sp>
        <p:nvSpPr>
          <p:cNvPr id="1030156" name="直接连接符 1030155">
            <a:extLst>
              <a:ext uri="{FF2B5EF4-FFF2-40B4-BE49-F238E27FC236}">
                <a16:creationId xmlns:a16="http://schemas.microsoft.com/office/drawing/2014/main" id="{6C423DFE-9C57-32DB-022F-25F4997BEBDB}"/>
              </a:ext>
            </a:extLst>
          </p:cNvPr>
          <p:cNvSpPr>
            <a:spLocks noChangeShapeType="1"/>
          </p:cNvSpPr>
          <p:nvPr/>
        </p:nvSpPr>
        <p:spPr bwMode="auto">
          <a:xfrm>
            <a:off x="5508625" y="3933825"/>
            <a:ext cx="1752600" cy="0"/>
          </a:xfrm>
          <a:prstGeom prst="line">
            <a:avLst/>
          </a:prstGeom>
          <a:noFill/>
          <a:ln w="317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0157" name="文本框 1030156">
            <a:extLst>
              <a:ext uri="{FF2B5EF4-FFF2-40B4-BE49-F238E27FC236}">
                <a16:creationId xmlns:a16="http://schemas.microsoft.com/office/drawing/2014/main" id="{ECF6898F-5969-2358-5E8C-C09D24A41788}"/>
              </a:ext>
            </a:extLst>
          </p:cNvPr>
          <p:cNvSpPr txBox="1">
            <a:spLocks noChangeArrowheads="1"/>
          </p:cNvSpPr>
          <p:nvPr/>
        </p:nvSpPr>
        <p:spPr bwMode="auto">
          <a:xfrm>
            <a:off x="6300788" y="4005263"/>
            <a:ext cx="996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p>
            <a:pPr>
              <a:lnSpc>
                <a:spcPct val="100000"/>
              </a:lnSpc>
              <a:spcBef>
                <a:spcPct val="0"/>
              </a:spcBef>
            </a:pPr>
            <a:r>
              <a:rPr lang="en-US" altLang="zh-CN" i="0">
                <a:solidFill>
                  <a:schemeClr val="tx1"/>
                </a:solidFill>
              </a:rPr>
              <a:t>ΔY</a:t>
            </a:r>
            <a:endParaRPr lang="en-US" altLang="zh-CN" i="0" baseline="-25000">
              <a:solidFill>
                <a:schemeClr val="tx1"/>
              </a:solidFill>
            </a:endParaRPr>
          </a:p>
        </p:txBody>
      </p:sp>
      <p:sp>
        <p:nvSpPr>
          <p:cNvPr id="1030158" name="文本框 1030157">
            <a:extLst>
              <a:ext uri="{FF2B5EF4-FFF2-40B4-BE49-F238E27FC236}">
                <a16:creationId xmlns:a16="http://schemas.microsoft.com/office/drawing/2014/main" id="{09F9253F-A9D8-4BF6-92A0-21C248351FBE}"/>
              </a:ext>
            </a:extLst>
          </p:cNvPr>
          <p:cNvSpPr txBox="1">
            <a:spLocks noChangeArrowheads="1"/>
          </p:cNvSpPr>
          <p:nvPr/>
        </p:nvSpPr>
        <p:spPr bwMode="auto">
          <a:xfrm>
            <a:off x="7391400" y="3136900"/>
            <a:ext cx="7715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p>
            <a:pPr>
              <a:lnSpc>
                <a:spcPct val="100000"/>
              </a:lnSpc>
              <a:spcBef>
                <a:spcPct val="0"/>
              </a:spcBef>
            </a:pPr>
            <a:r>
              <a:rPr lang="en-US" altLang="zh-CN" sz="3200" i="0">
                <a:solidFill>
                  <a:schemeClr val="tx1"/>
                </a:solidFill>
              </a:rPr>
              <a:t>Δc</a:t>
            </a:r>
          </a:p>
        </p:txBody>
      </p:sp>
      <p:sp>
        <p:nvSpPr>
          <p:cNvPr id="1030160" name="文本框 1030159">
            <a:extLst>
              <a:ext uri="{FF2B5EF4-FFF2-40B4-BE49-F238E27FC236}">
                <a16:creationId xmlns:a16="http://schemas.microsoft.com/office/drawing/2014/main" id="{E6EBEB7B-CAD5-1EC8-EE40-B447DE962E81}"/>
              </a:ext>
            </a:extLst>
          </p:cNvPr>
          <p:cNvSpPr txBox="1">
            <a:spLocks noChangeArrowheads="1"/>
          </p:cNvSpPr>
          <p:nvPr/>
        </p:nvSpPr>
        <p:spPr bwMode="auto">
          <a:xfrm>
            <a:off x="5562600" y="2852738"/>
            <a:ext cx="1238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C=a+bY</a:t>
            </a:r>
            <a:endParaRPr lang="en-US" altLang="zh-CN" sz="2400" i="0" baseline="-25000">
              <a:solidFill>
                <a:schemeClr val="tx1"/>
              </a:solidFill>
            </a:endParaRPr>
          </a:p>
        </p:txBody>
      </p:sp>
      <p:sp>
        <p:nvSpPr>
          <p:cNvPr id="1030161" name="文本框 1030160">
            <a:extLst>
              <a:ext uri="{FF2B5EF4-FFF2-40B4-BE49-F238E27FC236}">
                <a16:creationId xmlns:a16="http://schemas.microsoft.com/office/drawing/2014/main" id="{D04818DC-3C9C-8C3C-5572-0248080E57FD}"/>
              </a:ext>
            </a:extLst>
          </p:cNvPr>
          <p:cNvSpPr txBox="1">
            <a:spLocks noChangeArrowheads="1"/>
          </p:cNvSpPr>
          <p:nvPr/>
        </p:nvSpPr>
        <p:spPr bwMode="auto">
          <a:xfrm>
            <a:off x="6172200" y="5041900"/>
            <a:ext cx="20288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p>
            <a:pPr>
              <a:lnSpc>
                <a:spcPct val="100000"/>
              </a:lnSpc>
              <a:spcBef>
                <a:spcPct val="0"/>
              </a:spcBef>
            </a:pPr>
            <a:r>
              <a:rPr lang="en-US" altLang="zh-CN" sz="2800" i="0">
                <a:solidFill>
                  <a:schemeClr val="tx1"/>
                </a:solidFill>
              </a:rPr>
              <a:t>S=-a+(1-b)Y</a:t>
            </a:r>
            <a:endParaRPr lang="en-US" altLang="zh-CN" sz="2800" i="0" baseline="-25000">
              <a:solidFill>
                <a:schemeClr val="tx1"/>
              </a:solidFill>
            </a:endParaRPr>
          </a:p>
        </p:txBody>
      </p:sp>
      <p:sp>
        <p:nvSpPr>
          <p:cNvPr id="1030162" name="文本框 1030161">
            <a:extLst>
              <a:ext uri="{FF2B5EF4-FFF2-40B4-BE49-F238E27FC236}">
                <a16:creationId xmlns:a16="http://schemas.microsoft.com/office/drawing/2014/main" id="{6C459DFD-D420-EF33-7FAD-2A20FA1A751F}"/>
              </a:ext>
            </a:extLst>
          </p:cNvPr>
          <p:cNvSpPr txBox="1">
            <a:spLocks noChangeArrowheads="1"/>
          </p:cNvSpPr>
          <p:nvPr/>
        </p:nvSpPr>
        <p:spPr bwMode="auto">
          <a:xfrm>
            <a:off x="7070725" y="4702175"/>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Y</a:t>
            </a:r>
          </a:p>
        </p:txBody>
      </p:sp>
      <p:sp>
        <p:nvSpPr>
          <p:cNvPr id="35857" name="文本框 1030162">
            <a:extLst>
              <a:ext uri="{FF2B5EF4-FFF2-40B4-BE49-F238E27FC236}">
                <a16:creationId xmlns:a16="http://schemas.microsoft.com/office/drawing/2014/main" id="{FBEAA3FC-9875-39E5-F327-50A5B1841BBF}"/>
              </a:ext>
            </a:extLst>
          </p:cNvPr>
          <p:cNvSpPr txBox="1">
            <a:spLocks noChangeArrowheads="1"/>
          </p:cNvSpPr>
          <p:nvPr/>
        </p:nvSpPr>
        <p:spPr bwMode="auto">
          <a:xfrm>
            <a:off x="5089525" y="4473575"/>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O</a:t>
            </a:r>
          </a:p>
        </p:txBody>
      </p:sp>
      <p:sp>
        <p:nvSpPr>
          <p:cNvPr id="1030164" name="文本框 1030163">
            <a:extLst>
              <a:ext uri="{FF2B5EF4-FFF2-40B4-BE49-F238E27FC236}">
                <a16:creationId xmlns:a16="http://schemas.microsoft.com/office/drawing/2014/main" id="{826E438D-5CD9-B643-31DF-554FAC6B2FED}"/>
              </a:ext>
            </a:extLst>
          </p:cNvPr>
          <p:cNvSpPr txBox="1">
            <a:spLocks noChangeArrowheads="1"/>
          </p:cNvSpPr>
          <p:nvPr/>
        </p:nvSpPr>
        <p:spPr bwMode="auto">
          <a:xfrm>
            <a:off x="468313" y="1557338"/>
            <a:ext cx="4237037" cy="413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p>
            <a:pPr>
              <a:lnSpc>
                <a:spcPct val="90000"/>
              </a:lnSpc>
              <a:spcBef>
                <a:spcPct val="20000"/>
              </a:spcBef>
              <a:buClr>
                <a:schemeClr val="tx2"/>
              </a:buClr>
              <a:buFont typeface="Wingdings" panose="05000000000000000000" pitchFamily="2" charset="2"/>
              <a:buChar char="w"/>
            </a:pPr>
            <a:r>
              <a:rPr lang="zh-CN" altLang="en-US" sz="2800" i="0">
                <a:solidFill>
                  <a:schemeClr val="tx1"/>
                </a:solidFill>
              </a:rPr>
              <a:t>二者关系：</a:t>
            </a:r>
          </a:p>
          <a:p>
            <a:pPr>
              <a:lnSpc>
                <a:spcPct val="90000"/>
              </a:lnSpc>
              <a:spcBef>
                <a:spcPct val="20000"/>
              </a:spcBef>
              <a:buClr>
                <a:schemeClr val="tx2"/>
              </a:buClr>
              <a:buFont typeface="Wingdings" panose="05000000000000000000" pitchFamily="2" charset="2"/>
              <a:buChar char="w"/>
            </a:pPr>
            <a:r>
              <a:rPr lang="zh-CN" altLang="en-US" sz="2800" i="0">
                <a:solidFill>
                  <a:schemeClr val="tx1"/>
                </a:solidFill>
              </a:rPr>
              <a:t>（</a:t>
            </a:r>
            <a:r>
              <a:rPr lang="en-US" altLang="zh-CN" sz="2800" i="0">
                <a:solidFill>
                  <a:schemeClr val="tx1"/>
                </a:solidFill>
              </a:rPr>
              <a:t>1</a:t>
            </a:r>
            <a:r>
              <a:rPr lang="zh-CN" altLang="en-US" sz="2800" i="0">
                <a:solidFill>
                  <a:schemeClr val="tx1"/>
                </a:solidFill>
              </a:rPr>
              <a:t>）</a:t>
            </a:r>
            <a:r>
              <a:rPr lang="en-US" altLang="zh-CN" sz="2800" i="0">
                <a:solidFill>
                  <a:schemeClr val="tx1"/>
                </a:solidFill>
              </a:rPr>
              <a:t>C+S= Y</a:t>
            </a:r>
            <a:endParaRPr lang="en-US" altLang="zh-CN" sz="2800" i="0" baseline="-25000">
              <a:solidFill>
                <a:schemeClr val="tx1"/>
              </a:solidFill>
            </a:endParaRPr>
          </a:p>
          <a:p>
            <a:pPr>
              <a:lnSpc>
                <a:spcPct val="90000"/>
              </a:lnSpc>
              <a:spcBef>
                <a:spcPct val="20000"/>
              </a:spcBef>
              <a:buClr>
                <a:schemeClr val="tx2"/>
              </a:buClr>
              <a:buFont typeface="Wingdings" panose="05000000000000000000" pitchFamily="2" charset="2"/>
              <a:buChar char="w"/>
            </a:pPr>
            <a:r>
              <a:rPr lang="zh-CN" altLang="en-US" sz="2800" i="0">
                <a:solidFill>
                  <a:schemeClr val="tx1"/>
                </a:solidFill>
              </a:rPr>
              <a:t>（</a:t>
            </a:r>
            <a:r>
              <a:rPr lang="en-US" altLang="zh-CN" sz="2800" i="0">
                <a:solidFill>
                  <a:schemeClr val="tx1"/>
                </a:solidFill>
              </a:rPr>
              <a:t>2</a:t>
            </a:r>
            <a:r>
              <a:rPr lang="zh-CN" altLang="en-US" sz="2800" i="0">
                <a:solidFill>
                  <a:schemeClr val="tx1"/>
                </a:solidFill>
              </a:rPr>
              <a:t>）因为</a:t>
            </a:r>
            <a:r>
              <a:rPr lang="en-US" altLang="zh-CN" sz="2800" i="0">
                <a:solidFill>
                  <a:schemeClr val="tx1"/>
                </a:solidFill>
              </a:rPr>
              <a:t>Y=C+S  </a:t>
            </a:r>
          </a:p>
          <a:p>
            <a:pPr>
              <a:lnSpc>
                <a:spcPct val="90000"/>
              </a:lnSpc>
              <a:spcBef>
                <a:spcPct val="20000"/>
              </a:spcBef>
              <a:buClr>
                <a:schemeClr val="tx2"/>
              </a:buClr>
              <a:buFont typeface="Wingdings" panose="05000000000000000000" pitchFamily="2" charset="2"/>
              <a:buChar char="w"/>
            </a:pPr>
            <a:r>
              <a:rPr lang="en-US" altLang="zh-CN" sz="2800" i="0">
                <a:solidFill>
                  <a:schemeClr val="tx1"/>
                </a:solidFill>
              </a:rPr>
              <a:t>  </a:t>
            </a:r>
            <a:r>
              <a:rPr lang="zh-CN" altLang="en-US" sz="2800" i="0">
                <a:solidFill>
                  <a:schemeClr val="tx1"/>
                </a:solidFill>
              </a:rPr>
              <a:t>则</a:t>
            </a:r>
            <a:r>
              <a:rPr lang="en-US" altLang="zh-CN" sz="2800" i="0">
                <a:solidFill>
                  <a:schemeClr val="tx1"/>
                </a:solidFill>
              </a:rPr>
              <a:t>1=C/Y+S/Y</a:t>
            </a:r>
            <a:endParaRPr lang="en-US" altLang="zh-CN" sz="2800" i="0" baseline="-25000">
              <a:solidFill>
                <a:schemeClr val="tx1"/>
              </a:solidFill>
            </a:endParaRPr>
          </a:p>
          <a:p>
            <a:pPr>
              <a:lnSpc>
                <a:spcPct val="90000"/>
              </a:lnSpc>
              <a:spcBef>
                <a:spcPct val="20000"/>
              </a:spcBef>
              <a:buClr>
                <a:schemeClr val="tx2"/>
              </a:buClr>
              <a:buFont typeface="Wingdings" panose="05000000000000000000" pitchFamily="2" charset="2"/>
              <a:buChar char="w"/>
            </a:pPr>
            <a:r>
              <a:rPr lang="en-US" altLang="zh-CN" sz="2800" i="0">
                <a:solidFill>
                  <a:schemeClr val="tx1"/>
                </a:solidFill>
              </a:rPr>
              <a:t>   </a:t>
            </a:r>
            <a:r>
              <a:rPr lang="zh-CN" altLang="en-US" sz="2800" i="0">
                <a:solidFill>
                  <a:schemeClr val="tx1"/>
                </a:solidFill>
              </a:rPr>
              <a:t>即：</a:t>
            </a:r>
            <a:r>
              <a:rPr lang="en-US" altLang="zh-CN" sz="2800" i="0">
                <a:solidFill>
                  <a:schemeClr val="tx1"/>
                </a:solidFill>
              </a:rPr>
              <a:t>APC+APC=1</a:t>
            </a:r>
          </a:p>
          <a:p>
            <a:pPr>
              <a:lnSpc>
                <a:spcPct val="90000"/>
              </a:lnSpc>
              <a:spcBef>
                <a:spcPct val="20000"/>
              </a:spcBef>
              <a:buClr>
                <a:schemeClr val="tx2"/>
              </a:buClr>
              <a:buFont typeface="Wingdings" panose="05000000000000000000" pitchFamily="2" charset="2"/>
              <a:buChar char="w"/>
            </a:pPr>
            <a:r>
              <a:rPr lang="zh-CN" altLang="en-US" sz="2800" i="0">
                <a:solidFill>
                  <a:schemeClr val="tx1"/>
                </a:solidFill>
              </a:rPr>
              <a:t>（</a:t>
            </a:r>
            <a:r>
              <a:rPr lang="en-US" altLang="zh-CN" sz="2800" i="0">
                <a:solidFill>
                  <a:schemeClr val="tx1"/>
                </a:solidFill>
              </a:rPr>
              <a:t>3</a:t>
            </a:r>
            <a:r>
              <a:rPr lang="zh-CN" altLang="en-US" sz="2800" i="0">
                <a:solidFill>
                  <a:schemeClr val="tx1"/>
                </a:solidFill>
              </a:rPr>
              <a:t>）因为</a:t>
            </a:r>
            <a:r>
              <a:rPr lang="en-US" altLang="zh-CN" sz="2800" i="0">
                <a:solidFill>
                  <a:schemeClr val="tx1"/>
                </a:solidFill>
              </a:rPr>
              <a:t>ΔY=ΔC+ΔS </a:t>
            </a:r>
          </a:p>
          <a:p>
            <a:pPr>
              <a:lnSpc>
                <a:spcPct val="90000"/>
              </a:lnSpc>
              <a:spcBef>
                <a:spcPct val="20000"/>
              </a:spcBef>
              <a:buClr>
                <a:schemeClr val="tx2"/>
              </a:buClr>
              <a:buFont typeface="Wingdings" panose="05000000000000000000" pitchFamily="2" charset="2"/>
              <a:buChar char="w"/>
            </a:pPr>
            <a:r>
              <a:rPr lang="en-US" altLang="zh-CN" sz="2800" i="0">
                <a:solidFill>
                  <a:schemeClr val="tx1"/>
                </a:solidFill>
              </a:rPr>
              <a:t>   </a:t>
            </a:r>
            <a:r>
              <a:rPr lang="zh-CN" altLang="en-US" sz="2800" i="0">
                <a:solidFill>
                  <a:schemeClr val="tx1"/>
                </a:solidFill>
              </a:rPr>
              <a:t>则</a:t>
            </a:r>
            <a:r>
              <a:rPr lang="en-US" altLang="zh-CN" sz="2800" i="0">
                <a:solidFill>
                  <a:schemeClr val="tx1"/>
                </a:solidFill>
              </a:rPr>
              <a:t>1=ΔC/ΔY+ΔS/ΔY</a:t>
            </a:r>
            <a:endParaRPr lang="en-US" altLang="zh-CN" sz="2800" i="0" baseline="-25000">
              <a:solidFill>
                <a:schemeClr val="tx1"/>
              </a:solidFill>
            </a:endParaRPr>
          </a:p>
          <a:p>
            <a:pPr>
              <a:lnSpc>
                <a:spcPct val="90000"/>
              </a:lnSpc>
              <a:spcBef>
                <a:spcPct val="20000"/>
              </a:spcBef>
              <a:buClr>
                <a:schemeClr val="tx2"/>
              </a:buClr>
              <a:buFont typeface="Wingdings" panose="05000000000000000000" pitchFamily="2" charset="2"/>
              <a:buChar char="w"/>
            </a:pPr>
            <a:r>
              <a:rPr lang="en-US" altLang="zh-CN" sz="2800" i="0">
                <a:solidFill>
                  <a:schemeClr val="tx1"/>
                </a:solidFill>
              </a:rPr>
              <a:t>   </a:t>
            </a:r>
            <a:r>
              <a:rPr lang="zh-CN" altLang="en-US" sz="2800" i="0">
                <a:solidFill>
                  <a:schemeClr val="tx1"/>
                </a:solidFill>
              </a:rPr>
              <a:t>即：</a:t>
            </a:r>
            <a:r>
              <a:rPr lang="en-US" altLang="zh-CN" sz="2800" i="0">
                <a:solidFill>
                  <a:schemeClr val="tx1"/>
                </a:solidFill>
              </a:rPr>
              <a:t>MPC+MPS=1</a:t>
            </a:r>
          </a:p>
          <a:p>
            <a:pPr>
              <a:lnSpc>
                <a:spcPct val="100000"/>
              </a:lnSpc>
              <a:spcBef>
                <a:spcPct val="0"/>
              </a:spcBef>
            </a:pPr>
            <a:r>
              <a:rPr lang="en-US" altLang="zh-CN" sz="2400" i="0">
                <a:solidFill>
                  <a:schemeClr val="tx1"/>
                </a:solidFill>
              </a:rPr>
              <a:t>  </a:t>
            </a:r>
          </a:p>
        </p:txBody>
      </p:sp>
      <p:sp>
        <p:nvSpPr>
          <p:cNvPr id="1030165" name="右大括号 1030164">
            <a:extLst>
              <a:ext uri="{FF2B5EF4-FFF2-40B4-BE49-F238E27FC236}">
                <a16:creationId xmlns:a16="http://schemas.microsoft.com/office/drawing/2014/main" id="{4E96EBCF-8B47-9471-34F4-43CEC0E5239E}"/>
              </a:ext>
            </a:extLst>
          </p:cNvPr>
          <p:cNvSpPr>
            <a:spLocks/>
          </p:cNvSpPr>
          <p:nvPr/>
        </p:nvSpPr>
        <p:spPr bwMode="auto">
          <a:xfrm>
            <a:off x="7239000" y="3060700"/>
            <a:ext cx="228600" cy="762000"/>
          </a:xfrm>
          <a:prstGeom prst="rightBrace">
            <a:avLst>
              <a:gd name="adj1" fmla="val 27762"/>
              <a:gd name="adj2" fmla="val 50000"/>
            </a:avLst>
          </a:prstGeom>
          <a:noFill/>
          <a:ln w="31750"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35860" name="DRAWING2STR_FREEFORM 1030165">
            <a:hlinkClick r:id="" action="ppaction://noaction"/>
            <a:extLst>
              <a:ext uri="{FF2B5EF4-FFF2-40B4-BE49-F238E27FC236}">
                <a16:creationId xmlns:a16="http://schemas.microsoft.com/office/drawing/2014/main" id="{98CF01A6-64E8-A998-45DF-994E32FB1527}"/>
              </a:ext>
            </a:extLst>
          </p:cNvPr>
          <p:cNvSpPr>
            <a:spLocks noChangeArrowheads="1"/>
          </p:cNvSpPr>
          <p:nvPr/>
        </p:nvSpPr>
        <p:spPr bwMode="auto">
          <a:xfrm>
            <a:off x="8027988" y="7113588"/>
            <a:ext cx="609600" cy="609600"/>
          </a:xfrm>
          <a:custGeom>
            <a:avLst/>
            <a:gdLst>
              <a:gd name="T0" fmla="*/ 5400 w 21600"/>
              <a:gd name="T1" fmla="*/ 5400 h 21600"/>
              <a:gd name="T2" fmla="*/ 9450 w 21600"/>
              <a:gd name="T3" fmla="*/ 5400 h 21600"/>
              <a:gd name="T4" fmla="*/ 9450 w 21600"/>
              <a:gd name="T5" fmla="*/ 2700 h 21600"/>
              <a:gd name="T6" fmla="*/ 8100 w 21600"/>
              <a:gd name="T7" fmla="*/ 2700 h 21600"/>
              <a:gd name="T8" fmla="*/ 10800 w 21600"/>
              <a:gd name="T9" fmla="*/ 0 h 21600"/>
              <a:gd name="T10" fmla="*/ 13500 w 21600"/>
              <a:gd name="T11" fmla="*/ 2700 h 21600"/>
              <a:gd name="T12" fmla="*/ 12150 w 21600"/>
              <a:gd name="T13" fmla="*/ 2700 h 21600"/>
              <a:gd name="T14" fmla="*/ 12150 w 21600"/>
              <a:gd name="T15" fmla="*/ 5400 h 21600"/>
              <a:gd name="T16" fmla="*/ 16200 w 21600"/>
              <a:gd name="T17" fmla="*/ 5400 h 21600"/>
              <a:gd name="T18" fmla="*/ 16200 w 21600"/>
              <a:gd name="T19" fmla="*/ 9450 h 21600"/>
              <a:gd name="T20" fmla="*/ 18900 w 21600"/>
              <a:gd name="T21" fmla="*/ 9450 h 21600"/>
              <a:gd name="T22" fmla="*/ 18900 w 21600"/>
              <a:gd name="T23" fmla="*/ 8100 h 21600"/>
              <a:gd name="T24" fmla="*/ 21600 w 21600"/>
              <a:gd name="T25" fmla="*/ 10800 h 21600"/>
              <a:gd name="T26" fmla="*/ 18900 w 21600"/>
              <a:gd name="T27" fmla="*/ 13500 h 21600"/>
              <a:gd name="T28" fmla="*/ 18900 w 21600"/>
              <a:gd name="T29" fmla="*/ 12150 h 21600"/>
              <a:gd name="T30" fmla="*/ 16200 w 21600"/>
              <a:gd name="T31" fmla="*/ 12150 h 21600"/>
              <a:gd name="T32" fmla="*/ 16200 w 21600"/>
              <a:gd name="T33" fmla="*/ 16200 h 21600"/>
              <a:gd name="T34" fmla="*/ 12150 w 21600"/>
              <a:gd name="T35" fmla="*/ 16200 h 21600"/>
              <a:gd name="T36" fmla="*/ 12150 w 21600"/>
              <a:gd name="T37" fmla="*/ 18900 h 21600"/>
              <a:gd name="T38" fmla="*/ 13500 w 21600"/>
              <a:gd name="T39" fmla="*/ 18900 h 21600"/>
              <a:gd name="T40" fmla="*/ 10800 w 21600"/>
              <a:gd name="T41" fmla="*/ 21600 h 21600"/>
              <a:gd name="T42" fmla="*/ 8100 w 21600"/>
              <a:gd name="T43" fmla="*/ 18900 h 21600"/>
              <a:gd name="T44" fmla="*/ 9450 w 21600"/>
              <a:gd name="T45" fmla="*/ 18900 h 21600"/>
              <a:gd name="T46" fmla="*/ 9450 w 21600"/>
              <a:gd name="T47" fmla="*/ 16200 h 21600"/>
              <a:gd name="T48" fmla="*/ 5400 w 21600"/>
              <a:gd name="T49" fmla="*/ 16200 h 21600"/>
              <a:gd name="T50" fmla="*/ 5400 w 21600"/>
              <a:gd name="T51" fmla="*/ 12150 h 21600"/>
              <a:gd name="T52" fmla="*/ 2700 w 21600"/>
              <a:gd name="T53" fmla="*/ 12150 h 21600"/>
              <a:gd name="T54" fmla="*/ 2700 w 21600"/>
              <a:gd name="T55" fmla="*/ 13500 h 21600"/>
              <a:gd name="T56" fmla="*/ 0 w 21600"/>
              <a:gd name="T57" fmla="*/ 10800 h 21600"/>
              <a:gd name="T58" fmla="*/ 2700 w 21600"/>
              <a:gd name="T59" fmla="*/ 8100 h 21600"/>
              <a:gd name="T60" fmla="*/ 2700 w 21600"/>
              <a:gd name="T61" fmla="*/ 9450 h 21600"/>
              <a:gd name="T62" fmla="*/ 5400 w 21600"/>
              <a:gd name="T63" fmla="*/ 945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1600" h="21600">
                <a:moveTo>
                  <a:pt x="5400" y="5400"/>
                </a:moveTo>
                <a:lnTo>
                  <a:pt x="9450" y="5400"/>
                </a:lnTo>
                <a:lnTo>
                  <a:pt x="9450" y="2700"/>
                </a:lnTo>
                <a:lnTo>
                  <a:pt x="8100" y="2700"/>
                </a:lnTo>
                <a:lnTo>
                  <a:pt x="10800" y="0"/>
                </a:lnTo>
                <a:lnTo>
                  <a:pt x="13500" y="2700"/>
                </a:lnTo>
                <a:lnTo>
                  <a:pt x="12150" y="2700"/>
                </a:lnTo>
                <a:lnTo>
                  <a:pt x="12150" y="5400"/>
                </a:lnTo>
                <a:lnTo>
                  <a:pt x="16200" y="5400"/>
                </a:lnTo>
                <a:lnTo>
                  <a:pt x="16200" y="9450"/>
                </a:lnTo>
                <a:lnTo>
                  <a:pt x="18900" y="9450"/>
                </a:lnTo>
                <a:lnTo>
                  <a:pt x="18900" y="8100"/>
                </a:lnTo>
                <a:lnTo>
                  <a:pt x="21600" y="10800"/>
                </a:lnTo>
                <a:lnTo>
                  <a:pt x="18900" y="13500"/>
                </a:lnTo>
                <a:lnTo>
                  <a:pt x="18900" y="12150"/>
                </a:lnTo>
                <a:lnTo>
                  <a:pt x="16200" y="12150"/>
                </a:lnTo>
                <a:lnTo>
                  <a:pt x="16200" y="16200"/>
                </a:lnTo>
                <a:lnTo>
                  <a:pt x="12150" y="16200"/>
                </a:lnTo>
                <a:lnTo>
                  <a:pt x="12150" y="18900"/>
                </a:lnTo>
                <a:lnTo>
                  <a:pt x="13500" y="18900"/>
                </a:lnTo>
                <a:lnTo>
                  <a:pt x="10800" y="21600"/>
                </a:lnTo>
                <a:lnTo>
                  <a:pt x="8100" y="18900"/>
                </a:lnTo>
                <a:lnTo>
                  <a:pt x="9450" y="18900"/>
                </a:lnTo>
                <a:lnTo>
                  <a:pt x="9450" y="16200"/>
                </a:lnTo>
                <a:lnTo>
                  <a:pt x="5400" y="16200"/>
                </a:lnTo>
                <a:lnTo>
                  <a:pt x="5400" y="12150"/>
                </a:lnTo>
                <a:lnTo>
                  <a:pt x="2700" y="12150"/>
                </a:lnTo>
                <a:lnTo>
                  <a:pt x="2700" y="13500"/>
                </a:lnTo>
                <a:lnTo>
                  <a:pt x="0" y="10800"/>
                </a:lnTo>
                <a:lnTo>
                  <a:pt x="2700" y="8100"/>
                </a:lnTo>
                <a:lnTo>
                  <a:pt x="2700" y="9450"/>
                </a:lnTo>
                <a:lnTo>
                  <a:pt x="5400" y="9450"/>
                </a:lnTo>
                <a:close/>
              </a:path>
            </a:pathLst>
          </a:custGeom>
          <a:noFill/>
          <a:ln w="31750"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1030167" name="DRAWING2STR_FREEFORM 1030166">
            <a:extLst>
              <a:ext uri="{FF2B5EF4-FFF2-40B4-BE49-F238E27FC236}">
                <a16:creationId xmlns:a16="http://schemas.microsoft.com/office/drawing/2014/main" id="{F0DB89E8-0BAB-B472-9A1E-5A1F832AB12F}"/>
              </a:ext>
            </a:extLst>
          </p:cNvPr>
          <p:cNvSpPr>
            <a:spLocks noChangeArrowheads="1"/>
          </p:cNvSpPr>
          <p:nvPr/>
        </p:nvSpPr>
        <p:spPr bwMode="auto">
          <a:xfrm>
            <a:off x="5867400" y="4376738"/>
            <a:ext cx="168275" cy="360362"/>
          </a:xfrm>
          <a:custGeom>
            <a:avLst/>
            <a:gdLst>
              <a:gd name="T0" fmla="*/ 0 w 106"/>
              <a:gd name="T1" fmla="*/ 0 h 227"/>
              <a:gd name="T2" fmla="*/ 91 w 106"/>
              <a:gd name="T3" fmla="*/ 91 h 227"/>
              <a:gd name="T4" fmla="*/ 91 w 106"/>
              <a:gd name="T5" fmla="*/ 227 h 227"/>
            </a:gdLst>
            <a:ahLst/>
            <a:cxnLst>
              <a:cxn ang="0">
                <a:pos x="T0" y="T1"/>
              </a:cxn>
              <a:cxn ang="0">
                <a:pos x="T2" y="T3"/>
              </a:cxn>
              <a:cxn ang="0">
                <a:pos x="T4" y="T5"/>
              </a:cxn>
            </a:cxnLst>
            <a:rect l="0" t="0" r="r" b="b"/>
            <a:pathLst>
              <a:path w="106" h="227">
                <a:moveTo>
                  <a:pt x="0" y="0"/>
                </a:moveTo>
                <a:cubicBezTo>
                  <a:pt x="38" y="26"/>
                  <a:pt x="76" y="53"/>
                  <a:pt x="91" y="91"/>
                </a:cubicBezTo>
                <a:cubicBezTo>
                  <a:pt x="106" y="129"/>
                  <a:pt x="91" y="204"/>
                  <a:pt x="91" y="227"/>
                </a:cubicBezTo>
              </a:path>
            </a:pathLst>
          </a:custGeom>
          <a:noFill/>
          <a:ln w="50800" cap="sq">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1030168" name="文本框 1030167">
            <a:extLst>
              <a:ext uri="{FF2B5EF4-FFF2-40B4-BE49-F238E27FC236}">
                <a16:creationId xmlns:a16="http://schemas.microsoft.com/office/drawing/2014/main" id="{1A3A46F0-069C-02A8-5F25-76732E4348DF}"/>
              </a:ext>
            </a:extLst>
          </p:cNvPr>
          <p:cNvSpPr txBox="1">
            <a:spLocks noChangeArrowheads="1"/>
          </p:cNvSpPr>
          <p:nvPr/>
        </p:nvSpPr>
        <p:spPr bwMode="auto">
          <a:xfrm>
            <a:off x="6011863" y="4292600"/>
            <a:ext cx="5222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wrap="none">
            <a:spAutoFit/>
          </a:bodyPr>
          <a:lstStyle/>
          <a:p>
            <a:pPr eaLnBrk="0" hangingPunct="0">
              <a:lnSpc>
                <a:spcPct val="100000"/>
              </a:lnSpc>
              <a:spcBef>
                <a:spcPct val="0"/>
              </a:spcBef>
            </a:pPr>
            <a:r>
              <a:rPr lang="en-US" altLang="zh-CN" sz="1800" i="0">
                <a:solidFill>
                  <a:schemeClr val="tx1"/>
                </a:solidFill>
                <a:latin typeface="Arial" panose="020B0604020202020204" pitchFamily="34" charset="0"/>
              </a:rPr>
              <a:t>45</a:t>
            </a:r>
            <a:r>
              <a:rPr lang="en-US" altLang="zh-CN" sz="1800" i="0" baseline="30000">
                <a:solidFill>
                  <a:schemeClr val="tx1"/>
                </a:solidFill>
                <a:latin typeface="Arial" panose="020B0604020202020204" pitchFamily="34" charset="0"/>
              </a:rPr>
              <a:t>0</a:t>
            </a:r>
            <a:endParaRPr lang="en-US" altLang="zh-CN" sz="1800" i="0">
              <a:solidFill>
                <a:schemeClr val="tx1"/>
              </a:solidFill>
              <a:latin typeface="Arial" panose="020B0604020202020204" pitchFamily="34" charset="0"/>
            </a:endParaRPr>
          </a:p>
        </p:txBody>
      </p:sp>
      <p:sp>
        <p:nvSpPr>
          <p:cNvPr id="35863" name="矩形 1030168">
            <a:extLst>
              <a:ext uri="{FF2B5EF4-FFF2-40B4-BE49-F238E27FC236}">
                <a16:creationId xmlns:a16="http://schemas.microsoft.com/office/drawing/2014/main" id="{04E547DF-573F-A361-5D4A-7190F7315475}"/>
              </a:ext>
            </a:extLst>
          </p:cNvPr>
          <p:cNvSpPr>
            <a:spLocks noChangeArrowheads="1"/>
          </p:cNvSpPr>
          <p:nvPr/>
        </p:nvSpPr>
        <p:spPr bwMode="auto">
          <a:xfrm>
            <a:off x="912813" y="0"/>
            <a:ext cx="8231187" cy="989013"/>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lstStyle/>
          <a:p>
            <a:pPr eaLnBrk="0" hangingPunct="0">
              <a:lnSpc>
                <a:spcPct val="100000"/>
              </a:lnSpc>
              <a:spcBef>
                <a:spcPct val="0"/>
              </a:spcBef>
            </a:pPr>
            <a:r>
              <a:rPr lang="zh-CN" altLang="en-US" sz="3600" i="0">
                <a:solidFill>
                  <a:srgbClr val="FFFF00"/>
                </a:solidFill>
                <a:ea typeface="方正姚体" panose="02010601030101010101" pitchFamily="2" charset="-122"/>
              </a:rPr>
              <a:t>消费函数与储蓄函数的关系</a:t>
            </a:r>
            <a:endParaRPr lang="en-US" altLang="zh-CN" sz="3600" i="0">
              <a:solidFill>
                <a:srgbClr val="FFFF00"/>
              </a:solidFill>
              <a:latin typeface="Arial" panose="020B0604020202020204" pitchFamily="34" charset="0"/>
            </a:endParaRPr>
          </a:p>
        </p:txBody>
      </p:sp>
      <p:sp>
        <p:nvSpPr>
          <p:cNvPr id="1030170" name="左大括号 1030169">
            <a:extLst>
              <a:ext uri="{FF2B5EF4-FFF2-40B4-BE49-F238E27FC236}">
                <a16:creationId xmlns:a16="http://schemas.microsoft.com/office/drawing/2014/main" id="{F56D3385-FCD5-BDBC-63CF-474731C732BA}"/>
              </a:ext>
            </a:extLst>
          </p:cNvPr>
          <p:cNvSpPr>
            <a:spLocks/>
          </p:cNvSpPr>
          <p:nvPr/>
        </p:nvSpPr>
        <p:spPr bwMode="auto">
          <a:xfrm rot="-5400000">
            <a:off x="6190456" y="3320257"/>
            <a:ext cx="288925" cy="1655762"/>
          </a:xfrm>
          <a:prstGeom prst="leftBrace">
            <a:avLst>
              <a:gd name="adj1" fmla="val 47730"/>
              <a:gd name="adj2" fmla="val 50000"/>
            </a:avLst>
          </a:prstGeom>
          <a:noFill/>
          <a:ln w="412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35865" name="Slide Number Placeholder 1">
            <a:extLst>
              <a:ext uri="{FF2B5EF4-FFF2-40B4-BE49-F238E27FC236}">
                <a16:creationId xmlns:a16="http://schemas.microsoft.com/office/drawing/2014/main" id="{C6FE8777-CE18-8A14-8FEC-6EA3734419C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9ADD97FE-174A-4075-8739-61DF02BB661C}" type="slidenum">
              <a:rPr lang="en-AU" altLang="zh-CN" sz="1400" i="0">
                <a:latin typeface="Arial" panose="020B0604020202020204" pitchFamily="34" charset="0"/>
              </a:rPr>
              <a:pPr algn="r"/>
              <a:t>25</a:t>
            </a:fld>
            <a:endParaRPr lang="en-AU" altLang="zh-CN" sz="1400" i="0">
              <a:latin typeface="Arial" panose="020B0604020202020204" pitchFamily="34" charset="0"/>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1030164">
                                            <p:txEl>
                                              <p:pRg st="0" end="0"/>
                                            </p:txEl>
                                          </p:spTgt>
                                        </p:tgtEl>
                                        <p:attrNameLst>
                                          <p:attrName>style.visibility</p:attrName>
                                        </p:attrNameLst>
                                      </p:cBhvr>
                                      <p:to>
                                        <p:strVal val="visible"/>
                                      </p:to>
                                    </p:set>
                                    <p:anim calcmode="lin" valueType="num">
                                      <p:cBhvr>
                                        <p:cTn id="7" dur="1000" fill="hold"/>
                                        <p:tgtEl>
                                          <p:spTgt spid="1030164">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1030164">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1030164">
                                            <p:txEl>
                                              <p:pRg st="0" end="0"/>
                                            </p:txEl>
                                          </p:spTgt>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030164">
                                            <p:txEl>
                                              <p:pRg st="0" end="0"/>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5" presetClass="entr" presetSubtype="0" fill="hold" grpId="0" nodeType="clickEffect">
                                  <p:stCondLst>
                                    <p:cond delay="0"/>
                                  </p:stCondLst>
                                  <p:childTnLst>
                                    <p:set>
                                      <p:cBhvr>
                                        <p:cTn id="14" dur="1" fill="hold">
                                          <p:stCondLst>
                                            <p:cond delay="0"/>
                                          </p:stCondLst>
                                        </p:cTn>
                                        <p:tgtEl>
                                          <p:spTgt spid="1030164">
                                            <p:txEl>
                                              <p:pRg st="1" end="1"/>
                                            </p:txEl>
                                          </p:spTgt>
                                        </p:tgtEl>
                                        <p:attrNameLst>
                                          <p:attrName>style.visibility</p:attrName>
                                        </p:attrNameLst>
                                      </p:cBhvr>
                                      <p:to>
                                        <p:strVal val="visible"/>
                                      </p:to>
                                    </p:set>
                                    <p:anim calcmode="lin" valueType="num">
                                      <p:cBhvr>
                                        <p:cTn id="15" dur="1000" fill="hold"/>
                                        <p:tgtEl>
                                          <p:spTgt spid="1030164">
                                            <p:txEl>
                                              <p:pRg st="1" end="1"/>
                                            </p:txEl>
                                          </p:spTgt>
                                        </p:tgtEl>
                                        <p:attrNameLst>
                                          <p:attrName>ppt_w</p:attrName>
                                        </p:attrNameLst>
                                      </p:cBhvr>
                                      <p:tavLst>
                                        <p:tav tm="0">
                                          <p:val>
                                            <p:fltVal val="0"/>
                                          </p:val>
                                        </p:tav>
                                        <p:tav tm="100000">
                                          <p:val>
                                            <p:strVal val="#ppt_w"/>
                                          </p:val>
                                        </p:tav>
                                      </p:tavLst>
                                    </p:anim>
                                    <p:anim calcmode="lin" valueType="num">
                                      <p:cBhvr>
                                        <p:cTn id="16" dur="1000" fill="hold"/>
                                        <p:tgtEl>
                                          <p:spTgt spid="1030164">
                                            <p:txEl>
                                              <p:pRg st="1" end="1"/>
                                            </p:txEl>
                                          </p:spTgt>
                                        </p:tgtEl>
                                        <p:attrNameLst>
                                          <p:attrName>ppt_h</p:attrName>
                                        </p:attrNameLst>
                                      </p:cBhvr>
                                      <p:tavLst>
                                        <p:tav tm="0">
                                          <p:val>
                                            <p:fltVal val="0"/>
                                          </p:val>
                                        </p:tav>
                                        <p:tav tm="100000">
                                          <p:val>
                                            <p:strVal val="#ppt_h"/>
                                          </p:val>
                                        </p:tav>
                                      </p:tavLst>
                                    </p:anim>
                                    <p:anim calcmode="lin" valueType="num">
                                      <p:cBhvr>
                                        <p:cTn id="17" dur="1000" fill="hold"/>
                                        <p:tgtEl>
                                          <p:spTgt spid="1030164">
                                            <p:txEl>
                                              <p:pRg st="1" end="1"/>
                                            </p:txEl>
                                          </p:spTgt>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1030164">
                                            <p:txEl>
                                              <p:pRg st="1" end="1"/>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1030164">
                                            <p:txEl>
                                              <p:pRg st="2" end="2"/>
                                            </p:txEl>
                                          </p:spTgt>
                                        </p:tgtEl>
                                        <p:attrNameLst>
                                          <p:attrName>style.visibility</p:attrName>
                                        </p:attrNameLst>
                                      </p:cBhvr>
                                      <p:to>
                                        <p:strVal val="visible"/>
                                      </p:to>
                                    </p:set>
                                    <p:anim calcmode="lin" valueType="num">
                                      <p:cBhvr>
                                        <p:cTn id="23" dur="1000" fill="hold"/>
                                        <p:tgtEl>
                                          <p:spTgt spid="1030164">
                                            <p:txEl>
                                              <p:pRg st="2" end="2"/>
                                            </p:txEl>
                                          </p:spTgt>
                                        </p:tgtEl>
                                        <p:attrNameLst>
                                          <p:attrName>ppt_w</p:attrName>
                                        </p:attrNameLst>
                                      </p:cBhvr>
                                      <p:tavLst>
                                        <p:tav tm="0">
                                          <p:val>
                                            <p:fltVal val="0"/>
                                          </p:val>
                                        </p:tav>
                                        <p:tav tm="100000">
                                          <p:val>
                                            <p:strVal val="#ppt_w"/>
                                          </p:val>
                                        </p:tav>
                                      </p:tavLst>
                                    </p:anim>
                                    <p:anim calcmode="lin" valueType="num">
                                      <p:cBhvr>
                                        <p:cTn id="24" dur="1000" fill="hold"/>
                                        <p:tgtEl>
                                          <p:spTgt spid="1030164">
                                            <p:txEl>
                                              <p:pRg st="2" end="2"/>
                                            </p:txEl>
                                          </p:spTgt>
                                        </p:tgtEl>
                                        <p:attrNameLst>
                                          <p:attrName>ppt_h</p:attrName>
                                        </p:attrNameLst>
                                      </p:cBhvr>
                                      <p:tavLst>
                                        <p:tav tm="0">
                                          <p:val>
                                            <p:fltVal val="0"/>
                                          </p:val>
                                        </p:tav>
                                        <p:tav tm="100000">
                                          <p:val>
                                            <p:strVal val="#ppt_h"/>
                                          </p:val>
                                        </p:tav>
                                      </p:tavLst>
                                    </p:anim>
                                    <p:anim calcmode="lin" valueType="num">
                                      <p:cBhvr>
                                        <p:cTn id="25" dur="1000" fill="hold"/>
                                        <p:tgtEl>
                                          <p:spTgt spid="1030164">
                                            <p:txEl>
                                              <p:pRg st="2" end="2"/>
                                            </p:txEl>
                                          </p:spTgt>
                                        </p:tgtEl>
                                        <p:attrNameLst>
                                          <p:attrName>ppt_x</p:attrName>
                                        </p:attrNameLst>
                                      </p:cBhvr>
                                      <p:tavLst>
                                        <p:tav tm="0" fmla="#ppt_x+(cos(-2*pi*(1-$))*-#ppt_x-sin(-2*pi*(1-$))*(1-#ppt_y))*(1-$)">
                                          <p:val>
                                            <p:fltVal val="0"/>
                                          </p:val>
                                        </p:tav>
                                        <p:tav tm="100000">
                                          <p:val>
                                            <p:fltVal val="1"/>
                                          </p:val>
                                        </p:tav>
                                      </p:tavLst>
                                    </p:anim>
                                    <p:anim calcmode="lin" valueType="num">
                                      <p:cBhvr>
                                        <p:cTn id="26" dur="1000" fill="hold"/>
                                        <p:tgtEl>
                                          <p:spTgt spid="1030164">
                                            <p:txEl>
                                              <p:pRg st="2" end="2"/>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15" presetClass="entr" presetSubtype="0" fill="hold" grpId="0" nodeType="clickEffect">
                                  <p:stCondLst>
                                    <p:cond delay="0"/>
                                  </p:stCondLst>
                                  <p:childTnLst>
                                    <p:set>
                                      <p:cBhvr>
                                        <p:cTn id="30" dur="1" fill="hold">
                                          <p:stCondLst>
                                            <p:cond delay="0"/>
                                          </p:stCondLst>
                                        </p:cTn>
                                        <p:tgtEl>
                                          <p:spTgt spid="1030164">
                                            <p:txEl>
                                              <p:pRg st="3" end="3"/>
                                            </p:txEl>
                                          </p:spTgt>
                                        </p:tgtEl>
                                        <p:attrNameLst>
                                          <p:attrName>style.visibility</p:attrName>
                                        </p:attrNameLst>
                                      </p:cBhvr>
                                      <p:to>
                                        <p:strVal val="visible"/>
                                      </p:to>
                                    </p:set>
                                    <p:anim calcmode="lin" valueType="num">
                                      <p:cBhvr>
                                        <p:cTn id="31" dur="1000" fill="hold"/>
                                        <p:tgtEl>
                                          <p:spTgt spid="1030164">
                                            <p:txEl>
                                              <p:pRg st="3" end="3"/>
                                            </p:txEl>
                                          </p:spTgt>
                                        </p:tgtEl>
                                        <p:attrNameLst>
                                          <p:attrName>ppt_w</p:attrName>
                                        </p:attrNameLst>
                                      </p:cBhvr>
                                      <p:tavLst>
                                        <p:tav tm="0">
                                          <p:val>
                                            <p:fltVal val="0"/>
                                          </p:val>
                                        </p:tav>
                                        <p:tav tm="100000">
                                          <p:val>
                                            <p:strVal val="#ppt_w"/>
                                          </p:val>
                                        </p:tav>
                                      </p:tavLst>
                                    </p:anim>
                                    <p:anim calcmode="lin" valueType="num">
                                      <p:cBhvr>
                                        <p:cTn id="32" dur="1000" fill="hold"/>
                                        <p:tgtEl>
                                          <p:spTgt spid="1030164">
                                            <p:txEl>
                                              <p:pRg st="3" end="3"/>
                                            </p:txEl>
                                          </p:spTgt>
                                        </p:tgtEl>
                                        <p:attrNameLst>
                                          <p:attrName>ppt_h</p:attrName>
                                        </p:attrNameLst>
                                      </p:cBhvr>
                                      <p:tavLst>
                                        <p:tav tm="0">
                                          <p:val>
                                            <p:fltVal val="0"/>
                                          </p:val>
                                        </p:tav>
                                        <p:tav tm="100000">
                                          <p:val>
                                            <p:strVal val="#ppt_h"/>
                                          </p:val>
                                        </p:tav>
                                      </p:tavLst>
                                    </p:anim>
                                    <p:anim calcmode="lin" valueType="num">
                                      <p:cBhvr>
                                        <p:cTn id="33" dur="1000" fill="hold"/>
                                        <p:tgtEl>
                                          <p:spTgt spid="1030164">
                                            <p:txEl>
                                              <p:pRg st="3" end="3"/>
                                            </p:txEl>
                                          </p:spTgt>
                                        </p:tgtEl>
                                        <p:attrNameLst>
                                          <p:attrName>ppt_x</p:attrName>
                                        </p:attrNameLst>
                                      </p:cBhvr>
                                      <p:tavLst>
                                        <p:tav tm="0" fmla="#ppt_x+(cos(-2*pi*(1-$))*-#ppt_x-sin(-2*pi*(1-$))*(1-#ppt_y))*(1-$)">
                                          <p:val>
                                            <p:fltVal val="0"/>
                                          </p:val>
                                        </p:tav>
                                        <p:tav tm="100000">
                                          <p:val>
                                            <p:fltVal val="1"/>
                                          </p:val>
                                        </p:tav>
                                      </p:tavLst>
                                    </p:anim>
                                    <p:anim calcmode="lin" valueType="num">
                                      <p:cBhvr>
                                        <p:cTn id="34" dur="1000" fill="hold"/>
                                        <p:tgtEl>
                                          <p:spTgt spid="1030164">
                                            <p:txEl>
                                              <p:pRg st="3" end="3"/>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15" presetClass="entr" presetSubtype="0" fill="hold" grpId="0" nodeType="clickEffect">
                                  <p:stCondLst>
                                    <p:cond delay="0"/>
                                  </p:stCondLst>
                                  <p:childTnLst>
                                    <p:set>
                                      <p:cBhvr>
                                        <p:cTn id="38" dur="1" fill="hold">
                                          <p:stCondLst>
                                            <p:cond delay="0"/>
                                          </p:stCondLst>
                                        </p:cTn>
                                        <p:tgtEl>
                                          <p:spTgt spid="1030164">
                                            <p:txEl>
                                              <p:pRg st="4" end="4"/>
                                            </p:txEl>
                                          </p:spTgt>
                                        </p:tgtEl>
                                        <p:attrNameLst>
                                          <p:attrName>style.visibility</p:attrName>
                                        </p:attrNameLst>
                                      </p:cBhvr>
                                      <p:to>
                                        <p:strVal val="visible"/>
                                      </p:to>
                                    </p:set>
                                    <p:anim calcmode="lin" valueType="num">
                                      <p:cBhvr>
                                        <p:cTn id="39" dur="1000" fill="hold"/>
                                        <p:tgtEl>
                                          <p:spTgt spid="1030164">
                                            <p:txEl>
                                              <p:pRg st="4" end="4"/>
                                            </p:txEl>
                                          </p:spTgt>
                                        </p:tgtEl>
                                        <p:attrNameLst>
                                          <p:attrName>ppt_w</p:attrName>
                                        </p:attrNameLst>
                                      </p:cBhvr>
                                      <p:tavLst>
                                        <p:tav tm="0">
                                          <p:val>
                                            <p:fltVal val="0"/>
                                          </p:val>
                                        </p:tav>
                                        <p:tav tm="100000">
                                          <p:val>
                                            <p:strVal val="#ppt_w"/>
                                          </p:val>
                                        </p:tav>
                                      </p:tavLst>
                                    </p:anim>
                                    <p:anim calcmode="lin" valueType="num">
                                      <p:cBhvr>
                                        <p:cTn id="40" dur="1000" fill="hold"/>
                                        <p:tgtEl>
                                          <p:spTgt spid="1030164">
                                            <p:txEl>
                                              <p:pRg st="4" end="4"/>
                                            </p:txEl>
                                          </p:spTgt>
                                        </p:tgtEl>
                                        <p:attrNameLst>
                                          <p:attrName>ppt_h</p:attrName>
                                        </p:attrNameLst>
                                      </p:cBhvr>
                                      <p:tavLst>
                                        <p:tav tm="0">
                                          <p:val>
                                            <p:fltVal val="0"/>
                                          </p:val>
                                        </p:tav>
                                        <p:tav tm="100000">
                                          <p:val>
                                            <p:strVal val="#ppt_h"/>
                                          </p:val>
                                        </p:tav>
                                      </p:tavLst>
                                    </p:anim>
                                    <p:anim calcmode="lin" valueType="num">
                                      <p:cBhvr>
                                        <p:cTn id="41" dur="1000" fill="hold"/>
                                        <p:tgtEl>
                                          <p:spTgt spid="1030164">
                                            <p:txEl>
                                              <p:pRg st="4" end="4"/>
                                            </p:txEl>
                                          </p:spTgt>
                                        </p:tgtEl>
                                        <p:attrNameLst>
                                          <p:attrName>ppt_x</p:attrName>
                                        </p:attrNameLst>
                                      </p:cBhvr>
                                      <p:tavLst>
                                        <p:tav tm="0" fmla="#ppt_x+(cos(-2*pi*(1-$))*-#ppt_x-sin(-2*pi*(1-$))*(1-#ppt_y))*(1-$)">
                                          <p:val>
                                            <p:fltVal val="0"/>
                                          </p:val>
                                        </p:tav>
                                        <p:tav tm="100000">
                                          <p:val>
                                            <p:fltVal val="1"/>
                                          </p:val>
                                        </p:tav>
                                      </p:tavLst>
                                    </p:anim>
                                    <p:anim calcmode="lin" valueType="num">
                                      <p:cBhvr>
                                        <p:cTn id="42" dur="1000" fill="hold"/>
                                        <p:tgtEl>
                                          <p:spTgt spid="1030164">
                                            <p:txEl>
                                              <p:pRg st="4" end="4"/>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15" presetClass="entr" presetSubtype="0" fill="hold" grpId="0" nodeType="clickEffect">
                                  <p:stCondLst>
                                    <p:cond delay="0"/>
                                  </p:stCondLst>
                                  <p:childTnLst>
                                    <p:set>
                                      <p:cBhvr>
                                        <p:cTn id="46" dur="1" fill="hold">
                                          <p:stCondLst>
                                            <p:cond delay="0"/>
                                          </p:stCondLst>
                                        </p:cTn>
                                        <p:tgtEl>
                                          <p:spTgt spid="1030164">
                                            <p:txEl>
                                              <p:pRg st="5" end="5"/>
                                            </p:txEl>
                                          </p:spTgt>
                                        </p:tgtEl>
                                        <p:attrNameLst>
                                          <p:attrName>style.visibility</p:attrName>
                                        </p:attrNameLst>
                                      </p:cBhvr>
                                      <p:to>
                                        <p:strVal val="visible"/>
                                      </p:to>
                                    </p:set>
                                    <p:anim calcmode="lin" valueType="num">
                                      <p:cBhvr>
                                        <p:cTn id="47" dur="1000" fill="hold"/>
                                        <p:tgtEl>
                                          <p:spTgt spid="1030164">
                                            <p:txEl>
                                              <p:pRg st="5" end="5"/>
                                            </p:txEl>
                                          </p:spTgt>
                                        </p:tgtEl>
                                        <p:attrNameLst>
                                          <p:attrName>ppt_w</p:attrName>
                                        </p:attrNameLst>
                                      </p:cBhvr>
                                      <p:tavLst>
                                        <p:tav tm="0">
                                          <p:val>
                                            <p:fltVal val="0"/>
                                          </p:val>
                                        </p:tav>
                                        <p:tav tm="100000">
                                          <p:val>
                                            <p:strVal val="#ppt_w"/>
                                          </p:val>
                                        </p:tav>
                                      </p:tavLst>
                                    </p:anim>
                                    <p:anim calcmode="lin" valueType="num">
                                      <p:cBhvr>
                                        <p:cTn id="48" dur="1000" fill="hold"/>
                                        <p:tgtEl>
                                          <p:spTgt spid="1030164">
                                            <p:txEl>
                                              <p:pRg st="5" end="5"/>
                                            </p:txEl>
                                          </p:spTgt>
                                        </p:tgtEl>
                                        <p:attrNameLst>
                                          <p:attrName>ppt_h</p:attrName>
                                        </p:attrNameLst>
                                      </p:cBhvr>
                                      <p:tavLst>
                                        <p:tav tm="0">
                                          <p:val>
                                            <p:fltVal val="0"/>
                                          </p:val>
                                        </p:tav>
                                        <p:tav tm="100000">
                                          <p:val>
                                            <p:strVal val="#ppt_h"/>
                                          </p:val>
                                        </p:tav>
                                      </p:tavLst>
                                    </p:anim>
                                    <p:anim calcmode="lin" valueType="num">
                                      <p:cBhvr>
                                        <p:cTn id="49" dur="1000" fill="hold"/>
                                        <p:tgtEl>
                                          <p:spTgt spid="1030164">
                                            <p:txEl>
                                              <p:pRg st="5" end="5"/>
                                            </p:txEl>
                                          </p:spTgt>
                                        </p:tgtEl>
                                        <p:attrNameLst>
                                          <p:attrName>ppt_x</p:attrName>
                                        </p:attrNameLst>
                                      </p:cBhvr>
                                      <p:tavLst>
                                        <p:tav tm="0" fmla="#ppt_x+(cos(-2*pi*(1-$))*-#ppt_x-sin(-2*pi*(1-$))*(1-#ppt_y))*(1-$)">
                                          <p:val>
                                            <p:fltVal val="0"/>
                                          </p:val>
                                        </p:tav>
                                        <p:tav tm="100000">
                                          <p:val>
                                            <p:fltVal val="1"/>
                                          </p:val>
                                        </p:tav>
                                      </p:tavLst>
                                    </p:anim>
                                    <p:anim calcmode="lin" valueType="num">
                                      <p:cBhvr>
                                        <p:cTn id="50" dur="1000" fill="hold"/>
                                        <p:tgtEl>
                                          <p:spTgt spid="1030164">
                                            <p:txEl>
                                              <p:pRg st="5" end="5"/>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15" presetClass="entr" presetSubtype="0" fill="hold" grpId="0" nodeType="clickEffect">
                                  <p:stCondLst>
                                    <p:cond delay="0"/>
                                  </p:stCondLst>
                                  <p:childTnLst>
                                    <p:set>
                                      <p:cBhvr>
                                        <p:cTn id="54" dur="1" fill="hold">
                                          <p:stCondLst>
                                            <p:cond delay="0"/>
                                          </p:stCondLst>
                                        </p:cTn>
                                        <p:tgtEl>
                                          <p:spTgt spid="1030164">
                                            <p:txEl>
                                              <p:pRg st="6" end="6"/>
                                            </p:txEl>
                                          </p:spTgt>
                                        </p:tgtEl>
                                        <p:attrNameLst>
                                          <p:attrName>style.visibility</p:attrName>
                                        </p:attrNameLst>
                                      </p:cBhvr>
                                      <p:to>
                                        <p:strVal val="visible"/>
                                      </p:to>
                                    </p:set>
                                    <p:anim calcmode="lin" valueType="num">
                                      <p:cBhvr>
                                        <p:cTn id="55" dur="1000" fill="hold"/>
                                        <p:tgtEl>
                                          <p:spTgt spid="1030164">
                                            <p:txEl>
                                              <p:pRg st="6" end="6"/>
                                            </p:txEl>
                                          </p:spTgt>
                                        </p:tgtEl>
                                        <p:attrNameLst>
                                          <p:attrName>ppt_w</p:attrName>
                                        </p:attrNameLst>
                                      </p:cBhvr>
                                      <p:tavLst>
                                        <p:tav tm="0">
                                          <p:val>
                                            <p:fltVal val="0"/>
                                          </p:val>
                                        </p:tav>
                                        <p:tav tm="100000">
                                          <p:val>
                                            <p:strVal val="#ppt_w"/>
                                          </p:val>
                                        </p:tav>
                                      </p:tavLst>
                                    </p:anim>
                                    <p:anim calcmode="lin" valueType="num">
                                      <p:cBhvr>
                                        <p:cTn id="56" dur="1000" fill="hold"/>
                                        <p:tgtEl>
                                          <p:spTgt spid="1030164">
                                            <p:txEl>
                                              <p:pRg st="6" end="6"/>
                                            </p:txEl>
                                          </p:spTgt>
                                        </p:tgtEl>
                                        <p:attrNameLst>
                                          <p:attrName>ppt_h</p:attrName>
                                        </p:attrNameLst>
                                      </p:cBhvr>
                                      <p:tavLst>
                                        <p:tav tm="0">
                                          <p:val>
                                            <p:fltVal val="0"/>
                                          </p:val>
                                        </p:tav>
                                        <p:tav tm="100000">
                                          <p:val>
                                            <p:strVal val="#ppt_h"/>
                                          </p:val>
                                        </p:tav>
                                      </p:tavLst>
                                    </p:anim>
                                    <p:anim calcmode="lin" valueType="num">
                                      <p:cBhvr>
                                        <p:cTn id="57" dur="1000" fill="hold"/>
                                        <p:tgtEl>
                                          <p:spTgt spid="1030164">
                                            <p:txEl>
                                              <p:pRg st="6" end="6"/>
                                            </p:txEl>
                                          </p:spTgt>
                                        </p:tgtEl>
                                        <p:attrNameLst>
                                          <p:attrName>ppt_x</p:attrName>
                                        </p:attrNameLst>
                                      </p:cBhvr>
                                      <p:tavLst>
                                        <p:tav tm="0" fmla="#ppt_x+(cos(-2*pi*(1-$))*-#ppt_x-sin(-2*pi*(1-$))*(1-#ppt_y))*(1-$)">
                                          <p:val>
                                            <p:fltVal val="0"/>
                                          </p:val>
                                        </p:tav>
                                        <p:tav tm="100000">
                                          <p:val>
                                            <p:fltVal val="1"/>
                                          </p:val>
                                        </p:tav>
                                      </p:tavLst>
                                    </p:anim>
                                    <p:anim calcmode="lin" valueType="num">
                                      <p:cBhvr>
                                        <p:cTn id="58" dur="1000" fill="hold"/>
                                        <p:tgtEl>
                                          <p:spTgt spid="1030164">
                                            <p:txEl>
                                              <p:pRg st="6" end="6"/>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59" fill="hold" nodeType="clickPar">
                      <p:stCondLst>
                        <p:cond delay="indefinite"/>
                      </p:stCondLst>
                      <p:childTnLst>
                        <p:par>
                          <p:cTn id="60" fill="hold" nodeType="withGroup">
                            <p:stCondLst>
                              <p:cond delay="0"/>
                            </p:stCondLst>
                            <p:childTnLst>
                              <p:par>
                                <p:cTn id="61" presetID="15" presetClass="entr" presetSubtype="0" fill="hold" grpId="0" nodeType="clickEffect">
                                  <p:stCondLst>
                                    <p:cond delay="0"/>
                                  </p:stCondLst>
                                  <p:childTnLst>
                                    <p:set>
                                      <p:cBhvr>
                                        <p:cTn id="62" dur="1" fill="hold">
                                          <p:stCondLst>
                                            <p:cond delay="0"/>
                                          </p:stCondLst>
                                        </p:cTn>
                                        <p:tgtEl>
                                          <p:spTgt spid="1030164">
                                            <p:txEl>
                                              <p:pRg st="7" end="7"/>
                                            </p:txEl>
                                          </p:spTgt>
                                        </p:tgtEl>
                                        <p:attrNameLst>
                                          <p:attrName>style.visibility</p:attrName>
                                        </p:attrNameLst>
                                      </p:cBhvr>
                                      <p:to>
                                        <p:strVal val="visible"/>
                                      </p:to>
                                    </p:set>
                                    <p:anim calcmode="lin" valueType="num">
                                      <p:cBhvr>
                                        <p:cTn id="63" dur="1000" fill="hold"/>
                                        <p:tgtEl>
                                          <p:spTgt spid="1030164">
                                            <p:txEl>
                                              <p:pRg st="7" end="7"/>
                                            </p:txEl>
                                          </p:spTgt>
                                        </p:tgtEl>
                                        <p:attrNameLst>
                                          <p:attrName>ppt_w</p:attrName>
                                        </p:attrNameLst>
                                      </p:cBhvr>
                                      <p:tavLst>
                                        <p:tav tm="0">
                                          <p:val>
                                            <p:fltVal val="0"/>
                                          </p:val>
                                        </p:tav>
                                        <p:tav tm="100000">
                                          <p:val>
                                            <p:strVal val="#ppt_w"/>
                                          </p:val>
                                        </p:tav>
                                      </p:tavLst>
                                    </p:anim>
                                    <p:anim calcmode="lin" valueType="num">
                                      <p:cBhvr>
                                        <p:cTn id="64" dur="1000" fill="hold"/>
                                        <p:tgtEl>
                                          <p:spTgt spid="1030164">
                                            <p:txEl>
                                              <p:pRg st="7" end="7"/>
                                            </p:txEl>
                                          </p:spTgt>
                                        </p:tgtEl>
                                        <p:attrNameLst>
                                          <p:attrName>ppt_h</p:attrName>
                                        </p:attrNameLst>
                                      </p:cBhvr>
                                      <p:tavLst>
                                        <p:tav tm="0">
                                          <p:val>
                                            <p:fltVal val="0"/>
                                          </p:val>
                                        </p:tav>
                                        <p:tav tm="100000">
                                          <p:val>
                                            <p:strVal val="#ppt_h"/>
                                          </p:val>
                                        </p:tav>
                                      </p:tavLst>
                                    </p:anim>
                                    <p:anim calcmode="lin" valueType="num">
                                      <p:cBhvr>
                                        <p:cTn id="65" dur="1000" fill="hold"/>
                                        <p:tgtEl>
                                          <p:spTgt spid="1030164">
                                            <p:txEl>
                                              <p:pRg st="7" end="7"/>
                                            </p:txEl>
                                          </p:spTgt>
                                        </p:tgtEl>
                                        <p:attrNameLst>
                                          <p:attrName>ppt_x</p:attrName>
                                        </p:attrNameLst>
                                      </p:cBhvr>
                                      <p:tavLst>
                                        <p:tav tm="0" fmla="#ppt_x+(cos(-2*pi*(1-$))*-#ppt_x-sin(-2*pi*(1-$))*(1-#ppt_y))*(1-$)">
                                          <p:val>
                                            <p:fltVal val="0"/>
                                          </p:val>
                                        </p:tav>
                                        <p:tav tm="100000">
                                          <p:val>
                                            <p:fltVal val="1"/>
                                          </p:val>
                                        </p:tav>
                                      </p:tavLst>
                                    </p:anim>
                                    <p:anim calcmode="lin" valueType="num">
                                      <p:cBhvr>
                                        <p:cTn id="66" dur="1000" fill="hold"/>
                                        <p:tgtEl>
                                          <p:spTgt spid="1030164">
                                            <p:txEl>
                                              <p:pRg st="7" end="7"/>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67" fill="hold" nodeType="clickPar">
                      <p:stCondLst>
                        <p:cond delay="indefinite"/>
                      </p:stCondLst>
                      <p:childTnLst>
                        <p:par>
                          <p:cTn id="68" fill="hold" nodeType="withGroup">
                            <p:stCondLst>
                              <p:cond delay="0"/>
                            </p:stCondLst>
                            <p:childTnLst>
                              <p:par>
                                <p:cTn id="69" presetID="15" presetClass="entr" presetSubtype="0" fill="hold" grpId="0" nodeType="clickEffect">
                                  <p:stCondLst>
                                    <p:cond delay="0"/>
                                  </p:stCondLst>
                                  <p:childTnLst>
                                    <p:set>
                                      <p:cBhvr>
                                        <p:cTn id="70" dur="1" fill="hold">
                                          <p:stCondLst>
                                            <p:cond delay="0"/>
                                          </p:stCondLst>
                                        </p:cTn>
                                        <p:tgtEl>
                                          <p:spTgt spid="1030164">
                                            <p:txEl>
                                              <p:pRg st="8" end="8"/>
                                            </p:txEl>
                                          </p:spTgt>
                                        </p:tgtEl>
                                        <p:attrNameLst>
                                          <p:attrName>style.visibility</p:attrName>
                                        </p:attrNameLst>
                                      </p:cBhvr>
                                      <p:to>
                                        <p:strVal val="visible"/>
                                      </p:to>
                                    </p:set>
                                    <p:anim calcmode="lin" valueType="num">
                                      <p:cBhvr>
                                        <p:cTn id="71" dur="1000" fill="hold"/>
                                        <p:tgtEl>
                                          <p:spTgt spid="1030164">
                                            <p:txEl>
                                              <p:pRg st="8" end="8"/>
                                            </p:txEl>
                                          </p:spTgt>
                                        </p:tgtEl>
                                        <p:attrNameLst>
                                          <p:attrName>ppt_w</p:attrName>
                                        </p:attrNameLst>
                                      </p:cBhvr>
                                      <p:tavLst>
                                        <p:tav tm="0">
                                          <p:val>
                                            <p:fltVal val="0"/>
                                          </p:val>
                                        </p:tav>
                                        <p:tav tm="100000">
                                          <p:val>
                                            <p:strVal val="#ppt_w"/>
                                          </p:val>
                                        </p:tav>
                                      </p:tavLst>
                                    </p:anim>
                                    <p:anim calcmode="lin" valueType="num">
                                      <p:cBhvr>
                                        <p:cTn id="72" dur="1000" fill="hold"/>
                                        <p:tgtEl>
                                          <p:spTgt spid="1030164">
                                            <p:txEl>
                                              <p:pRg st="8" end="8"/>
                                            </p:txEl>
                                          </p:spTgt>
                                        </p:tgtEl>
                                        <p:attrNameLst>
                                          <p:attrName>ppt_h</p:attrName>
                                        </p:attrNameLst>
                                      </p:cBhvr>
                                      <p:tavLst>
                                        <p:tav tm="0">
                                          <p:val>
                                            <p:fltVal val="0"/>
                                          </p:val>
                                        </p:tav>
                                        <p:tav tm="100000">
                                          <p:val>
                                            <p:strVal val="#ppt_h"/>
                                          </p:val>
                                        </p:tav>
                                      </p:tavLst>
                                    </p:anim>
                                    <p:anim calcmode="lin" valueType="num">
                                      <p:cBhvr>
                                        <p:cTn id="73" dur="1000" fill="hold"/>
                                        <p:tgtEl>
                                          <p:spTgt spid="1030164">
                                            <p:txEl>
                                              <p:pRg st="8" end="8"/>
                                            </p:txEl>
                                          </p:spTgt>
                                        </p:tgtEl>
                                        <p:attrNameLst>
                                          <p:attrName>ppt_x</p:attrName>
                                        </p:attrNameLst>
                                      </p:cBhvr>
                                      <p:tavLst>
                                        <p:tav tm="0" fmla="#ppt_x+(cos(-2*pi*(1-$))*-#ppt_x-sin(-2*pi*(1-$))*(1-#ppt_y))*(1-$)">
                                          <p:val>
                                            <p:fltVal val="0"/>
                                          </p:val>
                                        </p:tav>
                                        <p:tav tm="100000">
                                          <p:val>
                                            <p:fltVal val="1"/>
                                          </p:val>
                                        </p:tav>
                                      </p:tavLst>
                                    </p:anim>
                                    <p:anim calcmode="lin" valueType="num">
                                      <p:cBhvr>
                                        <p:cTn id="74" dur="1000" fill="hold"/>
                                        <p:tgtEl>
                                          <p:spTgt spid="1030164">
                                            <p:txEl>
                                              <p:pRg st="8" end="8"/>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75" fill="hold" nodeType="clickPar">
                      <p:stCondLst>
                        <p:cond delay="indefinite"/>
                      </p:stCondLst>
                      <p:childTnLst>
                        <p:par>
                          <p:cTn id="76" fill="hold" nodeType="withGroup">
                            <p:stCondLst>
                              <p:cond delay="0"/>
                            </p:stCondLst>
                            <p:childTnLst>
                              <p:par>
                                <p:cTn id="77" presetID="3" presetClass="entr" presetSubtype="10" fill="hold" nodeType="clickEffect">
                                  <p:stCondLst>
                                    <p:cond delay="0"/>
                                  </p:stCondLst>
                                  <p:childTnLst>
                                    <p:set>
                                      <p:cBhvr>
                                        <p:cTn id="78" dur="1" fill="hold">
                                          <p:stCondLst>
                                            <p:cond delay="0"/>
                                          </p:stCondLst>
                                        </p:cTn>
                                        <p:tgtEl>
                                          <p:spTgt spid="1030148"/>
                                        </p:tgtEl>
                                        <p:attrNameLst>
                                          <p:attrName>style.visibility</p:attrName>
                                        </p:attrNameLst>
                                      </p:cBhvr>
                                      <p:to>
                                        <p:strVal val="visible"/>
                                      </p:to>
                                    </p:set>
                                    <p:animEffect transition="in" filter="blinds(horizontal)">
                                      <p:cBhvr>
                                        <p:cTn id="79" dur="500"/>
                                        <p:tgtEl>
                                          <p:spTgt spid="1030148"/>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3" presetClass="entr" presetSubtype="10" fill="hold" grpId="0" nodeType="clickEffect">
                                  <p:stCondLst>
                                    <p:cond delay="0"/>
                                  </p:stCondLst>
                                  <p:childTnLst>
                                    <p:set>
                                      <p:cBhvr>
                                        <p:cTn id="83" dur="1" fill="hold">
                                          <p:stCondLst>
                                            <p:cond delay="0"/>
                                          </p:stCondLst>
                                        </p:cTn>
                                        <p:tgtEl>
                                          <p:spTgt spid="1030167"/>
                                        </p:tgtEl>
                                        <p:attrNameLst>
                                          <p:attrName>style.visibility</p:attrName>
                                        </p:attrNameLst>
                                      </p:cBhvr>
                                      <p:to>
                                        <p:strVal val="visible"/>
                                      </p:to>
                                    </p:set>
                                    <p:animEffect transition="in" filter="blinds(horizontal)">
                                      <p:cBhvr>
                                        <p:cTn id="84" dur="500"/>
                                        <p:tgtEl>
                                          <p:spTgt spid="1030167"/>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3" presetClass="entr" presetSubtype="10" fill="hold" grpId="0" nodeType="clickEffect">
                                  <p:stCondLst>
                                    <p:cond delay="0"/>
                                  </p:stCondLst>
                                  <p:childTnLst>
                                    <p:set>
                                      <p:cBhvr>
                                        <p:cTn id="88" dur="1" fill="hold">
                                          <p:stCondLst>
                                            <p:cond delay="0"/>
                                          </p:stCondLst>
                                        </p:cTn>
                                        <p:tgtEl>
                                          <p:spTgt spid="1030168">
                                            <p:txEl>
                                              <p:pRg st="0" end="0"/>
                                            </p:txEl>
                                          </p:spTgt>
                                        </p:tgtEl>
                                        <p:attrNameLst>
                                          <p:attrName>style.visibility</p:attrName>
                                        </p:attrNameLst>
                                      </p:cBhvr>
                                      <p:to>
                                        <p:strVal val="visible"/>
                                      </p:to>
                                    </p:set>
                                    <p:animEffect transition="in" filter="blinds(horizontal)">
                                      <p:cBhvr>
                                        <p:cTn id="89" dur="500"/>
                                        <p:tgtEl>
                                          <p:spTgt spid="1030168">
                                            <p:txEl>
                                              <p:pRg st="0" end="0"/>
                                            </p:txEl>
                                          </p:spTgt>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3" presetClass="entr" presetSubtype="10" fill="hold" nodeType="clickEffect">
                                  <p:stCondLst>
                                    <p:cond delay="0"/>
                                  </p:stCondLst>
                                  <p:childTnLst>
                                    <p:set>
                                      <p:cBhvr>
                                        <p:cTn id="93" dur="1" fill="hold">
                                          <p:stCondLst>
                                            <p:cond delay="0"/>
                                          </p:stCondLst>
                                        </p:cTn>
                                        <p:tgtEl>
                                          <p:spTgt spid="1030151"/>
                                        </p:tgtEl>
                                        <p:attrNameLst>
                                          <p:attrName>style.visibility</p:attrName>
                                        </p:attrNameLst>
                                      </p:cBhvr>
                                      <p:to>
                                        <p:strVal val="visible"/>
                                      </p:to>
                                    </p:set>
                                    <p:animEffect transition="in" filter="blinds(horizontal)">
                                      <p:cBhvr>
                                        <p:cTn id="94" dur="500"/>
                                        <p:tgtEl>
                                          <p:spTgt spid="1030151"/>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1" presetClass="entr" presetSubtype="0" fill="hold" grpId="0" nodeType="clickEffect">
                                  <p:stCondLst>
                                    <p:cond delay="0"/>
                                  </p:stCondLst>
                                  <p:childTnLst>
                                    <p:set>
                                      <p:cBhvr>
                                        <p:cTn id="98" dur="1" fill="hold">
                                          <p:stCondLst>
                                            <p:cond delay="499"/>
                                          </p:stCondLst>
                                        </p:cTn>
                                        <p:tgtEl>
                                          <p:spTgt spid="1030160">
                                            <p:txEl>
                                              <p:pRg st="0" end="0"/>
                                            </p:txEl>
                                          </p:spTgt>
                                        </p:tgtEl>
                                        <p:attrNameLst>
                                          <p:attrName>style.visibility</p:attrName>
                                        </p:attrNameLst>
                                      </p:cBhvr>
                                      <p:to>
                                        <p:strVal val="visible"/>
                                      </p:to>
                                    </p:set>
                                  </p:childTnLst>
                                </p:cTn>
                              </p:par>
                            </p:childTnLst>
                          </p:cTn>
                        </p:par>
                      </p:childTnLst>
                    </p:cTn>
                  </p:par>
                  <p:par>
                    <p:cTn id="99" fill="hold" nodeType="clickPar">
                      <p:stCondLst>
                        <p:cond delay="indefinite"/>
                      </p:stCondLst>
                      <p:childTnLst>
                        <p:par>
                          <p:cTn id="100" fill="hold" nodeType="withGroup">
                            <p:stCondLst>
                              <p:cond delay="0"/>
                            </p:stCondLst>
                            <p:childTnLst>
                              <p:par>
                                <p:cTn id="101" presetID="1" presetClass="entr" presetSubtype="0" fill="hold" grpId="0" nodeType="clickEffect">
                                  <p:stCondLst>
                                    <p:cond delay="0"/>
                                  </p:stCondLst>
                                  <p:childTnLst>
                                    <p:set>
                                      <p:cBhvr>
                                        <p:cTn id="102" dur="1" fill="hold">
                                          <p:stCondLst>
                                            <p:cond delay="499"/>
                                          </p:stCondLst>
                                        </p:cTn>
                                        <p:tgtEl>
                                          <p:spTgt spid="1030152">
                                            <p:txEl>
                                              <p:pRg st="0" end="0"/>
                                            </p:txEl>
                                          </p:spTgt>
                                        </p:tgtEl>
                                        <p:attrNameLst>
                                          <p:attrName>style.visibility</p:attrName>
                                        </p:attrNameLst>
                                      </p:cBhvr>
                                      <p:to>
                                        <p:strVal val="visible"/>
                                      </p:to>
                                    </p:se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3" presetClass="entr" presetSubtype="10" fill="hold" nodeType="clickEffect">
                                  <p:stCondLst>
                                    <p:cond delay="0"/>
                                  </p:stCondLst>
                                  <p:childTnLst>
                                    <p:set>
                                      <p:cBhvr>
                                        <p:cTn id="106" dur="1" fill="hold">
                                          <p:stCondLst>
                                            <p:cond delay="0"/>
                                          </p:stCondLst>
                                        </p:cTn>
                                        <p:tgtEl>
                                          <p:spTgt spid="1030150"/>
                                        </p:tgtEl>
                                        <p:attrNameLst>
                                          <p:attrName>style.visibility</p:attrName>
                                        </p:attrNameLst>
                                      </p:cBhvr>
                                      <p:to>
                                        <p:strVal val="visible"/>
                                      </p:to>
                                    </p:set>
                                    <p:animEffect transition="in" filter="blinds(horizontal)">
                                      <p:cBhvr>
                                        <p:cTn id="107" dur="500"/>
                                        <p:tgtEl>
                                          <p:spTgt spid="1030150"/>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1" presetClass="entr" presetSubtype="0" fill="hold" grpId="0" nodeType="clickEffect">
                                  <p:stCondLst>
                                    <p:cond delay="0"/>
                                  </p:stCondLst>
                                  <p:childTnLst>
                                    <p:set>
                                      <p:cBhvr>
                                        <p:cTn id="111" dur="1" fill="hold">
                                          <p:stCondLst>
                                            <p:cond delay="499"/>
                                          </p:stCondLst>
                                        </p:cTn>
                                        <p:tgtEl>
                                          <p:spTgt spid="1030162">
                                            <p:txEl>
                                              <p:pRg st="0" end="0"/>
                                            </p:txEl>
                                          </p:spTgt>
                                        </p:tgtEl>
                                        <p:attrNameLst>
                                          <p:attrName>style.visibility</p:attrName>
                                        </p:attrNameLst>
                                      </p:cBhvr>
                                      <p:to>
                                        <p:strVal val="visible"/>
                                      </p:to>
                                    </p:set>
                                  </p:childTnLst>
                                </p:cTn>
                              </p:par>
                            </p:childTnLst>
                          </p:cTn>
                        </p:par>
                      </p:childTnLst>
                    </p:cTn>
                  </p:par>
                  <p:par>
                    <p:cTn id="112" fill="hold" nodeType="clickPar">
                      <p:stCondLst>
                        <p:cond delay="indefinite"/>
                      </p:stCondLst>
                      <p:childTnLst>
                        <p:par>
                          <p:cTn id="113" fill="hold" nodeType="withGroup">
                            <p:stCondLst>
                              <p:cond delay="0"/>
                            </p:stCondLst>
                            <p:childTnLst>
                              <p:par>
                                <p:cTn id="114" presetID="3" presetClass="entr" presetSubtype="10" fill="hold" nodeType="clickEffect">
                                  <p:stCondLst>
                                    <p:cond delay="0"/>
                                  </p:stCondLst>
                                  <p:childTnLst>
                                    <p:set>
                                      <p:cBhvr>
                                        <p:cTn id="115" dur="1" fill="hold">
                                          <p:stCondLst>
                                            <p:cond delay="0"/>
                                          </p:stCondLst>
                                        </p:cTn>
                                        <p:tgtEl>
                                          <p:spTgt spid="1030156"/>
                                        </p:tgtEl>
                                        <p:attrNameLst>
                                          <p:attrName>style.visibility</p:attrName>
                                        </p:attrNameLst>
                                      </p:cBhvr>
                                      <p:to>
                                        <p:strVal val="visible"/>
                                      </p:to>
                                    </p:set>
                                    <p:animEffect transition="in" filter="blinds(horizontal)">
                                      <p:cBhvr>
                                        <p:cTn id="116" dur="500"/>
                                        <p:tgtEl>
                                          <p:spTgt spid="1030156"/>
                                        </p:tgtEl>
                                      </p:cBhvr>
                                    </p:animEffect>
                                  </p:childTnLst>
                                </p:cTn>
                              </p:par>
                            </p:childTnLst>
                          </p:cTn>
                        </p:par>
                      </p:childTnLst>
                    </p:cTn>
                  </p:par>
                  <p:par>
                    <p:cTn id="117" fill="hold" nodeType="clickPar">
                      <p:stCondLst>
                        <p:cond delay="indefinite"/>
                      </p:stCondLst>
                      <p:childTnLst>
                        <p:par>
                          <p:cTn id="118" fill="hold" nodeType="withGroup">
                            <p:stCondLst>
                              <p:cond delay="0"/>
                            </p:stCondLst>
                            <p:childTnLst>
                              <p:par>
                                <p:cTn id="119" presetID="3" presetClass="entr" presetSubtype="10" fill="hold" grpId="0" nodeType="clickEffect">
                                  <p:stCondLst>
                                    <p:cond delay="0"/>
                                  </p:stCondLst>
                                  <p:childTnLst>
                                    <p:set>
                                      <p:cBhvr>
                                        <p:cTn id="120" dur="1" fill="hold">
                                          <p:stCondLst>
                                            <p:cond delay="0"/>
                                          </p:stCondLst>
                                        </p:cTn>
                                        <p:tgtEl>
                                          <p:spTgt spid="1030170"/>
                                        </p:tgtEl>
                                        <p:attrNameLst>
                                          <p:attrName>style.visibility</p:attrName>
                                        </p:attrNameLst>
                                      </p:cBhvr>
                                      <p:to>
                                        <p:strVal val="visible"/>
                                      </p:to>
                                    </p:set>
                                    <p:animEffect transition="in" filter="blinds(horizontal)">
                                      <p:cBhvr>
                                        <p:cTn id="121" dur="500"/>
                                        <p:tgtEl>
                                          <p:spTgt spid="1030170"/>
                                        </p:tgtEl>
                                      </p:cBhvr>
                                    </p:animEffect>
                                  </p:childTnLst>
                                </p:cTn>
                              </p:par>
                            </p:childTnLst>
                          </p:cTn>
                        </p:par>
                      </p:childTnLst>
                    </p:cTn>
                  </p:par>
                  <p:par>
                    <p:cTn id="122" fill="hold" nodeType="clickPar">
                      <p:stCondLst>
                        <p:cond delay="indefinite"/>
                      </p:stCondLst>
                      <p:childTnLst>
                        <p:par>
                          <p:cTn id="123" fill="hold" nodeType="withGroup">
                            <p:stCondLst>
                              <p:cond delay="0"/>
                            </p:stCondLst>
                            <p:childTnLst>
                              <p:par>
                                <p:cTn id="124" presetID="1" presetClass="entr" presetSubtype="0" fill="hold" grpId="0" nodeType="clickEffect">
                                  <p:stCondLst>
                                    <p:cond delay="0"/>
                                  </p:stCondLst>
                                  <p:childTnLst>
                                    <p:set>
                                      <p:cBhvr>
                                        <p:cTn id="125" dur="1" fill="hold">
                                          <p:stCondLst>
                                            <p:cond delay="499"/>
                                          </p:stCondLst>
                                        </p:cTn>
                                        <p:tgtEl>
                                          <p:spTgt spid="1030157">
                                            <p:txEl>
                                              <p:pRg st="0" end="0"/>
                                            </p:txEl>
                                          </p:spTgt>
                                        </p:tgtEl>
                                        <p:attrNameLst>
                                          <p:attrName>style.visibility</p:attrName>
                                        </p:attrNameLst>
                                      </p:cBhvr>
                                      <p:to>
                                        <p:strVal val="visible"/>
                                      </p:to>
                                    </p:set>
                                  </p:childTnLst>
                                </p:cTn>
                              </p:par>
                            </p:childTnLst>
                          </p:cTn>
                        </p:par>
                      </p:childTnLst>
                    </p:cTn>
                  </p:par>
                  <p:par>
                    <p:cTn id="126" fill="hold" nodeType="clickPar">
                      <p:stCondLst>
                        <p:cond delay="indefinite"/>
                      </p:stCondLst>
                      <p:childTnLst>
                        <p:par>
                          <p:cTn id="127" fill="hold" nodeType="withGroup">
                            <p:stCondLst>
                              <p:cond delay="0"/>
                            </p:stCondLst>
                            <p:childTnLst>
                              <p:par>
                                <p:cTn id="128" presetID="3" presetClass="entr" presetSubtype="10" fill="hold" grpId="0" nodeType="clickEffect">
                                  <p:stCondLst>
                                    <p:cond delay="0"/>
                                  </p:stCondLst>
                                  <p:childTnLst>
                                    <p:set>
                                      <p:cBhvr>
                                        <p:cTn id="129" dur="1" fill="hold">
                                          <p:stCondLst>
                                            <p:cond delay="0"/>
                                          </p:stCondLst>
                                        </p:cTn>
                                        <p:tgtEl>
                                          <p:spTgt spid="1030165"/>
                                        </p:tgtEl>
                                        <p:attrNameLst>
                                          <p:attrName>style.visibility</p:attrName>
                                        </p:attrNameLst>
                                      </p:cBhvr>
                                      <p:to>
                                        <p:strVal val="visible"/>
                                      </p:to>
                                    </p:set>
                                    <p:animEffect transition="in" filter="blinds(horizontal)">
                                      <p:cBhvr>
                                        <p:cTn id="130" dur="500"/>
                                        <p:tgtEl>
                                          <p:spTgt spid="1030165"/>
                                        </p:tgtEl>
                                      </p:cBhvr>
                                    </p:animEffect>
                                  </p:childTnLst>
                                </p:cTn>
                              </p:par>
                            </p:childTnLst>
                          </p:cTn>
                        </p:par>
                      </p:childTnLst>
                    </p:cTn>
                  </p:par>
                  <p:par>
                    <p:cTn id="131" fill="hold" nodeType="clickPar">
                      <p:stCondLst>
                        <p:cond delay="indefinite"/>
                      </p:stCondLst>
                      <p:childTnLst>
                        <p:par>
                          <p:cTn id="132" fill="hold" nodeType="withGroup">
                            <p:stCondLst>
                              <p:cond delay="0"/>
                            </p:stCondLst>
                            <p:childTnLst>
                              <p:par>
                                <p:cTn id="133" presetID="1" presetClass="entr" presetSubtype="0" fill="hold" grpId="0" nodeType="clickEffect">
                                  <p:stCondLst>
                                    <p:cond delay="0"/>
                                  </p:stCondLst>
                                  <p:childTnLst>
                                    <p:set>
                                      <p:cBhvr>
                                        <p:cTn id="134" dur="1" fill="hold">
                                          <p:stCondLst>
                                            <p:cond delay="499"/>
                                          </p:stCondLst>
                                        </p:cTn>
                                        <p:tgtEl>
                                          <p:spTgt spid="1030158">
                                            <p:txEl>
                                              <p:pRg st="0" end="0"/>
                                            </p:txEl>
                                          </p:spTgt>
                                        </p:tgtEl>
                                        <p:attrNameLst>
                                          <p:attrName>style.visibility</p:attrName>
                                        </p:attrNameLst>
                                      </p:cBhvr>
                                      <p:to>
                                        <p:strVal val="visible"/>
                                      </p:to>
                                    </p:set>
                                  </p:childTnLst>
                                </p:cTn>
                              </p:par>
                            </p:childTnLst>
                          </p:cTn>
                        </p:par>
                      </p:childTnLst>
                    </p:cTn>
                  </p:par>
                  <p:par>
                    <p:cTn id="135" fill="hold" nodeType="clickPar">
                      <p:stCondLst>
                        <p:cond delay="indefinite"/>
                      </p:stCondLst>
                      <p:childTnLst>
                        <p:par>
                          <p:cTn id="136" fill="hold" nodeType="withGroup">
                            <p:stCondLst>
                              <p:cond delay="0"/>
                            </p:stCondLst>
                            <p:childTnLst>
                              <p:par>
                                <p:cTn id="137" presetID="1" presetClass="entr" presetSubtype="0" fill="hold" grpId="0" nodeType="clickEffect">
                                  <p:stCondLst>
                                    <p:cond delay="0"/>
                                  </p:stCondLst>
                                  <p:childTnLst>
                                    <p:set>
                                      <p:cBhvr>
                                        <p:cTn id="138" dur="1" fill="hold">
                                          <p:stCondLst>
                                            <p:cond delay="499"/>
                                          </p:stCondLst>
                                        </p:cTn>
                                        <p:tgtEl>
                                          <p:spTgt spid="1030153">
                                            <p:txEl>
                                              <p:pRg st="0" end="0"/>
                                            </p:txEl>
                                          </p:spTgt>
                                        </p:tgtEl>
                                        <p:attrNameLst>
                                          <p:attrName>style.visibility</p:attrName>
                                        </p:attrNameLst>
                                      </p:cBhvr>
                                      <p:to>
                                        <p:strVal val="visible"/>
                                      </p:to>
                                    </p:set>
                                  </p:childTnLst>
                                </p:cTn>
                              </p:par>
                            </p:childTnLst>
                          </p:cTn>
                        </p:par>
                      </p:childTnLst>
                    </p:cTn>
                  </p:par>
                  <p:par>
                    <p:cTn id="139" fill="hold" nodeType="clickPar">
                      <p:stCondLst>
                        <p:cond delay="indefinite"/>
                      </p:stCondLst>
                      <p:childTnLst>
                        <p:par>
                          <p:cTn id="140" fill="hold" nodeType="withGroup">
                            <p:stCondLst>
                              <p:cond delay="0"/>
                            </p:stCondLst>
                            <p:childTnLst>
                              <p:par>
                                <p:cTn id="141" presetID="3" presetClass="entr" presetSubtype="10" fill="hold" nodeType="clickEffect">
                                  <p:stCondLst>
                                    <p:cond delay="0"/>
                                  </p:stCondLst>
                                  <p:childTnLst>
                                    <p:set>
                                      <p:cBhvr>
                                        <p:cTn id="142" dur="1" fill="hold">
                                          <p:stCondLst>
                                            <p:cond delay="0"/>
                                          </p:stCondLst>
                                        </p:cTn>
                                        <p:tgtEl>
                                          <p:spTgt spid="1030149"/>
                                        </p:tgtEl>
                                        <p:attrNameLst>
                                          <p:attrName>style.visibility</p:attrName>
                                        </p:attrNameLst>
                                      </p:cBhvr>
                                      <p:to>
                                        <p:strVal val="visible"/>
                                      </p:to>
                                    </p:set>
                                    <p:animEffect transition="in" filter="blinds(horizontal)">
                                      <p:cBhvr>
                                        <p:cTn id="143" dur="500"/>
                                        <p:tgtEl>
                                          <p:spTgt spid="1030149"/>
                                        </p:tgtEl>
                                      </p:cBhvr>
                                    </p:animEffect>
                                  </p:childTnLst>
                                </p:cTn>
                              </p:par>
                            </p:childTnLst>
                          </p:cTn>
                        </p:par>
                      </p:childTnLst>
                    </p:cTn>
                  </p:par>
                  <p:par>
                    <p:cTn id="144" fill="hold" nodeType="clickPar">
                      <p:stCondLst>
                        <p:cond delay="indefinite"/>
                      </p:stCondLst>
                      <p:childTnLst>
                        <p:par>
                          <p:cTn id="145" fill="hold" nodeType="withGroup">
                            <p:stCondLst>
                              <p:cond delay="0"/>
                            </p:stCondLst>
                            <p:childTnLst>
                              <p:par>
                                <p:cTn id="146" presetID="1" presetClass="entr" presetSubtype="0" fill="hold" grpId="0" nodeType="clickEffect">
                                  <p:stCondLst>
                                    <p:cond delay="0"/>
                                  </p:stCondLst>
                                  <p:childTnLst>
                                    <p:set>
                                      <p:cBhvr>
                                        <p:cTn id="147" dur="1" fill="hold">
                                          <p:stCondLst>
                                            <p:cond delay="499"/>
                                          </p:stCondLst>
                                        </p:cTn>
                                        <p:tgtEl>
                                          <p:spTgt spid="103016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0152" grpId="0" build="p" autoUpdateAnimBg="0"/>
      <p:bldP spid="1030153" grpId="0" build="p" autoUpdateAnimBg="0"/>
      <p:bldP spid="1030157" grpId="0" build="p" autoUpdateAnimBg="0"/>
      <p:bldP spid="1030158" grpId="0" build="p" autoUpdateAnimBg="0"/>
      <p:bldP spid="1030160" grpId="0" build="p" autoUpdateAnimBg="0"/>
      <p:bldP spid="1030161" grpId="0" build="p" autoUpdateAnimBg="0"/>
      <p:bldP spid="1030162" grpId="0" build="p" autoUpdateAnimBg="0"/>
      <p:bldP spid="1030164" grpId="0" build="p" autoUpdateAnimBg="0"/>
      <p:bldP spid="1030165" grpId="0" animBg="1" autoUpdateAnimBg="0"/>
      <p:bldP spid="1030167" grpId="0" animBg="1" autoUpdateAnimBg="0"/>
      <p:bldP spid="1030168" grpId="0" build="p" autoUpdateAnimBg="0"/>
      <p:bldP spid="1030170" grpId="0" animBg="1"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089537">
            <a:extLst>
              <a:ext uri="{FF2B5EF4-FFF2-40B4-BE49-F238E27FC236}">
                <a16:creationId xmlns:a16="http://schemas.microsoft.com/office/drawing/2014/main" id="{6ED93202-8B55-DCE1-B349-F61434AC5407}"/>
              </a:ext>
            </a:extLst>
          </p:cNvPr>
          <p:cNvSpPr>
            <a:spLocks noGrp="1" noChangeArrowheads="1"/>
          </p:cNvSpPr>
          <p:nvPr>
            <p:ph type="title"/>
          </p:nvPr>
        </p:nvSpPr>
        <p:spPr/>
        <p:txBody>
          <a:bodyPr/>
          <a:lstStyle/>
          <a:p>
            <a:r>
              <a:rPr lang="zh-CN" altLang="en-US">
                <a:solidFill>
                  <a:srgbClr val="FFFF00"/>
                </a:solidFill>
              </a:rPr>
              <a:t>消费函数与储蓄函数的关系</a:t>
            </a:r>
          </a:p>
        </p:txBody>
      </p:sp>
      <p:sp>
        <p:nvSpPr>
          <p:cNvPr id="36867" name="Slide Number Placeholder 1">
            <a:extLst>
              <a:ext uri="{FF2B5EF4-FFF2-40B4-BE49-F238E27FC236}">
                <a16:creationId xmlns:a16="http://schemas.microsoft.com/office/drawing/2014/main" id="{8371D790-EFAC-39AF-2556-2D8689137F3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15EA7E7C-AA56-4066-9DB2-83037C639365}" type="slidenum">
              <a:rPr lang="en-AU" altLang="zh-CN" sz="1400" i="0">
                <a:latin typeface="Arial" panose="020B0604020202020204" pitchFamily="34" charset="0"/>
              </a:rPr>
              <a:pPr algn="r"/>
              <a:t>26</a:t>
            </a:fld>
            <a:endParaRPr lang="en-AU" altLang="zh-CN" sz="1400" i="0">
              <a:latin typeface="Arial" panose="020B0604020202020204" pitchFamily="34" charset="0"/>
            </a:endParaRPr>
          </a:p>
        </p:txBody>
      </p:sp>
    </p:spTree>
    <p:controls>
      <mc:AlternateContent xmlns:mc="http://schemas.openxmlformats.org/markup-compatibility/2006">
        <mc:Choice xmlns:v="urn:schemas-microsoft-com:vml" Requires="v">
          <p:control name="TextBox2" r:id="rId1" imgW="8138160" imgH="5829480"/>
        </mc:Choice>
        <mc:Fallback>
          <p:control name="TextBox2" r:id="rId1" imgW="8138160" imgH="5829480">
            <p:pic>
              <p:nvPicPr>
                <p:cNvPr id="36866" name="TextBox2">
                  <a:extLst>
                    <a:ext uri="{FF2B5EF4-FFF2-40B4-BE49-F238E27FC236}">
                      <a16:creationId xmlns:a16="http://schemas.microsoft.com/office/drawing/2014/main" id="{42C74EF1-90A1-1E54-F8B5-7C20BC3890A2}"/>
                    </a:ext>
                  </a:extLst>
                </p:cNvPr>
                <p:cNvPicPr>
                  <a:picLocks noChangeArrowheads="1" noChangeShapeType="1"/>
                </p:cNvPicPr>
                <p:nvPr/>
              </p:nvPicPr>
              <p:blipFill>
                <a:blip r:embed="rId3"/>
                <a:srcRect/>
                <a:stretch>
                  <a:fillRect/>
                </a:stretch>
              </p:blipFill>
              <p:spPr bwMode="auto">
                <a:xfrm>
                  <a:off x="611188" y="1025525"/>
                  <a:ext cx="8137525" cy="5832475"/>
                </a:xfrm>
                <a:prstGeom prst="rect">
                  <a:avLst/>
                </a:prstGeom>
                <a:ln>
                  <a:noFill/>
                </a:ln>
                <a:extLst>
                  <a:ext uri="{91240B29-F687-4F45-9708-019B960494DF}">
                    <a14:hiddenLine xmlns:a14="http://schemas.microsoft.com/office/drawing/2010/main">
                      <a:noFill/>
                    </a14:hiddenLine>
                  </a:ext>
                </a:extLst>
              </p:spPr>
            </p:pic>
          </p:control>
        </mc:Fallback>
      </mc:AlternateContent>
    </p:controls>
  </p:cSld>
  <p:clrMapOvr>
    <a:masterClrMapping/>
  </p:clrMapOvr>
  <p:transition spd="med">
    <p:zo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Title 1021953">
            <a:extLst>
              <a:ext uri="{FF2B5EF4-FFF2-40B4-BE49-F238E27FC236}">
                <a16:creationId xmlns:a16="http://schemas.microsoft.com/office/drawing/2014/main" id="{A9696B80-1B94-B297-FE24-D85ED051DC53}"/>
              </a:ext>
            </a:extLst>
          </p:cNvPr>
          <p:cNvSpPr>
            <a:spLocks noGrp="1" noChangeArrowheads="1"/>
          </p:cNvSpPr>
          <p:nvPr>
            <p:ph type="title"/>
          </p:nvPr>
        </p:nvSpPr>
        <p:spPr/>
        <p:txBody>
          <a:bodyPr/>
          <a:lstStyle/>
          <a:p>
            <a:r>
              <a:rPr lang="en-US" altLang="zh-CN">
                <a:solidFill>
                  <a:srgbClr val="FFFF00"/>
                </a:solidFill>
              </a:rPr>
              <a:t>3.3.</a:t>
            </a:r>
            <a:r>
              <a:rPr lang="zh-CN" altLang="en-US">
                <a:solidFill>
                  <a:srgbClr val="FFFF00"/>
                </a:solidFill>
              </a:rPr>
              <a:t>５ 消费函数之谜与其它消费函数</a:t>
            </a:r>
          </a:p>
        </p:txBody>
      </p:sp>
      <p:sp>
        <p:nvSpPr>
          <p:cNvPr id="37890" name="Text Placeholder 1021954">
            <a:extLst>
              <a:ext uri="{FF2B5EF4-FFF2-40B4-BE49-F238E27FC236}">
                <a16:creationId xmlns:a16="http://schemas.microsoft.com/office/drawing/2014/main" id="{9BDB8F0D-3F0A-98CD-B580-FCB497CB23DB}"/>
              </a:ext>
            </a:extLst>
          </p:cNvPr>
          <p:cNvSpPr>
            <a:spLocks noGrp="1" noChangeArrowheads="1"/>
          </p:cNvSpPr>
          <p:nvPr>
            <p:ph type="body" idx="1"/>
          </p:nvPr>
        </p:nvSpPr>
        <p:spPr/>
        <p:txBody>
          <a:bodyPr/>
          <a:lstStyle/>
          <a:p>
            <a:r>
              <a:rPr lang="zh-CN" altLang="en-US" sz="3200" b="1">
                <a:hlinkClick r:id="" action="ppaction://noaction"/>
              </a:rPr>
              <a:t>消费函数之谜</a:t>
            </a:r>
            <a:endParaRPr lang="zh-CN" altLang="en-US" sz="3200" b="1"/>
          </a:p>
          <a:p>
            <a:r>
              <a:rPr lang="zh-CN" altLang="en-US" sz="3200" b="1">
                <a:hlinkClick r:id="" action="ppaction://noaction"/>
              </a:rPr>
              <a:t>绝对收入假说对消费函数之谜的解释</a:t>
            </a:r>
            <a:endParaRPr lang="zh-CN" altLang="en-US" sz="3200" b="1"/>
          </a:p>
          <a:p>
            <a:r>
              <a:rPr lang="zh-CN" altLang="en-US" sz="3200" b="1">
                <a:hlinkClick r:id="" action="ppaction://noaction"/>
              </a:rPr>
              <a:t>相对收入假说</a:t>
            </a:r>
            <a:endParaRPr lang="zh-CN" altLang="en-US" sz="3200" b="1"/>
          </a:p>
          <a:p>
            <a:r>
              <a:rPr lang="zh-CN" altLang="en-US" sz="3200" b="1">
                <a:hlinkClick r:id="" action="ppaction://noaction"/>
              </a:rPr>
              <a:t>终身收入假说</a:t>
            </a:r>
            <a:endParaRPr lang="zh-CN" altLang="en-US" sz="3200" b="1"/>
          </a:p>
          <a:p>
            <a:r>
              <a:rPr lang="zh-CN" altLang="en-US" sz="3200" b="1">
                <a:hlinkClick r:id="" action="ppaction://noaction"/>
              </a:rPr>
              <a:t>恒常收入假说</a:t>
            </a:r>
            <a:endParaRPr lang="zh-CN" altLang="en-US" sz="3200" b="1"/>
          </a:p>
          <a:p>
            <a:r>
              <a:rPr lang="zh-CN" altLang="en-US" sz="3200" b="1">
                <a:hlinkClick r:id="" action="ppaction://noaction"/>
              </a:rPr>
              <a:t>影响消费的其他理论</a:t>
            </a:r>
            <a:endParaRPr lang="en-US" altLang="zh-CN" sz="3200"/>
          </a:p>
          <a:p>
            <a:endParaRPr lang="zh-CN" altLang="en-US" sz="3200"/>
          </a:p>
        </p:txBody>
      </p:sp>
      <p:sp>
        <p:nvSpPr>
          <p:cNvPr id="37891" name="Slide Number Placeholder 1">
            <a:extLst>
              <a:ext uri="{FF2B5EF4-FFF2-40B4-BE49-F238E27FC236}">
                <a16:creationId xmlns:a16="http://schemas.microsoft.com/office/drawing/2014/main" id="{5E48A952-9147-07C7-B7C0-F0480F9359A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D4A90AF2-76A2-4684-B1B2-DE1924219DA2}" type="slidenum">
              <a:rPr lang="en-AU" altLang="zh-CN" sz="1400" i="0">
                <a:latin typeface="Arial" panose="020B0604020202020204" pitchFamily="34" charset="0"/>
              </a:rPr>
              <a:pPr algn="r"/>
              <a:t>27</a:t>
            </a:fld>
            <a:endParaRPr lang="en-AU" altLang="zh-CN" sz="1400" i="0">
              <a:latin typeface="Arial" panose="020B0604020202020204" pitchFamily="34" charset="0"/>
            </a:endParaRPr>
          </a:p>
        </p:txBody>
      </p:sp>
    </p:spTree>
  </p:cSld>
  <p:clrMapOvr>
    <a:masterClrMapping/>
  </p:clrMapOvr>
  <p:transition spd="med">
    <p:zoom/>
  </p:transition>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15811" name="Text Placeholder 1015810">
            <a:extLst>
              <a:ext uri="{FF2B5EF4-FFF2-40B4-BE49-F238E27FC236}">
                <a16:creationId xmlns:a16="http://schemas.microsoft.com/office/drawing/2014/main" id="{92F8F6B7-DE3B-74C0-53F2-33E6483876C9}"/>
              </a:ext>
            </a:extLst>
          </p:cNvPr>
          <p:cNvSpPr>
            <a:spLocks noGrp="1" noChangeArrowheads="1"/>
          </p:cNvSpPr>
          <p:nvPr>
            <p:ph type="body" idx="1"/>
          </p:nvPr>
        </p:nvSpPr>
        <p:spPr>
          <a:xfrm>
            <a:off x="827088" y="1196975"/>
            <a:ext cx="7489825" cy="4679950"/>
          </a:xfrm>
        </p:spPr>
        <p:txBody>
          <a:bodyPr/>
          <a:lstStyle/>
          <a:p>
            <a:pPr>
              <a:spcBef>
                <a:spcPts val="600"/>
              </a:spcBef>
            </a:pPr>
            <a:r>
              <a:rPr lang="zh-CN" altLang="en-US" sz="2800" b="1">
                <a:latin typeface="宋体" panose="02010600030101010101" pitchFamily="2" charset="-122"/>
              </a:rPr>
              <a:t>现期收入决定消费？还是现期收入与对未来收入预期同时决定现期消费？如果说未来收入会对当期消费发生作用，消费者怎样判断未来收入水平？</a:t>
            </a:r>
          </a:p>
          <a:p>
            <a:pPr>
              <a:spcBef>
                <a:spcPts val="600"/>
              </a:spcBef>
            </a:pPr>
            <a:r>
              <a:rPr lang="zh-CN" altLang="en-US" sz="2800" b="1">
                <a:latin typeface="宋体" panose="02010600030101010101" pitchFamily="2" charset="-122"/>
              </a:rPr>
              <a:t>有关假说如凯恩斯（</a:t>
            </a:r>
            <a:r>
              <a:rPr lang="en-US" altLang="zh-CN" sz="2800" b="1">
                <a:latin typeface="宋体" panose="02010600030101010101" pitchFamily="2" charset="-122"/>
              </a:rPr>
              <a:t>Keynes</a:t>
            </a:r>
            <a:r>
              <a:rPr lang="zh-CN" altLang="en-US" sz="2800" b="1">
                <a:latin typeface="宋体" panose="02010600030101010101" pitchFamily="2" charset="-122"/>
              </a:rPr>
              <a:t>）的绝对收入假说（</a:t>
            </a:r>
            <a:r>
              <a:rPr lang="en-US" altLang="zh-CN" sz="2800" b="1"/>
              <a:t>absolute income hypothesis</a:t>
            </a:r>
            <a:r>
              <a:rPr lang="zh-CN" altLang="en-US" sz="2800" b="1"/>
              <a:t>）、莫迪利安尼（</a:t>
            </a:r>
            <a:r>
              <a:rPr lang="en-US" altLang="zh-CN" sz="2800" b="1"/>
              <a:t>Modigliani</a:t>
            </a:r>
            <a:r>
              <a:rPr lang="zh-CN" altLang="en-US" sz="2800" b="1"/>
              <a:t>）生命周期假说（或终身收入假说） （</a:t>
            </a:r>
            <a:r>
              <a:rPr lang="en-US" altLang="zh-CN" sz="2800" b="1"/>
              <a:t>life cycle hypothesis </a:t>
            </a:r>
            <a:r>
              <a:rPr lang="zh-CN" altLang="en-US" sz="2800" b="1"/>
              <a:t>）、弗里德曼（</a:t>
            </a:r>
            <a:r>
              <a:rPr lang="en-US" altLang="zh-CN" sz="2800" b="1"/>
              <a:t>Friedman</a:t>
            </a:r>
            <a:r>
              <a:rPr lang="zh-CN" altLang="en-US" sz="2800" b="1"/>
              <a:t>）的恒常收入假说（</a:t>
            </a:r>
            <a:r>
              <a:rPr lang="en-US" altLang="zh-CN" sz="2800" b="1"/>
              <a:t>permanent income hypothesis</a:t>
            </a:r>
            <a:r>
              <a:rPr lang="zh-CN" altLang="en-US" sz="2800" b="1">
                <a:latin typeface="宋体" panose="02010600030101010101" pitchFamily="2" charset="-122"/>
              </a:rPr>
              <a:t>）假说等。</a:t>
            </a:r>
          </a:p>
        </p:txBody>
      </p:sp>
      <p:sp>
        <p:nvSpPr>
          <p:cNvPr id="38914" name="左箭头标注 1015811">
            <a:hlinkClick r:id="" action="ppaction://noaction"/>
            <a:extLst>
              <a:ext uri="{FF2B5EF4-FFF2-40B4-BE49-F238E27FC236}">
                <a16:creationId xmlns:a16="http://schemas.microsoft.com/office/drawing/2014/main" id="{D0D2BE98-2C39-44A2-4D3B-661C4DA9B7F9}"/>
              </a:ext>
            </a:extLst>
          </p:cNvPr>
          <p:cNvSpPr>
            <a:spLocks noChangeArrowheads="1"/>
          </p:cNvSpPr>
          <p:nvPr/>
        </p:nvSpPr>
        <p:spPr bwMode="auto">
          <a:xfrm>
            <a:off x="7885113" y="6021388"/>
            <a:ext cx="838200" cy="533400"/>
          </a:xfrm>
          <a:prstGeom prst="leftArrowCallout">
            <a:avLst>
              <a:gd name="adj1" fmla="val 25000"/>
              <a:gd name="adj2" fmla="val 25000"/>
              <a:gd name="adj3" fmla="val 26183"/>
              <a:gd name="adj4" fmla="val 66667"/>
            </a:avLst>
          </a:prstGeom>
          <a:noFill/>
          <a:ln w="31750"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38915" name="Slide Number Placeholder 1">
            <a:extLst>
              <a:ext uri="{FF2B5EF4-FFF2-40B4-BE49-F238E27FC236}">
                <a16:creationId xmlns:a16="http://schemas.microsoft.com/office/drawing/2014/main" id="{AB22D51E-452E-EAA0-4AC2-43FCB774885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57A65E38-6C34-4515-854C-226832E43F63}" type="slidenum">
              <a:rPr lang="en-AU" altLang="zh-CN" sz="1400" i="0">
                <a:latin typeface="Arial" panose="020B0604020202020204" pitchFamily="34" charset="0"/>
              </a:rPr>
              <a:pPr algn="r"/>
              <a:t>28</a:t>
            </a:fld>
            <a:endParaRPr lang="en-AU" altLang="zh-CN" sz="1400" i="0">
              <a:latin typeface="Arial" panose="020B0604020202020204" pitchFamily="34" charset="0"/>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015811">
                                            <p:txEl>
                                              <p:pRg st="0" end="0"/>
                                            </p:txEl>
                                          </p:spTgt>
                                        </p:tgtEl>
                                        <p:attrNameLst>
                                          <p:attrName>style.visibility</p:attrName>
                                        </p:attrNameLst>
                                      </p:cBhvr>
                                      <p:to>
                                        <p:strVal val="visible"/>
                                      </p:to>
                                    </p:set>
                                    <p:animEffect transition="in" filter="box(in)">
                                      <p:cBhvr>
                                        <p:cTn id="7" dur="500"/>
                                        <p:tgtEl>
                                          <p:spTgt spid="10158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015811">
                                            <p:txEl>
                                              <p:pRg st="1" end="1"/>
                                            </p:txEl>
                                          </p:spTgt>
                                        </p:tgtEl>
                                        <p:attrNameLst>
                                          <p:attrName>style.visibility</p:attrName>
                                        </p:attrNameLst>
                                      </p:cBhvr>
                                      <p:to>
                                        <p:strVal val="visible"/>
                                      </p:to>
                                    </p:set>
                                    <p:animEffect transition="in" filter="box(in)">
                                      <p:cBhvr>
                                        <p:cTn id="12" dur="500"/>
                                        <p:tgtEl>
                                          <p:spTgt spid="101581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5811" grpId="0" build="p"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937" name="Title 1022977">
            <a:extLst>
              <a:ext uri="{FF2B5EF4-FFF2-40B4-BE49-F238E27FC236}">
                <a16:creationId xmlns:a16="http://schemas.microsoft.com/office/drawing/2014/main" id="{3122BD80-E74F-2077-5E6A-8ACE439CAFDA}"/>
              </a:ext>
            </a:extLst>
          </p:cNvPr>
          <p:cNvSpPr>
            <a:spLocks noGrp="1" noChangeArrowheads="1"/>
          </p:cNvSpPr>
          <p:nvPr>
            <p:ph type="title"/>
          </p:nvPr>
        </p:nvSpPr>
        <p:spPr/>
        <p:txBody>
          <a:bodyPr/>
          <a:lstStyle/>
          <a:p>
            <a:r>
              <a:rPr lang="zh-CN" altLang="en-US">
                <a:solidFill>
                  <a:srgbClr val="FFFF00"/>
                </a:solidFill>
              </a:rPr>
              <a:t>消费函数之谜</a:t>
            </a:r>
          </a:p>
        </p:txBody>
      </p:sp>
      <p:sp>
        <p:nvSpPr>
          <p:cNvPr id="1022979" name="Text Placeholder 1022978">
            <a:extLst>
              <a:ext uri="{FF2B5EF4-FFF2-40B4-BE49-F238E27FC236}">
                <a16:creationId xmlns:a16="http://schemas.microsoft.com/office/drawing/2014/main" id="{9035128B-B862-E3D8-1505-C52B425CF841}"/>
              </a:ext>
            </a:extLst>
          </p:cNvPr>
          <p:cNvSpPr>
            <a:spLocks noGrp="1" noChangeArrowheads="1"/>
          </p:cNvSpPr>
          <p:nvPr>
            <p:ph type="body" idx="1"/>
          </p:nvPr>
        </p:nvSpPr>
        <p:spPr/>
        <p:txBody>
          <a:bodyPr/>
          <a:lstStyle/>
          <a:p>
            <a:pPr>
              <a:lnSpc>
                <a:spcPct val="90000"/>
              </a:lnSpc>
            </a:pPr>
            <a:r>
              <a:rPr lang="zh-CN" altLang="en-US" sz="3200" b="1"/>
              <a:t>凯恩斯绝对收入假说得出的线性消费函数（ </a:t>
            </a:r>
            <a:r>
              <a:rPr lang="en-US" altLang="zh-CN" sz="3200" b="1"/>
              <a:t>C </a:t>
            </a:r>
            <a:r>
              <a:rPr lang="zh-CN" altLang="en-US" sz="3200" b="1"/>
              <a:t>＝ </a:t>
            </a:r>
            <a:r>
              <a:rPr lang="en-US" altLang="zh-CN" sz="3200" b="1"/>
              <a:t>a </a:t>
            </a:r>
            <a:r>
              <a:rPr lang="zh-CN" altLang="en-US" sz="3200" b="1"/>
              <a:t>＋ </a:t>
            </a:r>
            <a:r>
              <a:rPr lang="en-US" altLang="zh-CN" sz="3200" b="1"/>
              <a:t>bY</a:t>
            </a:r>
            <a:r>
              <a:rPr lang="zh-CN" altLang="en-US" sz="3200" b="1"/>
              <a:t>）在短期内得到现实的验证。但是，在库兹涅茨对</a:t>
            </a:r>
            <a:r>
              <a:rPr lang="en-US" altLang="zh-CN" sz="3200" b="1"/>
              <a:t>1869-1938</a:t>
            </a:r>
            <a:r>
              <a:rPr lang="zh-CN" altLang="en-US" sz="3200" b="1"/>
              <a:t>年的资料进行回归分析时发现，消费函数表达式应为</a:t>
            </a:r>
            <a:r>
              <a:rPr lang="en-US" altLang="zh-CN" sz="3200" b="1"/>
              <a:t>C </a:t>
            </a:r>
            <a:r>
              <a:rPr lang="zh-CN" altLang="en-US" sz="3200" b="1"/>
              <a:t>＝ </a:t>
            </a:r>
            <a:r>
              <a:rPr lang="en-US" altLang="zh-CN" sz="3200" b="1"/>
              <a:t>bY </a:t>
            </a:r>
            <a:r>
              <a:rPr lang="zh-CN" altLang="en-US" sz="3200" b="1"/>
              <a:t>，即在长期内，自发性消费为零；任何收入水平上边际消费倾向与平均消费倾向相等。这种短期消费函数和长期消费函数表现出来的差异被称为“消费函数之谜”。</a:t>
            </a:r>
          </a:p>
        </p:txBody>
      </p:sp>
      <p:sp>
        <p:nvSpPr>
          <p:cNvPr id="39939" name="Slide Number Placeholder 1">
            <a:extLst>
              <a:ext uri="{FF2B5EF4-FFF2-40B4-BE49-F238E27FC236}">
                <a16:creationId xmlns:a16="http://schemas.microsoft.com/office/drawing/2014/main" id="{1D0CB7EA-6429-072B-00F9-8F1CA579E59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84879692-CE76-4A79-BC85-87E7D2B0875B}" type="slidenum">
              <a:rPr lang="en-AU" altLang="zh-CN" sz="1400" i="0">
                <a:latin typeface="Arial" panose="020B0604020202020204" pitchFamily="34" charset="0"/>
              </a:rPr>
              <a:pPr algn="r"/>
              <a:t>29</a:t>
            </a:fld>
            <a:endParaRPr lang="en-AU" altLang="zh-CN" sz="1400" i="0">
              <a:latin typeface="Arial" panose="020B0604020202020204" pitchFamily="34" charset="0"/>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022979">
                                            <p:txEl>
                                              <p:pRg st="0" end="0"/>
                                            </p:txEl>
                                          </p:spTgt>
                                        </p:tgtEl>
                                        <p:attrNameLst>
                                          <p:attrName>style.visibility</p:attrName>
                                        </p:attrNameLst>
                                      </p:cBhvr>
                                      <p:to>
                                        <p:strVal val="visible"/>
                                      </p:to>
                                    </p:set>
                                    <p:animEffect transition="in" filter="box(in)">
                                      <p:cBhvr>
                                        <p:cTn id="7" dur="500"/>
                                        <p:tgtEl>
                                          <p:spTgt spid="102297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2979" grpId="0" build="p"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61" name="Title 1025025">
            <a:extLst>
              <a:ext uri="{FF2B5EF4-FFF2-40B4-BE49-F238E27FC236}">
                <a16:creationId xmlns:a16="http://schemas.microsoft.com/office/drawing/2014/main" id="{AE2AE7FE-FFBB-1525-3490-C20BBD88C026}"/>
              </a:ext>
            </a:extLst>
          </p:cNvPr>
          <p:cNvSpPr>
            <a:spLocks noGrp="1" noChangeArrowheads="1"/>
          </p:cNvSpPr>
          <p:nvPr>
            <p:ph type="title"/>
          </p:nvPr>
        </p:nvSpPr>
        <p:spPr/>
        <p:txBody>
          <a:bodyPr/>
          <a:lstStyle/>
          <a:p>
            <a:r>
              <a:rPr lang="zh-CN" altLang="en-US">
                <a:solidFill>
                  <a:srgbClr val="FFFF00"/>
                </a:solidFill>
              </a:rPr>
              <a:t>绝对收入假说对消费函数之谜的解释</a:t>
            </a:r>
          </a:p>
        </p:txBody>
      </p:sp>
      <p:sp>
        <p:nvSpPr>
          <p:cNvPr id="1025027" name="Text Placeholder 1025026">
            <a:extLst>
              <a:ext uri="{FF2B5EF4-FFF2-40B4-BE49-F238E27FC236}">
                <a16:creationId xmlns:a16="http://schemas.microsoft.com/office/drawing/2014/main" id="{D8CF679D-315F-251C-5C70-AD49987601BE}"/>
              </a:ext>
            </a:extLst>
          </p:cNvPr>
          <p:cNvSpPr>
            <a:spLocks noGrp="1" noChangeArrowheads="1"/>
          </p:cNvSpPr>
          <p:nvPr>
            <p:ph type="body" idx="1"/>
          </p:nvPr>
        </p:nvSpPr>
        <p:spPr>
          <a:xfrm>
            <a:off x="838200" y="1219200"/>
            <a:ext cx="7550150" cy="5018088"/>
          </a:xfrm>
        </p:spPr>
        <p:txBody>
          <a:bodyPr/>
          <a:lstStyle/>
          <a:p>
            <a:pPr>
              <a:lnSpc>
                <a:spcPct val="80000"/>
              </a:lnSpc>
            </a:pPr>
            <a:r>
              <a:rPr lang="zh-CN" altLang="en-US" sz="2800" b="1"/>
              <a:t>随着收入提高，平均消费倾向下降。但是，如果随着收入的提高，同时发生消费曲线上移，则平均消费倾向会保持不变。</a:t>
            </a:r>
          </a:p>
          <a:p>
            <a:pPr>
              <a:lnSpc>
                <a:spcPct val="80000"/>
              </a:lnSpc>
            </a:pPr>
            <a:r>
              <a:rPr lang="zh-CN" altLang="en-US" sz="2800" b="1"/>
              <a:t>自发性消费增加的原因：</a:t>
            </a:r>
          </a:p>
          <a:p>
            <a:pPr lvl="1">
              <a:lnSpc>
                <a:spcPct val="80000"/>
              </a:lnSpc>
            </a:pPr>
            <a:r>
              <a:rPr lang="zh-CN" altLang="en-US" sz="2800" b="1"/>
              <a:t>长期内收入提高，居民财富增加</a:t>
            </a:r>
          </a:p>
          <a:p>
            <a:pPr lvl="1">
              <a:lnSpc>
                <a:spcPct val="80000"/>
              </a:lnSpc>
            </a:pPr>
            <a:r>
              <a:rPr lang="zh-CN" altLang="en-US" sz="2800" b="1"/>
              <a:t>人口在长期内有农村移向城市，城市消费倾向高于农村</a:t>
            </a:r>
          </a:p>
          <a:p>
            <a:pPr lvl="1">
              <a:lnSpc>
                <a:spcPct val="80000"/>
              </a:lnSpc>
            </a:pPr>
            <a:r>
              <a:rPr lang="zh-CN" altLang="en-US" sz="2800" b="1"/>
              <a:t>老年人收入下降，但支出下降较少，会使消费倾向不变甚至提高</a:t>
            </a:r>
          </a:p>
          <a:p>
            <a:pPr lvl="1">
              <a:lnSpc>
                <a:spcPct val="80000"/>
              </a:lnSpc>
            </a:pPr>
            <a:r>
              <a:rPr lang="zh-CN" altLang="en-US" sz="2800" b="1"/>
              <a:t>必需品范围扩大，档次提高。使自发性消费支出提高</a:t>
            </a:r>
          </a:p>
        </p:txBody>
      </p:sp>
      <p:sp>
        <p:nvSpPr>
          <p:cNvPr id="40963" name="Slide Number Placeholder 1">
            <a:extLst>
              <a:ext uri="{FF2B5EF4-FFF2-40B4-BE49-F238E27FC236}">
                <a16:creationId xmlns:a16="http://schemas.microsoft.com/office/drawing/2014/main" id="{D896360B-9E18-F5B4-6C78-062BA63822F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C3254F3C-73E9-476C-92B0-BC4738726947}" type="slidenum">
              <a:rPr lang="en-AU" altLang="zh-CN" sz="1400" i="0">
                <a:latin typeface="Arial" panose="020B0604020202020204" pitchFamily="34" charset="0"/>
              </a:rPr>
              <a:pPr algn="r"/>
              <a:t>30</a:t>
            </a:fld>
            <a:endParaRPr lang="en-AU" altLang="zh-CN" sz="1400" i="0">
              <a:latin typeface="Arial" panose="020B0604020202020204" pitchFamily="34" charset="0"/>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1025027">
                                            <p:txEl>
                                              <p:pRg st="0" end="0"/>
                                            </p:txEl>
                                          </p:spTgt>
                                        </p:tgtEl>
                                        <p:attrNameLst>
                                          <p:attrName>style.visibility</p:attrName>
                                        </p:attrNameLst>
                                      </p:cBhvr>
                                      <p:to>
                                        <p:strVal val="visible"/>
                                      </p:to>
                                    </p:set>
                                    <p:anim calcmode="lin" valueType="num">
                                      <p:cBhvr>
                                        <p:cTn id="7" dur="1000" fill="hold"/>
                                        <p:tgtEl>
                                          <p:spTgt spid="1025027">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1025027">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1025027">
                                            <p:txEl>
                                              <p:pRg st="0" end="0"/>
                                            </p:txEl>
                                          </p:spTgt>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025027">
                                            <p:txEl>
                                              <p:pRg st="0" end="0"/>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5" presetClass="entr" presetSubtype="0" fill="hold" grpId="0" nodeType="clickEffect">
                                  <p:stCondLst>
                                    <p:cond delay="0"/>
                                  </p:stCondLst>
                                  <p:childTnLst>
                                    <p:set>
                                      <p:cBhvr>
                                        <p:cTn id="14" dur="1" fill="hold">
                                          <p:stCondLst>
                                            <p:cond delay="0"/>
                                          </p:stCondLst>
                                        </p:cTn>
                                        <p:tgtEl>
                                          <p:spTgt spid="1025027">
                                            <p:txEl>
                                              <p:pRg st="1" end="1"/>
                                            </p:txEl>
                                          </p:spTgt>
                                        </p:tgtEl>
                                        <p:attrNameLst>
                                          <p:attrName>style.visibility</p:attrName>
                                        </p:attrNameLst>
                                      </p:cBhvr>
                                      <p:to>
                                        <p:strVal val="visible"/>
                                      </p:to>
                                    </p:set>
                                    <p:anim calcmode="lin" valueType="num">
                                      <p:cBhvr>
                                        <p:cTn id="15" dur="1000" fill="hold"/>
                                        <p:tgtEl>
                                          <p:spTgt spid="1025027">
                                            <p:txEl>
                                              <p:pRg st="1" end="1"/>
                                            </p:txEl>
                                          </p:spTgt>
                                        </p:tgtEl>
                                        <p:attrNameLst>
                                          <p:attrName>ppt_w</p:attrName>
                                        </p:attrNameLst>
                                      </p:cBhvr>
                                      <p:tavLst>
                                        <p:tav tm="0">
                                          <p:val>
                                            <p:fltVal val="0"/>
                                          </p:val>
                                        </p:tav>
                                        <p:tav tm="100000">
                                          <p:val>
                                            <p:strVal val="#ppt_w"/>
                                          </p:val>
                                        </p:tav>
                                      </p:tavLst>
                                    </p:anim>
                                    <p:anim calcmode="lin" valueType="num">
                                      <p:cBhvr>
                                        <p:cTn id="16" dur="1000" fill="hold"/>
                                        <p:tgtEl>
                                          <p:spTgt spid="1025027">
                                            <p:txEl>
                                              <p:pRg st="1" end="1"/>
                                            </p:txEl>
                                          </p:spTgt>
                                        </p:tgtEl>
                                        <p:attrNameLst>
                                          <p:attrName>ppt_h</p:attrName>
                                        </p:attrNameLst>
                                      </p:cBhvr>
                                      <p:tavLst>
                                        <p:tav tm="0">
                                          <p:val>
                                            <p:fltVal val="0"/>
                                          </p:val>
                                        </p:tav>
                                        <p:tav tm="100000">
                                          <p:val>
                                            <p:strVal val="#ppt_h"/>
                                          </p:val>
                                        </p:tav>
                                      </p:tavLst>
                                    </p:anim>
                                    <p:anim calcmode="lin" valueType="num">
                                      <p:cBhvr>
                                        <p:cTn id="17" dur="1000" fill="hold"/>
                                        <p:tgtEl>
                                          <p:spTgt spid="1025027">
                                            <p:txEl>
                                              <p:pRg st="1" end="1"/>
                                            </p:txEl>
                                          </p:spTgt>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1025027">
                                            <p:txEl>
                                              <p:pRg st="1" end="1"/>
                                            </p:txEl>
                                          </p:spTgt>
                                        </p:tgtEl>
                                        <p:attrNameLst>
                                          <p:attrName>ppt_y</p:attrName>
                                        </p:attrNameLst>
                                      </p:cBhvr>
                                      <p:tavLst>
                                        <p:tav tm="0" fmla="#ppt_y+(sin(-2*pi*(1-$))*-#ppt_x+cos(-2*pi*(1-$))*(1-#ppt_y))*(1-$)">
                                          <p:val>
                                            <p:fltVal val="0"/>
                                          </p:val>
                                        </p:tav>
                                        <p:tav tm="100000">
                                          <p:val>
                                            <p:fltVal val="1"/>
                                          </p:val>
                                        </p:tav>
                                      </p:tavLst>
                                    </p:anim>
                                  </p:childTnLst>
                                </p:cTn>
                              </p:par>
                              <p:par>
                                <p:cTn id="19" presetID="15" presetClass="entr" presetSubtype="0" fill="hold" grpId="0" nodeType="withEffect">
                                  <p:stCondLst>
                                    <p:cond delay="0"/>
                                  </p:stCondLst>
                                  <p:childTnLst>
                                    <p:set>
                                      <p:cBhvr>
                                        <p:cTn id="20" dur="1" fill="hold">
                                          <p:stCondLst>
                                            <p:cond delay="0"/>
                                          </p:stCondLst>
                                        </p:cTn>
                                        <p:tgtEl>
                                          <p:spTgt spid="1025027">
                                            <p:txEl>
                                              <p:pRg st="2" end="2"/>
                                            </p:txEl>
                                          </p:spTgt>
                                        </p:tgtEl>
                                        <p:attrNameLst>
                                          <p:attrName>style.visibility</p:attrName>
                                        </p:attrNameLst>
                                      </p:cBhvr>
                                      <p:to>
                                        <p:strVal val="visible"/>
                                      </p:to>
                                    </p:set>
                                    <p:anim calcmode="lin" valueType="num">
                                      <p:cBhvr>
                                        <p:cTn id="21" dur="1000" fill="hold"/>
                                        <p:tgtEl>
                                          <p:spTgt spid="1025027">
                                            <p:txEl>
                                              <p:pRg st="2" end="2"/>
                                            </p:txEl>
                                          </p:spTgt>
                                        </p:tgtEl>
                                        <p:attrNameLst>
                                          <p:attrName>ppt_w</p:attrName>
                                        </p:attrNameLst>
                                      </p:cBhvr>
                                      <p:tavLst>
                                        <p:tav tm="0">
                                          <p:val>
                                            <p:fltVal val="0"/>
                                          </p:val>
                                        </p:tav>
                                        <p:tav tm="100000">
                                          <p:val>
                                            <p:strVal val="#ppt_w"/>
                                          </p:val>
                                        </p:tav>
                                      </p:tavLst>
                                    </p:anim>
                                    <p:anim calcmode="lin" valueType="num">
                                      <p:cBhvr>
                                        <p:cTn id="22" dur="1000" fill="hold"/>
                                        <p:tgtEl>
                                          <p:spTgt spid="1025027">
                                            <p:txEl>
                                              <p:pRg st="2" end="2"/>
                                            </p:txEl>
                                          </p:spTgt>
                                        </p:tgtEl>
                                        <p:attrNameLst>
                                          <p:attrName>ppt_h</p:attrName>
                                        </p:attrNameLst>
                                      </p:cBhvr>
                                      <p:tavLst>
                                        <p:tav tm="0">
                                          <p:val>
                                            <p:fltVal val="0"/>
                                          </p:val>
                                        </p:tav>
                                        <p:tav tm="100000">
                                          <p:val>
                                            <p:strVal val="#ppt_h"/>
                                          </p:val>
                                        </p:tav>
                                      </p:tavLst>
                                    </p:anim>
                                    <p:anim calcmode="lin" valueType="num">
                                      <p:cBhvr>
                                        <p:cTn id="23" dur="1000" fill="hold"/>
                                        <p:tgtEl>
                                          <p:spTgt spid="1025027">
                                            <p:txEl>
                                              <p:pRg st="2" end="2"/>
                                            </p:txEl>
                                          </p:spTgt>
                                        </p:tgtEl>
                                        <p:attrNameLst>
                                          <p:attrName>ppt_x</p:attrName>
                                        </p:attrNameLst>
                                      </p:cBhvr>
                                      <p:tavLst>
                                        <p:tav tm="0" fmla="#ppt_x+(cos(-2*pi*(1-$))*-#ppt_x-sin(-2*pi*(1-$))*(1-#ppt_y))*(1-$)">
                                          <p:val>
                                            <p:fltVal val="0"/>
                                          </p:val>
                                        </p:tav>
                                        <p:tav tm="100000">
                                          <p:val>
                                            <p:fltVal val="1"/>
                                          </p:val>
                                        </p:tav>
                                      </p:tavLst>
                                    </p:anim>
                                    <p:anim calcmode="lin" valueType="num">
                                      <p:cBhvr>
                                        <p:cTn id="24" dur="1000" fill="hold"/>
                                        <p:tgtEl>
                                          <p:spTgt spid="1025027">
                                            <p:txEl>
                                              <p:pRg st="2" end="2"/>
                                            </p:txEl>
                                          </p:spTgt>
                                        </p:tgtEl>
                                        <p:attrNameLst>
                                          <p:attrName>ppt_y</p:attrName>
                                        </p:attrNameLst>
                                      </p:cBhvr>
                                      <p:tavLst>
                                        <p:tav tm="0" fmla="#ppt_y+(sin(-2*pi*(1-$))*-#ppt_x+cos(-2*pi*(1-$))*(1-#ppt_y))*(1-$)">
                                          <p:val>
                                            <p:fltVal val="0"/>
                                          </p:val>
                                        </p:tav>
                                        <p:tav tm="100000">
                                          <p:val>
                                            <p:fltVal val="1"/>
                                          </p:val>
                                        </p:tav>
                                      </p:tavLst>
                                    </p:anim>
                                  </p:childTnLst>
                                </p:cTn>
                              </p:par>
                              <p:par>
                                <p:cTn id="25" presetID="15" presetClass="entr" presetSubtype="0" fill="hold" grpId="0" nodeType="withEffect">
                                  <p:stCondLst>
                                    <p:cond delay="0"/>
                                  </p:stCondLst>
                                  <p:childTnLst>
                                    <p:set>
                                      <p:cBhvr>
                                        <p:cTn id="26" dur="1" fill="hold">
                                          <p:stCondLst>
                                            <p:cond delay="0"/>
                                          </p:stCondLst>
                                        </p:cTn>
                                        <p:tgtEl>
                                          <p:spTgt spid="1025027">
                                            <p:txEl>
                                              <p:pRg st="3" end="3"/>
                                            </p:txEl>
                                          </p:spTgt>
                                        </p:tgtEl>
                                        <p:attrNameLst>
                                          <p:attrName>style.visibility</p:attrName>
                                        </p:attrNameLst>
                                      </p:cBhvr>
                                      <p:to>
                                        <p:strVal val="visible"/>
                                      </p:to>
                                    </p:set>
                                    <p:anim calcmode="lin" valueType="num">
                                      <p:cBhvr>
                                        <p:cTn id="27" dur="1000" fill="hold"/>
                                        <p:tgtEl>
                                          <p:spTgt spid="1025027">
                                            <p:txEl>
                                              <p:pRg st="3" end="3"/>
                                            </p:txEl>
                                          </p:spTgt>
                                        </p:tgtEl>
                                        <p:attrNameLst>
                                          <p:attrName>ppt_w</p:attrName>
                                        </p:attrNameLst>
                                      </p:cBhvr>
                                      <p:tavLst>
                                        <p:tav tm="0">
                                          <p:val>
                                            <p:fltVal val="0"/>
                                          </p:val>
                                        </p:tav>
                                        <p:tav tm="100000">
                                          <p:val>
                                            <p:strVal val="#ppt_w"/>
                                          </p:val>
                                        </p:tav>
                                      </p:tavLst>
                                    </p:anim>
                                    <p:anim calcmode="lin" valueType="num">
                                      <p:cBhvr>
                                        <p:cTn id="28" dur="1000" fill="hold"/>
                                        <p:tgtEl>
                                          <p:spTgt spid="1025027">
                                            <p:txEl>
                                              <p:pRg st="3" end="3"/>
                                            </p:txEl>
                                          </p:spTgt>
                                        </p:tgtEl>
                                        <p:attrNameLst>
                                          <p:attrName>ppt_h</p:attrName>
                                        </p:attrNameLst>
                                      </p:cBhvr>
                                      <p:tavLst>
                                        <p:tav tm="0">
                                          <p:val>
                                            <p:fltVal val="0"/>
                                          </p:val>
                                        </p:tav>
                                        <p:tav tm="100000">
                                          <p:val>
                                            <p:strVal val="#ppt_h"/>
                                          </p:val>
                                        </p:tav>
                                      </p:tavLst>
                                    </p:anim>
                                    <p:anim calcmode="lin" valueType="num">
                                      <p:cBhvr>
                                        <p:cTn id="29" dur="1000" fill="hold"/>
                                        <p:tgtEl>
                                          <p:spTgt spid="1025027">
                                            <p:txEl>
                                              <p:pRg st="3" end="3"/>
                                            </p:txEl>
                                          </p:spTgt>
                                        </p:tgtEl>
                                        <p:attrNameLst>
                                          <p:attrName>ppt_x</p:attrName>
                                        </p:attrNameLst>
                                      </p:cBhvr>
                                      <p:tavLst>
                                        <p:tav tm="0" fmla="#ppt_x+(cos(-2*pi*(1-$))*-#ppt_x-sin(-2*pi*(1-$))*(1-#ppt_y))*(1-$)">
                                          <p:val>
                                            <p:fltVal val="0"/>
                                          </p:val>
                                        </p:tav>
                                        <p:tav tm="100000">
                                          <p:val>
                                            <p:fltVal val="1"/>
                                          </p:val>
                                        </p:tav>
                                      </p:tavLst>
                                    </p:anim>
                                    <p:anim calcmode="lin" valueType="num">
                                      <p:cBhvr>
                                        <p:cTn id="30" dur="1000" fill="hold"/>
                                        <p:tgtEl>
                                          <p:spTgt spid="1025027">
                                            <p:txEl>
                                              <p:pRg st="3" end="3"/>
                                            </p:txEl>
                                          </p:spTgt>
                                        </p:tgtEl>
                                        <p:attrNameLst>
                                          <p:attrName>ppt_y</p:attrName>
                                        </p:attrNameLst>
                                      </p:cBhvr>
                                      <p:tavLst>
                                        <p:tav tm="0" fmla="#ppt_y+(sin(-2*pi*(1-$))*-#ppt_x+cos(-2*pi*(1-$))*(1-#ppt_y))*(1-$)">
                                          <p:val>
                                            <p:fltVal val="0"/>
                                          </p:val>
                                        </p:tav>
                                        <p:tav tm="100000">
                                          <p:val>
                                            <p:fltVal val="1"/>
                                          </p:val>
                                        </p:tav>
                                      </p:tavLst>
                                    </p:anim>
                                  </p:childTnLst>
                                </p:cTn>
                              </p:par>
                              <p:par>
                                <p:cTn id="31" presetID="15" presetClass="entr" presetSubtype="0" fill="hold" grpId="0" nodeType="withEffect">
                                  <p:stCondLst>
                                    <p:cond delay="0"/>
                                  </p:stCondLst>
                                  <p:childTnLst>
                                    <p:set>
                                      <p:cBhvr>
                                        <p:cTn id="32" dur="1" fill="hold">
                                          <p:stCondLst>
                                            <p:cond delay="0"/>
                                          </p:stCondLst>
                                        </p:cTn>
                                        <p:tgtEl>
                                          <p:spTgt spid="1025027">
                                            <p:txEl>
                                              <p:pRg st="4" end="4"/>
                                            </p:txEl>
                                          </p:spTgt>
                                        </p:tgtEl>
                                        <p:attrNameLst>
                                          <p:attrName>style.visibility</p:attrName>
                                        </p:attrNameLst>
                                      </p:cBhvr>
                                      <p:to>
                                        <p:strVal val="visible"/>
                                      </p:to>
                                    </p:set>
                                    <p:anim calcmode="lin" valueType="num">
                                      <p:cBhvr>
                                        <p:cTn id="33" dur="1000" fill="hold"/>
                                        <p:tgtEl>
                                          <p:spTgt spid="1025027">
                                            <p:txEl>
                                              <p:pRg st="4" end="4"/>
                                            </p:txEl>
                                          </p:spTgt>
                                        </p:tgtEl>
                                        <p:attrNameLst>
                                          <p:attrName>ppt_w</p:attrName>
                                        </p:attrNameLst>
                                      </p:cBhvr>
                                      <p:tavLst>
                                        <p:tav tm="0">
                                          <p:val>
                                            <p:fltVal val="0"/>
                                          </p:val>
                                        </p:tav>
                                        <p:tav tm="100000">
                                          <p:val>
                                            <p:strVal val="#ppt_w"/>
                                          </p:val>
                                        </p:tav>
                                      </p:tavLst>
                                    </p:anim>
                                    <p:anim calcmode="lin" valueType="num">
                                      <p:cBhvr>
                                        <p:cTn id="34" dur="1000" fill="hold"/>
                                        <p:tgtEl>
                                          <p:spTgt spid="1025027">
                                            <p:txEl>
                                              <p:pRg st="4" end="4"/>
                                            </p:txEl>
                                          </p:spTgt>
                                        </p:tgtEl>
                                        <p:attrNameLst>
                                          <p:attrName>ppt_h</p:attrName>
                                        </p:attrNameLst>
                                      </p:cBhvr>
                                      <p:tavLst>
                                        <p:tav tm="0">
                                          <p:val>
                                            <p:fltVal val="0"/>
                                          </p:val>
                                        </p:tav>
                                        <p:tav tm="100000">
                                          <p:val>
                                            <p:strVal val="#ppt_h"/>
                                          </p:val>
                                        </p:tav>
                                      </p:tavLst>
                                    </p:anim>
                                    <p:anim calcmode="lin" valueType="num">
                                      <p:cBhvr>
                                        <p:cTn id="35" dur="1000" fill="hold"/>
                                        <p:tgtEl>
                                          <p:spTgt spid="1025027">
                                            <p:txEl>
                                              <p:pRg st="4" end="4"/>
                                            </p:txEl>
                                          </p:spTgt>
                                        </p:tgtEl>
                                        <p:attrNameLst>
                                          <p:attrName>ppt_x</p:attrName>
                                        </p:attrNameLst>
                                      </p:cBhvr>
                                      <p:tavLst>
                                        <p:tav tm="0" fmla="#ppt_x+(cos(-2*pi*(1-$))*-#ppt_x-sin(-2*pi*(1-$))*(1-#ppt_y))*(1-$)">
                                          <p:val>
                                            <p:fltVal val="0"/>
                                          </p:val>
                                        </p:tav>
                                        <p:tav tm="100000">
                                          <p:val>
                                            <p:fltVal val="1"/>
                                          </p:val>
                                        </p:tav>
                                      </p:tavLst>
                                    </p:anim>
                                    <p:anim calcmode="lin" valueType="num">
                                      <p:cBhvr>
                                        <p:cTn id="36" dur="1000" fill="hold"/>
                                        <p:tgtEl>
                                          <p:spTgt spid="1025027">
                                            <p:txEl>
                                              <p:pRg st="4" end="4"/>
                                            </p:txEl>
                                          </p:spTgt>
                                        </p:tgtEl>
                                        <p:attrNameLst>
                                          <p:attrName>ppt_y</p:attrName>
                                        </p:attrNameLst>
                                      </p:cBhvr>
                                      <p:tavLst>
                                        <p:tav tm="0" fmla="#ppt_y+(sin(-2*pi*(1-$))*-#ppt_x+cos(-2*pi*(1-$))*(1-#ppt_y))*(1-$)">
                                          <p:val>
                                            <p:fltVal val="0"/>
                                          </p:val>
                                        </p:tav>
                                        <p:tav tm="100000">
                                          <p:val>
                                            <p:fltVal val="1"/>
                                          </p:val>
                                        </p:tav>
                                      </p:tavLst>
                                    </p:anim>
                                  </p:childTnLst>
                                </p:cTn>
                              </p:par>
                              <p:par>
                                <p:cTn id="37" presetID="15" presetClass="entr" presetSubtype="0" fill="hold" grpId="0" nodeType="withEffect">
                                  <p:stCondLst>
                                    <p:cond delay="0"/>
                                  </p:stCondLst>
                                  <p:childTnLst>
                                    <p:set>
                                      <p:cBhvr>
                                        <p:cTn id="38" dur="1" fill="hold">
                                          <p:stCondLst>
                                            <p:cond delay="0"/>
                                          </p:stCondLst>
                                        </p:cTn>
                                        <p:tgtEl>
                                          <p:spTgt spid="1025027">
                                            <p:txEl>
                                              <p:pRg st="5" end="5"/>
                                            </p:txEl>
                                          </p:spTgt>
                                        </p:tgtEl>
                                        <p:attrNameLst>
                                          <p:attrName>style.visibility</p:attrName>
                                        </p:attrNameLst>
                                      </p:cBhvr>
                                      <p:to>
                                        <p:strVal val="visible"/>
                                      </p:to>
                                    </p:set>
                                    <p:anim calcmode="lin" valueType="num">
                                      <p:cBhvr>
                                        <p:cTn id="39" dur="1000" fill="hold"/>
                                        <p:tgtEl>
                                          <p:spTgt spid="1025027">
                                            <p:txEl>
                                              <p:pRg st="5" end="5"/>
                                            </p:txEl>
                                          </p:spTgt>
                                        </p:tgtEl>
                                        <p:attrNameLst>
                                          <p:attrName>ppt_w</p:attrName>
                                        </p:attrNameLst>
                                      </p:cBhvr>
                                      <p:tavLst>
                                        <p:tav tm="0">
                                          <p:val>
                                            <p:fltVal val="0"/>
                                          </p:val>
                                        </p:tav>
                                        <p:tav tm="100000">
                                          <p:val>
                                            <p:strVal val="#ppt_w"/>
                                          </p:val>
                                        </p:tav>
                                      </p:tavLst>
                                    </p:anim>
                                    <p:anim calcmode="lin" valueType="num">
                                      <p:cBhvr>
                                        <p:cTn id="40" dur="1000" fill="hold"/>
                                        <p:tgtEl>
                                          <p:spTgt spid="1025027">
                                            <p:txEl>
                                              <p:pRg st="5" end="5"/>
                                            </p:txEl>
                                          </p:spTgt>
                                        </p:tgtEl>
                                        <p:attrNameLst>
                                          <p:attrName>ppt_h</p:attrName>
                                        </p:attrNameLst>
                                      </p:cBhvr>
                                      <p:tavLst>
                                        <p:tav tm="0">
                                          <p:val>
                                            <p:fltVal val="0"/>
                                          </p:val>
                                        </p:tav>
                                        <p:tav tm="100000">
                                          <p:val>
                                            <p:strVal val="#ppt_h"/>
                                          </p:val>
                                        </p:tav>
                                      </p:tavLst>
                                    </p:anim>
                                    <p:anim calcmode="lin" valueType="num">
                                      <p:cBhvr>
                                        <p:cTn id="41" dur="1000" fill="hold"/>
                                        <p:tgtEl>
                                          <p:spTgt spid="1025027">
                                            <p:txEl>
                                              <p:pRg st="5" end="5"/>
                                            </p:txEl>
                                          </p:spTgt>
                                        </p:tgtEl>
                                        <p:attrNameLst>
                                          <p:attrName>ppt_x</p:attrName>
                                        </p:attrNameLst>
                                      </p:cBhvr>
                                      <p:tavLst>
                                        <p:tav tm="0" fmla="#ppt_x+(cos(-2*pi*(1-$))*-#ppt_x-sin(-2*pi*(1-$))*(1-#ppt_y))*(1-$)">
                                          <p:val>
                                            <p:fltVal val="0"/>
                                          </p:val>
                                        </p:tav>
                                        <p:tav tm="100000">
                                          <p:val>
                                            <p:fltVal val="1"/>
                                          </p:val>
                                        </p:tav>
                                      </p:tavLst>
                                    </p:anim>
                                    <p:anim calcmode="lin" valueType="num">
                                      <p:cBhvr>
                                        <p:cTn id="42" dur="1000" fill="hold"/>
                                        <p:tgtEl>
                                          <p:spTgt spid="1025027">
                                            <p:txEl>
                                              <p:pRg st="5" end="5"/>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5027" grpId="0" build="p"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itle 1079297">
            <a:extLst>
              <a:ext uri="{FF2B5EF4-FFF2-40B4-BE49-F238E27FC236}">
                <a16:creationId xmlns:a16="http://schemas.microsoft.com/office/drawing/2014/main" id="{E2FCD4EB-20FB-2263-19D6-ABA88629719B}"/>
              </a:ext>
            </a:extLst>
          </p:cNvPr>
          <p:cNvSpPr>
            <a:spLocks noGrp="1" noChangeArrowheads="1"/>
          </p:cNvSpPr>
          <p:nvPr>
            <p:ph type="title"/>
          </p:nvPr>
        </p:nvSpPr>
        <p:spPr>
          <a:xfrm>
            <a:off x="912813" y="0"/>
            <a:ext cx="8231187" cy="981075"/>
          </a:xfrm>
        </p:spPr>
        <p:txBody>
          <a:bodyPr/>
          <a:lstStyle/>
          <a:p>
            <a:r>
              <a:rPr lang="zh-CN" altLang="en-US">
                <a:solidFill>
                  <a:srgbClr val="FFFF00"/>
                </a:solidFill>
              </a:rPr>
              <a:t>消费函数之谜</a:t>
            </a:r>
          </a:p>
        </p:txBody>
      </p:sp>
      <p:sp>
        <p:nvSpPr>
          <p:cNvPr id="41986" name="直接连接符 1079298">
            <a:extLst>
              <a:ext uri="{FF2B5EF4-FFF2-40B4-BE49-F238E27FC236}">
                <a16:creationId xmlns:a16="http://schemas.microsoft.com/office/drawing/2014/main" id="{ECF1AFBF-6C15-4B56-639D-AF3C45BCF244}"/>
              </a:ext>
            </a:extLst>
          </p:cNvPr>
          <p:cNvSpPr>
            <a:spLocks noChangeShapeType="1"/>
          </p:cNvSpPr>
          <p:nvPr/>
        </p:nvSpPr>
        <p:spPr bwMode="auto">
          <a:xfrm>
            <a:off x="3406775" y="5805488"/>
            <a:ext cx="4248150" cy="0"/>
          </a:xfrm>
          <a:prstGeom prst="line">
            <a:avLst/>
          </a:prstGeom>
          <a:noFill/>
          <a:ln w="50800" cap="sq">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1987" name="直接连接符 1079299">
            <a:extLst>
              <a:ext uri="{FF2B5EF4-FFF2-40B4-BE49-F238E27FC236}">
                <a16:creationId xmlns:a16="http://schemas.microsoft.com/office/drawing/2014/main" id="{6D671D46-D0D1-4F5B-04CB-F2B5EEAD2669}"/>
              </a:ext>
            </a:extLst>
          </p:cNvPr>
          <p:cNvSpPr>
            <a:spLocks noChangeShapeType="1"/>
          </p:cNvSpPr>
          <p:nvPr/>
        </p:nvSpPr>
        <p:spPr bwMode="auto">
          <a:xfrm flipV="1">
            <a:off x="3405188" y="2205038"/>
            <a:ext cx="0" cy="3600450"/>
          </a:xfrm>
          <a:prstGeom prst="line">
            <a:avLst/>
          </a:prstGeom>
          <a:noFill/>
          <a:ln w="50800" cap="sq">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1988" name="直接连接符 1079300">
            <a:extLst>
              <a:ext uri="{FF2B5EF4-FFF2-40B4-BE49-F238E27FC236}">
                <a16:creationId xmlns:a16="http://schemas.microsoft.com/office/drawing/2014/main" id="{9A405182-8C2F-CD67-113E-DE853512838D}"/>
              </a:ext>
            </a:extLst>
          </p:cNvPr>
          <p:cNvSpPr>
            <a:spLocks noChangeShapeType="1"/>
          </p:cNvSpPr>
          <p:nvPr/>
        </p:nvSpPr>
        <p:spPr bwMode="auto">
          <a:xfrm flipV="1">
            <a:off x="3406775" y="1989138"/>
            <a:ext cx="4464050" cy="3816350"/>
          </a:xfrm>
          <a:prstGeom prst="line">
            <a:avLst/>
          </a:prstGeom>
          <a:noFill/>
          <a:ln w="50800"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989" name="直接连接符 1079301">
            <a:extLst>
              <a:ext uri="{FF2B5EF4-FFF2-40B4-BE49-F238E27FC236}">
                <a16:creationId xmlns:a16="http://schemas.microsoft.com/office/drawing/2014/main" id="{9F5EB3F7-1BA1-4F36-B88E-D227B1DAA45D}"/>
              </a:ext>
            </a:extLst>
          </p:cNvPr>
          <p:cNvSpPr>
            <a:spLocks noChangeShapeType="1"/>
          </p:cNvSpPr>
          <p:nvPr/>
        </p:nvSpPr>
        <p:spPr bwMode="auto">
          <a:xfrm flipV="1">
            <a:off x="3406775" y="3716338"/>
            <a:ext cx="4464050" cy="865187"/>
          </a:xfrm>
          <a:prstGeom prst="line">
            <a:avLst/>
          </a:prstGeom>
          <a:noFill/>
          <a:ln w="50800" cap="sq">
            <a:solidFill>
              <a:srgbClr val="FF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990" name="文本框 1079302">
            <a:extLst>
              <a:ext uri="{FF2B5EF4-FFF2-40B4-BE49-F238E27FC236}">
                <a16:creationId xmlns:a16="http://schemas.microsoft.com/office/drawing/2014/main" id="{546F0424-10DD-5837-E87D-4C100DEA48DC}"/>
              </a:ext>
            </a:extLst>
          </p:cNvPr>
          <p:cNvSpPr txBox="1">
            <a:spLocks noChangeArrowheads="1"/>
          </p:cNvSpPr>
          <p:nvPr/>
        </p:nvSpPr>
        <p:spPr bwMode="auto">
          <a:xfrm>
            <a:off x="5927725" y="4005263"/>
            <a:ext cx="19605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wrap="none">
            <a:spAutoFit/>
          </a:bodyPr>
          <a:lstStyle/>
          <a:p>
            <a:pPr eaLnBrk="0" hangingPunct="0">
              <a:lnSpc>
                <a:spcPct val="100000"/>
              </a:lnSpc>
              <a:spcBef>
                <a:spcPct val="0"/>
              </a:spcBef>
            </a:pPr>
            <a:r>
              <a:rPr lang="en-US" altLang="zh-CN" b="1" i="0">
                <a:solidFill>
                  <a:schemeClr val="tx1"/>
                </a:solidFill>
                <a:latin typeface="Arial" panose="020B0604020202020204" pitchFamily="34" charset="0"/>
              </a:rPr>
              <a:t>sC</a:t>
            </a:r>
            <a:r>
              <a:rPr lang="en-US" altLang="zh-CN" b="1" i="0" baseline="-25000">
                <a:solidFill>
                  <a:schemeClr val="tx1"/>
                </a:solidFill>
                <a:latin typeface="Arial" panose="020B0604020202020204" pitchFamily="34" charset="0"/>
              </a:rPr>
              <a:t>1</a:t>
            </a:r>
            <a:r>
              <a:rPr lang="en-US" altLang="zh-CN" b="1" i="0">
                <a:solidFill>
                  <a:schemeClr val="tx1"/>
                </a:solidFill>
                <a:latin typeface="Arial" panose="020B0604020202020204" pitchFamily="34" charset="0"/>
              </a:rPr>
              <a:t> </a:t>
            </a:r>
            <a:r>
              <a:rPr lang="zh-CN" altLang="en-US" b="1" i="0">
                <a:solidFill>
                  <a:schemeClr val="tx1"/>
                </a:solidFill>
                <a:latin typeface="Arial" panose="020B0604020202020204" pitchFamily="34" charset="0"/>
              </a:rPr>
              <a:t>＝ </a:t>
            </a:r>
            <a:r>
              <a:rPr lang="en-US" altLang="zh-CN" b="1" i="0">
                <a:solidFill>
                  <a:schemeClr val="tx1"/>
                </a:solidFill>
                <a:latin typeface="Arial" panose="020B0604020202020204" pitchFamily="34" charset="0"/>
              </a:rPr>
              <a:t>a </a:t>
            </a:r>
            <a:r>
              <a:rPr lang="zh-CN" altLang="en-US" b="1" i="0">
                <a:solidFill>
                  <a:schemeClr val="tx1"/>
                </a:solidFill>
                <a:latin typeface="Arial" panose="020B0604020202020204" pitchFamily="34" charset="0"/>
              </a:rPr>
              <a:t>＋ </a:t>
            </a:r>
            <a:r>
              <a:rPr lang="en-US" altLang="zh-CN" b="1" i="0">
                <a:solidFill>
                  <a:schemeClr val="tx1"/>
                </a:solidFill>
                <a:latin typeface="Arial" panose="020B0604020202020204" pitchFamily="34" charset="0"/>
              </a:rPr>
              <a:t>bY</a:t>
            </a:r>
            <a:r>
              <a:rPr lang="en-US" altLang="zh-CN" b="1" i="0" baseline="-25000">
                <a:solidFill>
                  <a:schemeClr val="tx1"/>
                </a:solidFill>
                <a:latin typeface="Arial" panose="020B0604020202020204" pitchFamily="34" charset="0"/>
              </a:rPr>
              <a:t>d</a:t>
            </a:r>
          </a:p>
        </p:txBody>
      </p:sp>
      <p:sp>
        <p:nvSpPr>
          <p:cNvPr id="41991" name="直接连接符 1079303">
            <a:extLst>
              <a:ext uri="{FF2B5EF4-FFF2-40B4-BE49-F238E27FC236}">
                <a16:creationId xmlns:a16="http://schemas.microsoft.com/office/drawing/2014/main" id="{903EA69E-4565-AB23-4DCB-1869F37E6D16}"/>
              </a:ext>
            </a:extLst>
          </p:cNvPr>
          <p:cNvSpPr>
            <a:spLocks noChangeShapeType="1"/>
          </p:cNvSpPr>
          <p:nvPr/>
        </p:nvSpPr>
        <p:spPr bwMode="auto">
          <a:xfrm flipV="1">
            <a:off x="3406775" y="2708275"/>
            <a:ext cx="4787900" cy="792163"/>
          </a:xfrm>
          <a:prstGeom prst="line">
            <a:avLst/>
          </a:prstGeom>
          <a:noFill/>
          <a:ln w="50800" cap="sq">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992" name="文本框 1079304">
            <a:extLst>
              <a:ext uri="{FF2B5EF4-FFF2-40B4-BE49-F238E27FC236}">
                <a16:creationId xmlns:a16="http://schemas.microsoft.com/office/drawing/2014/main" id="{501D1321-0D27-2C68-68F5-5E879AA6B5C2}"/>
              </a:ext>
            </a:extLst>
          </p:cNvPr>
          <p:cNvSpPr txBox="1">
            <a:spLocks noChangeArrowheads="1"/>
          </p:cNvSpPr>
          <p:nvPr/>
        </p:nvSpPr>
        <p:spPr bwMode="auto">
          <a:xfrm>
            <a:off x="3962400" y="2728913"/>
            <a:ext cx="22780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wrap="none">
            <a:spAutoFit/>
          </a:bodyPr>
          <a:lstStyle/>
          <a:p>
            <a:pPr eaLnBrk="0" hangingPunct="0">
              <a:lnSpc>
                <a:spcPct val="100000"/>
              </a:lnSpc>
              <a:spcBef>
                <a:spcPct val="0"/>
              </a:spcBef>
            </a:pPr>
            <a:r>
              <a:rPr lang="en-US" altLang="zh-CN" sz="1800" b="1" i="0">
                <a:solidFill>
                  <a:schemeClr val="tx1"/>
                </a:solidFill>
                <a:latin typeface="Arial" panose="020B0604020202020204" pitchFamily="34" charset="0"/>
              </a:rPr>
              <a:t>sC</a:t>
            </a:r>
            <a:r>
              <a:rPr lang="en-US" altLang="zh-CN" sz="1800" b="1" i="0" baseline="-25000">
                <a:solidFill>
                  <a:schemeClr val="tx1"/>
                </a:solidFill>
                <a:latin typeface="Arial" panose="020B0604020202020204" pitchFamily="34" charset="0"/>
              </a:rPr>
              <a:t>2</a:t>
            </a:r>
            <a:r>
              <a:rPr lang="en-US" altLang="zh-CN" sz="1800" b="1" i="0">
                <a:solidFill>
                  <a:schemeClr val="tx1"/>
                </a:solidFill>
                <a:latin typeface="Arial" panose="020B0604020202020204" pitchFamily="34" charset="0"/>
              </a:rPr>
              <a:t> </a:t>
            </a:r>
            <a:r>
              <a:rPr lang="zh-CN" altLang="en-US" sz="1800" b="1" i="0">
                <a:solidFill>
                  <a:schemeClr val="tx1"/>
                </a:solidFill>
                <a:latin typeface="Arial" panose="020B0604020202020204" pitchFamily="34" charset="0"/>
              </a:rPr>
              <a:t>＝ </a:t>
            </a:r>
            <a:r>
              <a:rPr lang="en-US" altLang="zh-CN" sz="1800" b="1" i="0">
                <a:solidFill>
                  <a:schemeClr val="tx1"/>
                </a:solidFill>
                <a:latin typeface="Arial" panose="020B0604020202020204" pitchFamily="34" charset="0"/>
              </a:rPr>
              <a:t>a+</a:t>
            </a:r>
            <a:r>
              <a:rPr lang="el-GR" altLang="zh-CN" sz="1800" b="1" i="0">
                <a:solidFill>
                  <a:schemeClr val="tx1"/>
                </a:solidFill>
                <a:latin typeface="Arial" panose="020B0604020202020204" pitchFamily="34" charset="0"/>
              </a:rPr>
              <a:t>Δa</a:t>
            </a:r>
            <a:r>
              <a:rPr lang="en-US" altLang="zh-CN" sz="1800" b="1" i="0">
                <a:solidFill>
                  <a:schemeClr val="tx1"/>
                </a:solidFill>
                <a:latin typeface="Arial" panose="020B0604020202020204" pitchFamily="34" charset="0"/>
              </a:rPr>
              <a:t> </a:t>
            </a:r>
            <a:r>
              <a:rPr lang="zh-CN" altLang="en-US" sz="1800" b="1" i="0">
                <a:solidFill>
                  <a:schemeClr val="tx1"/>
                </a:solidFill>
                <a:latin typeface="Arial" panose="020B0604020202020204" pitchFamily="34" charset="0"/>
              </a:rPr>
              <a:t>＋ </a:t>
            </a:r>
            <a:r>
              <a:rPr lang="en-US" altLang="zh-CN" sz="1800" b="1" i="0">
                <a:solidFill>
                  <a:schemeClr val="tx1"/>
                </a:solidFill>
                <a:latin typeface="Arial" panose="020B0604020202020204" pitchFamily="34" charset="0"/>
              </a:rPr>
              <a:t>bY</a:t>
            </a:r>
            <a:r>
              <a:rPr lang="en-US" altLang="zh-CN" sz="1800" b="1" i="0" baseline="-25000">
                <a:solidFill>
                  <a:schemeClr val="tx1"/>
                </a:solidFill>
                <a:latin typeface="Arial" panose="020B0604020202020204" pitchFamily="34" charset="0"/>
              </a:rPr>
              <a:t>d</a:t>
            </a:r>
          </a:p>
        </p:txBody>
      </p:sp>
      <p:sp>
        <p:nvSpPr>
          <p:cNvPr id="41993" name="文本框 1079305">
            <a:extLst>
              <a:ext uri="{FF2B5EF4-FFF2-40B4-BE49-F238E27FC236}">
                <a16:creationId xmlns:a16="http://schemas.microsoft.com/office/drawing/2014/main" id="{58BE8A11-9578-2A80-BCDF-9837E2DFEC1D}"/>
              </a:ext>
            </a:extLst>
          </p:cNvPr>
          <p:cNvSpPr txBox="1">
            <a:spLocks noChangeArrowheads="1"/>
          </p:cNvSpPr>
          <p:nvPr/>
        </p:nvSpPr>
        <p:spPr bwMode="auto">
          <a:xfrm>
            <a:off x="6986588" y="1647825"/>
            <a:ext cx="1092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wrap="none">
            <a:spAutoFit/>
          </a:bodyPr>
          <a:lstStyle/>
          <a:p>
            <a:pPr eaLnBrk="0" hangingPunct="0">
              <a:lnSpc>
                <a:spcPct val="100000"/>
              </a:lnSpc>
              <a:spcBef>
                <a:spcPct val="0"/>
              </a:spcBef>
            </a:pPr>
            <a:r>
              <a:rPr lang="en-US" altLang="zh-CN" sz="1800" b="1" i="0">
                <a:solidFill>
                  <a:schemeClr val="tx1"/>
                </a:solidFill>
                <a:latin typeface="Arial" panose="020B0604020202020204" pitchFamily="34" charset="0"/>
              </a:rPr>
              <a:t>C </a:t>
            </a:r>
            <a:r>
              <a:rPr lang="zh-CN" altLang="en-US" sz="1800" b="1" i="0">
                <a:solidFill>
                  <a:schemeClr val="tx1"/>
                </a:solidFill>
                <a:latin typeface="Arial" panose="020B0604020202020204" pitchFamily="34" charset="0"/>
              </a:rPr>
              <a:t>＝ </a:t>
            </a:r>
            <a:r>
              <a:rPr lang="en-US" altLang="zh-CN" sz="1800" b="1" i="0">
                <a:solidFill>
                  <a:schemeClr val="tx1"/>
                </a:solidFill>
                <a:latin typeface="Arial" panose="020B0604020202020204" pitchFamily="34" charset="0"/>
              </a:rPr>
              <a:t>bY</a:t>
            </a:r>
            <a:r>
              <a:rPr lang="en-US" altLang="zh-CN" sz="1800" b="1" i="0" baseline="-25000">
                <a:solidFill>
                  <a:schemeClr val="tx1"/>
                </a:solidFill>
                <a:latin typeface="Arial" panose="020B0604020202020204" pitchFamily="34" charset="0"/>
              </a:rPr>
              <a:t>d</a:t>
            </a:r>
            <a:endParaRPr lang="en-US" altLang="zh-CN" sz="2400"/>
          </a:p>
        </p:txBody>
      </p:sp>
      <p:sp>
        <p:nvSpPr>
          <p:cNvPr id="41994" name="左大括号 1079306">
            <a:extLst>
              <a:ext uri="{FF2B5EF4-FFF2-40B4-BE49-F238E27FC236}">
                <a16:creationId xmlns:a16="http://schemas.microsoft.com/office/drawing/2014/main" id="{089F5B5A-8D60-46F9-A8E9-59CF95310584}"/>
              </a:ext>
            </a:extLst>
          </p:cNvPr>
          <p:cNvSpPr>
            <a:spLocks/>
          </p:cNvSpPr>
          <p:nvPr/>
        </p:nvSpPr>
        <p:spPr bwMode="auto">
          <a:xfrm>
            <a:off x="2830513" y="4581525"/>
            <a:ext cx="576262" cy="1223963"/>
          </a:xfrm>
          <a:prstGeom prst="leftBrace">
            <a:avLst>
              <a:gd name="adj1" fmla="val 17690"/>
              <a:gd name="adj2" fmla="val 50000"/>
            </a:avLst>
          </a:prstGeom>
          <a:noFill/>
          <a:ln w="50800"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41995" name="左大括号 1079307">
            <a:extLst>
              <a:ext uri="{FF2B5EF4-FFF2-40B4-BE49-F238E27FC236}">
                <a16:creationId xmlns:a16="http://schemas.microsoft.com/office/drawing/2014/main" id="{288C756A-4DD4-3C49-DCCC-576CFEE28067}"/>
              </a:ext>
            </a:extLst>
          </p:cNvPr>
          <p:cNvSpPr>
            <a:spLocks/>
          </p:cNvSpPr>
          <p:nvPr/>
        </p:nvSpPr>
        <p:spPr bwMode="auto">
          <a:xfrm>
            <a:off x="2830513" y="3500438"/>
            <a:ext cx="504825" cy="1081087"/>
          </a:xfrm>
          <a:prstGeom prst="leftBrace">
            <a:avLst>
              <a:gd name="adj1" fmla="val 17836"/>
              <a:gd name="adj2" fmla="val 50000"/>
            </a:avLst>
          </a:prstGeom>
          <a:noFill/>
          <a:ln w="50800"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41996" name="文本框 1079308">
            <a:extLst>
              <a:ext uri="{FF2B5EF4-FFF2-40B4-BE49-F238E27FC236}">
                <a16:creationId xmlns:a16="http://schemas.microsoft.com/office/drawing/2014/main" id="{DA5058E4-4A2D-6397-632A-379072849168}"/>
              </a:ext>
            </a:extLst>
          </p:cNvPr>
          <p:cNvSpPr txBox="1">
            <a:spLocks noChangeArrowheads="1"/>
          </p:cNvSpPr>
          <p:nvPr/>
        </p:nvSpPr>
        <p:spPr bwMode="auto">
          <a:xfrm>
            <a:off x="2543175" y="5013325"/>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wrap="none">
            <a:spAutoFit/>
          </a:bodyPr>
          <a:lstStyle/>
          <a:p>
            <a:pPr eaLnBrk="0" hangingPunct="0">
              <a:lnSpc>
                <a:spcPct val="100000"/>
              </a:lnSpc>
              <a:spcBef>
                <a:spcPct val="0"/>
              </a:spcBef>
            </a:pPr>
            <a:r>
              <a:rPr lang="en-US" altLang="zh-CN" sz="1800" b="1" i="0">
                <a:solidFill>
                  <a:schemeClr val="tx1"/>
                </a:solidFill>
                <a:latin typeface="Arial" panose="020B0604020202020204" pitchFamily="34" charset="0"/>
              </a:rPr>
              <a:t>a</a:t>
            </a:r>
          </a:p>
        </p:txBody>
      </p:sp>
      <p:sp>
        <p:nvSpPr>
          <p:cNvPr id="41997" name="文本框 1079309">
            <a:extLst>
              <a:ext uri="{FF2B5EF4-FFF2-40B4-BE49-F238E27FC236}">
                <a16:creationId xmlns:a16="http://schemas.microsoft.com/office/drawing/2014/main" id="{A59AF46E-BA48-DEEC-05A3-D7C15DCFEACC}"/>
              </a:ext>
            </a:extLst>
          </p:cNvPr>
          <p:cNvSpPr txBox="1">
            <a:spLocks noChangeArrowheads="1"/>
          </p:cNvSpPr>
          <p:nvPr/>
        </p:nvSpPr>
        <p:spPr bwMode="auto">
          <a:xfrm>
            <a:off x="2109788" y="3644900"/>
            <a:ext cx="8016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wrap="none">
            <a:spAutoFit/>
          </a:bodyPr>
          <a:lstStyle/>
          <a:p>
            <a:pPr eaLnBrk="0" hangingPunct="0">
              <a:lnSpc>
                <a:spcPct val="100000"/>
              </a:lnSpc>
              <a:spcBef>
                <a:spcPct val="0"/>
              </a:spcBef>
            </a:pPr>
            <a:r>
              <a:rPr lang="en-US" altLang="zh-CN" sz="1800" b="1" i="0">
                <a:solidFill>
                  <a:schemeClr val="tx1"/>
                </a:solidFill>
                <a:latin typeface="Arial" panose="020B0604020202020204" pitchFamily="34" charset="0"/>
              </a:rPr>
              <a:t>a+</a:t>
            </a:r>
            <a:r>
              <a:rPr lang="el-GR" altLang="zh-CN" sz="1800" b="1" i="0">
                <a:solidFill>
                  <a:schemeClr val="tx1"/>
                </a:solidFill>
                <a:latin typeface="Arial" panose="020B0604020202020204" pitchFamily="34" charset="0"/>
              </a:rPr>
              <a:t>Δa</a:t>
            </a:r>
            <a:endParaRPr lang="en-US" altLang="zh-CN" sz="1800" b="1" i="0">
              <a:solidFill>
                <a:schemeClr val="tx1"/>
              </a:solidFill>
              <a:latin typeface="Arial" panose="020B0604020202020204" pitchFamily="34" charset="0"/>
            </a:endParaRPr>
          </a:p>
        </p:txBody>
      </p:sp>
      <p:sp>
        <p:nvSpPr>
          <p:cNvPr id="41998" name="Slide Number Placeholder 1">
            <a:extLst>
              <a:ext uri="{FF2B5EF4-FFF2-40B4-BE49-F238E27FC236}">
                <a16:creationId xmlns:a16="http://schemas.microsoft.com/office/drawing/2014/main" id="{7906B69D-1B72-052F-AFA0-601C67FC491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5DE3CC86-58E2-4E29-9895-768F803637BF}" type="slidenum">
              <a:rPr lang="en-AU" altLang="zh-CN" sz="1400" i="0">
                <a:latin typeface="Arial" panose="020B0604020202020204" pitchFamily="34" charset="0"/>
              </a:rPr>
              <a:pPr algn="r"/>
              <a:t>31</a:t>
            </a:fld>
            <a:endParaRPr lang="en-AU" altLang="zh-CN" sz="1400" i="0">
              <a:latin typeface="Arial" panose="020B0604020202020204" pitchFamily="34" charset="0"/>
            </a:endParaRPr>
          </a:p>
        </p:txBody>
      </p:sp>
    </p:spTree>
  </p:cSld>
  <p:clrMapOvr>
    <a:masterClrMapping/>
  </p:clrMapOvr>
  <p:transition spd="med">
    <p:zoom/>
  </p:transition>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009" name="Title 1026049">
            <a:extLst>
              <a:ext uri="{FF2B5EF4-FFF2-40B4-BE49-F238E27FC236}">
                <a16:creationId xmlns:a16="http://schemas.microsoft.com/office/drawing/2014/main" id="{6E463418-4742-BC63-6F88-260EFF9448E7}"/>
              </a:ext>
            </a:extLst>
          </p:cNvPr>
          <p:cNvSpPr>
            <a:spLocks noGrp="1" noChangeArrowheads="1"/>
          </p:cNvSpPr>
          <p:nvPr>
            <p:ph type="title"/>
          </p:nvPr>
        </p:nvSpPr>
        <p:spPr/>
        <p:txBody>
          <a:bodyPr/>
          <a:lstStyle/>
          <a:p>
            <a:r>
              <a:rPr lang="zh-CN" altLang="en-US">
                <a:solidFill>
                  <a:srgbClr val="FFFF00"/>
                </a:solidFill>
              </a:rPr>
              <a:t>相对收入假说</a:t>
            </a:r>
          </a:p>
        </p:txBody>
      </p:sp>
      <p:sp>
        <p:nvSpPr>
          <p:cNvPr id="1026051" name="Text Placeholder 1026050">
            <a:extLst>
              <a:ext uri="{FF2B5EF4-FFF2-40B4-BE49-F238E27FC236}">
                <a16:creationId xmlns:a16="http://schemas.microsoft.com/office/drawing/2014/main" id="{3C1A62B8-D0BF-5C39-1876-ED8F19CAC942}"/>
              </a:ext>
            </a:extLst>
          </p:cNvPr>
          <p:cNvSpPr>
            <a:spLocks noGrp="1" noChangeArrowheads="1"/>
          </p:cNvSpPr>
          <p:nvPr>
            <p:ph type="body" idx="1"/>
          </p:nvPr>
        </p:nvSpPr>
        <p:spPr>
          <a:xfrm>
            <a:off x="838200" y="1219200"/>
            <a:ext cx="7766050" cy="4570413"/>
          </a:xfrm>
        </p:spPr>
        <p:txBody>
          <a:bodyPr/>
          <a:lstStyle/>
          <a:p>
            <a:r>
              <a:rPr lang="zh-CN" altLang="en-US" b="1"/>
              <a:t>美国经济学家杜生贝利（</a:t>
            </a:r>
            <a:r>
              <a:rPr lang="en-US" altLang="zh-CN" b="1"/>
              <a:t>J.S.Duesenberry</a:t>
            </a:r>
            <a:r>
              <a:rPr lang="zh-CN" altLang="en-US" b="1"/>
              <a:t>）认为消费支出主要取决于相对收入水平</a:t>
            </a:r>
          </a:p>
          <a:p>
            <a:r>
              <a:rPr lang="zh-CN" altLang="en-US" b="1"/>
              <a:t>相对收入的两层含义</a:t>
            </a:r>
          </a:p>
          <a:p>
            <a:pPr lvl="1"/>
            <a:r>
              <a:rPr lang="zh-CN" altLang="en-US" b="1"/>
              <a:t>某家庭或消费集团相对于其他家庭和消费集团，总收入分配中位置是否发生了变化（示范效应）</a:t>
            </a:r>
          </a:p>
          <a:p>
            <a:pPr lvl="2"/>
            <a:r>
              <a:rPr lang="zh-CN" altLang="en-US" b="1"/>
              <a:t>收入水平整体提高，认为富裕程度未变，收入中相同份额用于支出</a:t>
            </a:r>
          </a:p>
          <a:p>
            <a:pPr lvl="2"/>
            <a:r>
              <a:rPr lang="zh-CN" altLang="en-US" b="1"/>
              <a:t>收入下降，会由于攀比性而不减少消费支出</a:t>
            </a:r>
          </a:p>
          <a:p>
            <a:pPr lvl="1"/>
            <a:r>
              <a:rPr lang="zh-CN" altLang="en-US" b="1"/>
              <a:t>过去的高峰收入会对当期消费产生影响。收入提高，支出提高；收入下降，支出下降有限或不下降。（棘轮效应）</a:t>
            </a:r>
          </a:p>
          <a:p>
            <a:pPr lvl="1"/>
            <a:endParaRPr lang="zh-CN" altLang="en-US" b="1"/>
          </a:p>
          <a:p>
            <a:pPr lvl="2"/>
            <a:endParaRPr lang="zh-CN" altLang="en-US" b="1"/>
          </a:p>
        </p:txBody>
      </p:sp>
      <p:sp>
        <p:nvSpPr>
          <p:cNvPr id="43011" name="Slide Number Placeholder 1">
            <a:extLst>
              <a:ext uri="{FF2B5EF4-FFF2-40B4-BE49-F238E27FC236}">
                <a16:creationId xmlns:a16="http://schemas.microsoft.com/office/drawing/2014/main" id="{56C85E4E-625C-6CEF-D114-C564206CA65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FDEF11FE-4879-4C23-A2CB-BD0AFD3D63ED}" type="slidenum">
              <a:rPr lang="en-AU" altLang="zh-CN" sz="1400" i="0">
                <a:latin typeface="Arial" panose="020B0604020202020204" pitchFamily="34" charset="0"/>
              </a:rPr>
              <a:pPr algn="r"/>
              <a:t>32</a:t>
            </a:fld>
            <a:endParaRPr lang="en-AU" altLang="zh-CN" sz="1400" i="0">
              <a:latin typeface="Arial" panose="020B0604020202020204" pitchFamily="34" charset="0"/>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1026051">
                                            <p:txEl>
                                              <p:pRg st="0" end="0"/>
                                            </p:txEl>
                                          </p:spTgt>
                                        </p:tgtEl>
                                        <p:attrNameLst>
                                          <p:attrName>style.visibility</p:attrName>
                                        </p:attrNameLst>
                                      </p:cBhvr>
                                      <p:to>
                                        <p:strVal val="visible"/>
                                      </p:to>
                                    </p:set>
                                    <p:anim calcmode="lin" valueType="num">
                                      <p:cBhvr>
                                        <p:cTn id="7" dur="1000" fill="hold"/>
                                        <p:tgtEl>
                                          <p:spTgt spid="1026051">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1026051">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1026051">
                                            <p:txEl>
                                              <p:pRg st="0" end="0"/>
                                            </p:txEl>
                                          </p:spTgt>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026051">
                                            <p:txEl>
                                              <p:pRg st="0" end="0"/>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5" presetClass="entr" presetSubtype="0" fill="hold" grpId="0" nodeType="clickEffect">
                                  <p:stCondLst>
                                    <p:cond delay="0"/>
                                  </p:stCondLst>
                                  <p:childTnLst>
                                    <p:set>
                                      <p:cBhvr>
                                        <p:cTn id="14" dur="1" fill="hold">
                                          <p:stCondLst>
                                            <p:cond delay="0"/>
                                          </p:stCondLst>
                                        </p:cTn>
                                        <p:tgtEl>
                                          <p:spTgt spid="1026051">
                                            <p:txEl>
                                              <p:pRg st="1" end="1"/>
                                            </p:txEl>
                                          </p:spTgt>
                                        </p:tgtEl>
                                        <p:attrNameLst>
                                          <p:attrName>style.visibility</p:attrName>
                                        </p:attrNameLst>
                                      </p:cBhvr>
                                      <p:to>
                                        <p:strVal val="visible"/>
                                      </p:to>
                                    </p:set>
                                    <p:anim calcmode="lin" valueType="num">
                                      <p:cBhvr>
                                        <p:cTn id="15" dur="1000" fill="hold"/>
                                        <p:tgtEl>
                                          <p:spTgt spid="1026051">
                                            <p:txEl>
                                              <p:pRg st="1" end="1"/>
                                            </p:txEl>
                                          </p:spTgt>
                                        </p:tgtEl>
                                        <p:attrNameLst>
                                          <p:attrName>ppt_w</p:attrName>
                                        </p:attrNameLst>
                                      </p:cBhvr>
                                      <p:tavLst>
                                        <p:tav tm="0">
                                          <p:val>
                                            <p:fltVal val="0"/>
                                          </p:val>
                                        </p:tav>
                                        <p:tav tm="100000">
                                          <p:val>
                                            <p:strVal val="#ppt_w"/>
                                          </p:val>
                                        </p:tav>
                                      </p:tavLst>
                                    </p:anim>
                                    <p:anim calcmode="lin" valueType="num">
                                      <p:cBhvr>
                                        <p:cTn id="16" dur="1000" fill="hold"/>
                                        <p:tgtEl>
                                          <p:spTgt spid="1026051">
                                            <p:txEl>
                                              <p:pRg st="1" end="1"/>
                                            </p:txEl>
                                          </p:spTgt>
                                        </p:tgtEl>
                                        <p:attrNameLst>
                                          <p:attrName>ppt_h</p:attrName>
                                        </p:attrNameLst>
                                      </p:cBhvr>
                                      <p:tavLst>
                                        <p:tav tm="0">
                                          <p:val>
                                            <p:fltVal val="0"/>
                                          </p:val>
                                        </p:tav>
                                        <p:tav tm="100000">
                                          <p:val>
                                            <p:strVal val="#ppt_h"/>
                                          </p:val>
                                        </p:tav>
                                      </p:tavLst>
                                    </p:anim>
                                    <p:anim calcmode="lin" valueType="num">
                                      <p:cBhvr>
                                        <p:cTn id="17" dur="1000" fill="hold"/>
                                        <p:tgtEl>
                                          <p:spTgt spid="1026051">
                                            <p:txEl>
                                              <p:pRg st="1" end="1"/>
                                            </p:txEl>
                                          </p:spTgt>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1026051">
                                            <p:txEl>
                                              <p:pRg st="1" end="1"/>
                                            </p:txEl>
                                          </p:spTgt>
                                        </p:tgtEl>
                                        <p:attrNameLst>
                                          <p:attrName>ppt_y</p:attrName>
                                        </p:attrNameLst>
                                      </p:cBhvr>
                                      <p:tavLst>
                                        <p:tav tm="0" fmla="#ppt_y+(sin(-2*pi*(1-$))*-#ppt_x+cos(-2*pi*(1-$))*(1-#ppt_y))*(1-$)">
                                          <p:val>
                                            <p:fltVal val="0"/>
                                          </p:val>
                                        </p:tav>
                                        <p:tav tm="100000">
                                          <p:val>
                                            <p:fltVal val="1"/>
                                          </p:val>
                                        </p:tav>
                                      </p:tavLst>
                                    </p:anim>
                                  </p:childTnLst>
                                </p:cTn>
                              </p:par>
                              <p:par>
                                <p:cTn id="19" presetID="15" presetClass="entr" presetSubtype="0" fill="hold" grpId="0" nodeType="withEffect">
                                  <p:stCondLst>
                                    <p:cond delay="0"/>
                                  </p:stCondLst>
                                  <p:childTnLst>
                                    <p:set>
                                      <p:cBhvr>
                                        <p:cTn id="20" dur="1" fill="hold">
                                          <p:stCondLst>
                                            <p:cond delay="0"/>
                                          </p:stCondLst>
                                        </p:cTn>
                                        <p:tgtEl>
                                          <p:spTgt spid="1026051">
                                            <p:txEl>
                                              <p:pRg st="2" end="2"/>
                                            </p:txEl>
                                          </p:spTgt>
                                        </p:tgtEl>
                                        <p:attrNameLst>
                                          <p:attrName>style.visibility</p:attrName>
                                        </p:attrNameLst>
                                      </p:cBhvr>
                                      <p:to>
                                        <p:strVal val="visible"/>
                                      </p:to>
                                    </p:set>
                                    <p:anim calcmode="lin" valueType="num">
                                      <p:cBhvr>
                                        <p:cTn id="21" dur="1000" fill="hold"/>
                                        <p:tgtEl>
                                          <p:spTgt spid="1026051">
                                            <p:txEl>
                                              <p:pRg st="2" end="2"/>
                                            </p:txEl>
                                          </p:spTgt>
                                        </p:tgtEl>
                                        <p:attrNameLst>
                                          <p:attrName>ppt_w</p:attrName>
                                        </p:attrNameLst>
                                      </p:cBhvr>
                                      <p:tavLst>
                                        <p:tav tm="0">
                                          <p:val>
                                            <p:fltVal val="0"/>
                                          </p:val>
                                        </p:tav>
                                        <p:tav tm="100000">
                                          <p:val>
                                            <p:strVal val="#ppt_w"/>
                                          </p:val>
                                        </p:tav>
                                      </p:tavLst>
                                    </p:anim>
                                    <p:anim calcmode="lin" valueType="num">
                                      <p:cBhvr>
                                        <p:cTn id="22" dur="1000" fill="hold"/>
                                        <p:tgtEl>
                                          <p:spTgt spid="1026051">
                                            <p:txEl>
                                              <p:pRg st="2" end="2"/>
                                            </p:txEl>
                                          </p:spTgt>
                                        </p:tgtEl>
                                        <p:attrNameLst>
                                          <p:attrName>ppt_h</p:attrName>
                                        </p:attrNameLst>
                                      </p:cBhvr>
                                      <p:tavLst>
                                        <p:tav tm="0">
                                          <p:val>
                                            <p:fltVal val="0"/>
                                          </p:val>
                                        </p:tav>
                                        <p:tav tm="100000">
                                          <p:val>
                                            <p:strVal val="#ppt_h"/>
                                          </p:val>
                                        </p:tav>
                                      </p:tavLst>
                                    </p:anim>
                                    <p:anim calcmode="lin" valueType="num">
                                      <p:cBhvr>
                                        <p:cTn id="23" dur="1000" fill="hold"/>
                                        <p:tgtEl>
                                          <p:spTgt spid="1026051">
                                            <p:txEl>
                                              <p:pRg st="2" end="2"/>
                                            </p:txEl>
                                          </p:spTgt>
                                        </p:tgtEl>
                                        <p:attrNameLst>
                                          <p:attrName>ppt_x</p:attrName>
                                        </p:attrNameLst>
                                      </p:cBhvr>
                                      <p:tavLst>
                                        <p:tav tm="0" fmla="#ppt_x+(cos(-2*pi*(1-$))*-#ppt_x-sin(-2*pi*(1-$))*(1-#ppt_y))*(1-$)">
                                          <p:val>
                                            <p:fltVal val="0"/>
                                          </p:val>
                                        </p:tav>
                                        <p:tav tm="100000">
                                          <p:val>
                                            <p:fltVal val="1"/>
                                          </p:val>
                                        </p:tav>
                                      </p:tavLst>
                                    </p:anim>
                                    <p:anim calcmode="lin" valueType="num">
                                      <p:cBhvr>
                                        <p:cTn id="24" dur="1000" fill="hold"/>
                                        <p:tgtEl>
                                          <p:spTgt spid="1026051">
                                            <p:txEl>
                                              <p:pRg st="2" end="2"/>
                                            </p:txEl>
                                          </p:spTgt>
                                        </p:tgtEl>
                                        <p:attrNameLst>
                                          <p:attrName>ppt_y</p:attrName>
                                        </p:attrNameLst>
                                      </p:cBhvr>
                                      <p:tavLst>
                                        <p:tav tm="0" fmla="#ppt_y+(sin(-2*pi*(1-$))*-#ppt_x+cos(-2*pi*(1-$))*(1-#ppt_y))*(1-$)">
                                          <p:val>
                                            <p:fltVal val="0"/>
                                          </p:val>
                                        </p:tav>
                                        <p:tav tm="100000">
                                          <p:val>
                                            <p:fltVal val="1"/>
                                          </p:val>
                                        </p:tav>
                                      </p:tavLst>
                                    </p:anim>
                                  </p:childTnLst>
                                </p:cTn>
                              </p:par>
                              <p:par>
                                <p:cTn id="25" presetID="15" presetClass="entr" presetSubtype="0" fill="hold" grpId="0" nodeType="withEffect">
                                  <p:stCondLst>
                                    <p:cond delay="0"/>
                                  </p:stCondLst>
                                  <p:childTnLst>
                                    <p:set>
                                      <p:cBhvr>
                                        <p:cTn id="26" dur="1" fill="hold">
                                          <p:stCondLst>
                                            <p:cond delay="0"/>
                                          </p:stCondLst>
                                        </p:cTn>
                                        <p:tgtEl>
                                          <p:spTgt spid="1026051">
                                            <p:txEl>
                                              <p:pRg st="3" end="3"/>
                                            </p:txEl>
                                          </p:spTgt>
                                        </p:tgtEl>
                                        <p:attrNameLst>
                                          <p:attrName>style.visibility</p:attrName>
                                        </p:attrNameLst>
                                      </p:cBhvr>
                                      <p:to>
                                        <p:strVal val="visible"/>
                                      </p:to>
                                    </p:set>
                                    <p:anim calcmode="lin" valueType="num">
                                      <p:cBhvr>
                                        <p:cTn id="27" dur="1000" fill="hold"/>
                                        <p:tgtEl>
                                          <p:spTgt spid="1026051">
                                            <p:txEl>
                                              <p:pRg st="3" end="3"/>
                                            </p:txEl>
                                          </p:spTgt>
                                        </p:tgtEl>
                                        <p:attrNameLst>
                                          <p:attrName>ppt_w</p:attrName>
                                        </p:attrNameLst>
                                      </p:cBhvr>
                                      <p:tavLst>
                                        <p:tav tm="0">
                                          <p:val>
                                            <p:fltVal val="0"/>
                                          </p:val>
                                        </p:tav>
                                        <p:tav tm="100000">
                                          <p:val>
                                            <p:strVal val="#ppt_w"/>
                                          </p:val>
                                        </p:tav>
                                      </p:tavLst>
                                    </p:anim>
                                    <p:anim calcmode="lin" valueType="num">
                                      <p:cBhvr>
                                        <p:cTn id="28" dur="1000" fill="hold"/>
                                        <p:tgtEl>
                                          <p:spTgt spid="1026051">
                                            <p:txEl>
                                              <p:pRg st="3" end="3"/>
                                            </p:txEl>
                                          </p:spTgt>
                                        </p:tgtEl>
                                        <p:attrNameLst>
                                          <p:attrName>ppt_h</p:attrName>
                                        </p:attrNameLst>
                                      </p:cBhvr>
                                      <p:tavLst>
                                        <p:tav tm="0">
                                          <p:val>
                                            <p:fltVal val="0"/>
                                          </p:val>
                                        </p:tav>
                                        <p:tav tm="100000">
                                          <p:val>
                                            <p:strVal val="#ppt_h"/>
                                          </p:val>
                                        </p:tav>
                                      </p:tavLst>
                                    </p:anim>
                                    <p:anim calcmode="lin" valueType="num">
                                      <p:cBhvr>
                                        <p:cTn id="29" dur="1000" fill="hold"/>
                                        <p:tgtEl>
                                          <p:spTgt spid="1026051">
                                            <p:txEl>
                                              <p:pRg st="3" end="3"/>
                                            </p:txEl>
                                          </p:spTgt>
                                        </p:tgtEl>
                                        <p:attrNameLst>
                                          <p:attrName>ppt_x</p:attrName>
                                        </p:attrNameLst>
                                      </p:cBhvr>
                                      <p:tavLst>
                                        <p:tav tm="0" fmla="#ppt_x+(cos(-2*pi*(1-$))*-#ppt_x-sin(-2*pi*(1-$))*(1-#ppt_y))*(1-$)">
                                          <p:val>
                                            <p:fltVal val="0"/>
                                          </p:val>
                                        </p:tav>
                                        <p:tav tm="100000">
                                          <p:val>
                                            <p:fltVal val="1"/>
                                          </p:val>
                                        </p:tav>
                                      </p:tavLst>
                                    </p:anim>
                                    <p:anim calcmode="lin" valueType="num">
                                      <p:cBhvr>
                                        <p:cTn id="30" dur="1000" fill="hold"/>
                                        <p:tgtEl>
                                          <p:spTgt spid="1026051">
                                            <p:txEl>
                                              <p:pRg st="3" end="3"/>
                                            </p:txEl>
                                          </p:spTgt>
                                        </p:tgtEl>
                                        <p:attrNameLst>
                                          <p:attrName>ppt_y</p:attrName>
                                        </p:attrNameLst>
                                      </p:cBhvr>
                                      <p:tavLst>
                                        <p:tav tm="0" fmla="#ppt_y+(sin(-2*pi*(1-$))*-#ppt_x+cos(-2*pi*(1-$))*(1-#ppt_y))*(1-$)">
                                          <p:val>
                                            <p:fltVal val="0"/>
                                          </p:val>
                                        </p:tav>
                                        <p:tav tm="100000">
                                          <p:val>
                                            <p:fltVal val="1"/>
                                          </p:val>
                                        </p:tav>
                                      </p:tavLst>
                                    </p:anim>
                                  </p:childTnLst>
                                </p:cTn>
                              </p:par>
                              <p:par>
                                <p:cTn id="31" presetID="15" presetClass="entr" presetSubtype="0" fill="hold" grpId="0" nodeType="withEffect">
                                  <p:stCondLst>
                                    <p:cond delay="0"/>
                                  </p:stCondLst>
                                  <p:childTnLst>
                                    <p:set>
                                      <p:cBhvr>
                                        <p:cTn id="32" dur="1" fill="hold">
                                          <p:stCondLst>
                                            <p:cond delay="0"/>
                                          </p:stCondLst>
                                        </p:cTn>
                                        <p:tgtEl>
                                          <p:spTgt spid="1026051">
                                            <p:txEl>
                                              <p:pRg st="4" end="4"/>
                                            </p:txEl>
                                          </p:spTgt>
                                        </p:tgtEl>
                                        <p:attrNameLst>
                                          <p:attrName>style.visibility</p:attrName>
                                        </p:attrNameLst>
                                      </p:cBhvr>
                                      <p:to>
                                        <p:strVal val="visible"/>
                                      </p:to>
                                    </p:set>
                                    <p:anim calcmode="lin" valueType="num">
                                      <p:cBhvr>
                                        <p:cTn id="33" dur="1000" fill="hold"/>
                                        <p:tgtEl>
                                          <p:spTgt spid="1026051">
                                            <p:txEl>
                                              <p:pRg st="4" end="4"/>
                                            </p:txEl>
                                          </p:spTgt>
                                        </p:tgtEl>
                                        <p:attrNameLst>
                                          <p:attrName>ppt_w</p:attrName>
                                        </p:attrNameLst>
                                      </p:cBhvr>
                                      <p:tavLst>
                                        <p:tav tm="0">
                                          <p:val>
                                            <p:fltVal val="0"/>
                                          </p:val>
                                        </p:tav>
                                        <p:tav tm="100000">
                                          <p:val>
                                            <p:strVal val="#ppt_w"/>
                                          </p:val>
                                        </p:tav>
                                      </p:tavLst>
                                    </p:anim>
                                    <p:anim calcmode="lin" valueType="num">
                                      <p:cBhvr>
                                        <p:cTn id="34" dur="1000" fill="hold"/>
                                        <p:tgtEl>
                                          <p:spTgt spid="1026051">
                                            <p:txEl>
                                              <p:pRg st="4" end="4"/>
                                            </p:txEl>
                                          </p:spTgt>
                                        </p:tgtEl>
                                        <p:attrNameLst>
                                          <p:attrName>ppt_h</p:attrName>
                                        </p:attrNameLst>
                                      </p:cBhvr>
                                      <p:tavLst>
                                        <p:tav tm="0">
                                          <p:val>
                                            <p:fltVal val="0"/>
                                          </p:val>
                                        </p:tav>
                                        <p:tav tm="100000">
                                          <p:val>
                                            <p:strVal val="#ppt_h"/>
                                          </p:val>
                                        </p:tav>
                                      </p:tavLst>
                                    </p:anim>
                                    <p:anim calcmode="lin" valueType="num">
                                      <p:cBhvr>
                                        <p:cTn id="35" dur="1000" fill="hold"/>
                                        <p:tgtEl>
                                          <p:spTgt spid="1026051">
                                            <p:txEl>
                                              <p:pRg st="4" end="4"/>
                                            </p:txEl>
                                          </p:spTgt>
                                        </p:tgtEl>
                                        <p:attrNameLst>
                                          <p:attrName>ppt_x</p:attrName>
                                        </p:attrNameLst>
                                      </p:cBhvr>
                                      <p:tavLst>
                                        <p:tav tm="0" fmla="#ppt_x+(cos(-2*pi*(1-$))*-#ppt_x-sin(-2*pi*(1-$))*(1-#ppt_y))*(1-$)">
                                          <p:val>
                                            <p:fltVal val="0"/>
                                          </p:val>
                                        </p:tav>
                                        <p:tav tm="100000">
                                          <p:val>
                                            <p:fltVal val="1"/>
                                          </p:val>
                                        </p:tav>
                                      </p:tavLst>
                                    </p:anim>
                                    <p:anim calcmode="lin" valueType="num">
                                      <p:cBhvr>
                                        <p:cTn id="36" dur="1000" fill="hold"/>
                                        <p:tgtEl>
                                          <p:spTgt spid="1026051">
                                            <p:txEl>
                                              <p:pRg st="4" end="4"/>
                                            </p:txEl>
                                          </p:spTgt>
                                        </p:tgtEl>
                                        <p:attrNameLst>
                                          <p:attrName>ppt_y</p:attrName>
                                        </p:attrNameLst>
                                      </p:cBhvr>
                                      <p:tavLst>
                                        <p:tav tm="0" fmla="#ppt_y+(sin(-2*pi*(1-$))*-#ppt_x+cos(-2*pi*(1-$))*(1-#ppt_y))*(1-$)">
                                          <p:val>
                                            <p:fltVal val="0"/>
                                          </p:val>
                                        </p:tav>
                                        <p:tav tm="100000">
                                          <p:val>
                                            <p:fltVal val="1"/>
                                          </p:val>
                                        </p:tav>
                                      </p:tavLst>
                                    </p:anim>
                                  </p:childTnLst>
                                </p:cTn>
                              </p:par>
                              <p:par>
                                <p:cTn id="37" presetID="15" presetClass="entr" presetSubtype="0" fill="hold" grpId="0" nodeType="withEffect">
                                  <p:stCondLst>
                                    <p:cond delay="0"/>
                                  </p:stCondLst>
                                  <p:childTnLst>
                                    <p:set>
                                      <p:cBhvr>
                                        <p:cTn id="38" dur="1" fill="hold">
                                          <p:stCondLst>
                                            <p:cond delay="0"/>
                                          </p:stCondLst>
                                        </p:cTn>
                                        <p:tgtEl>
                                          <p:spTgt spid="1026051">
                                            <p:txEl>
                                              <p:pRg st="5" end="5"/>
                                            </p:txEl>
                                          </p:spTgt>
                                        </p:tgtEl>
                                        <p:attrNameLst>
                                          <p:attrName>style.visibility</p:attrName>
                                        </p:attrNameLst>
                                      </p:cBhvr>
                                      <p:to>
                                        <p:strVal val="visible"/>
                                      </p:to>
                                    </p:set>
                                    <p:anim calcmode="lin" valueType="num">
                                      <p:cBhvr>
                                        <p:cTn id="39" dur="1000" fill="hold"/>
                                        <p:tgtEl>
                                          <p:spTgt spid="1026051">
                                            <p:txEl>
                                              <p:pRg st="5" end="5"/>
                                            </p:txEl>
                                          </p:spTgt>
                                        </p:tgtEl>
                                        <p:attrNameLst>
                                          <p:attrName>ppt_w</p:attrName>
                                        </p:attrNameLst>
                                      </p:cBhvr>
                                      <p:tavLst>
                                        <p:tav tm="0">
                                          <p:val>
                                            <p:fltVal val="0"/>
                                          </p:val>
                                        </p:tav>
                                        <p:tav tm="100000">
                                          <p:val>
                                            <p:strVal val="#ppt_w"/>
                                          </p:val>
                                        </p:tav>
                                      </p:tavLst>
                                    </p:anim>
                                    <p:anim calcmode="lin" valueType="num">
                                      <p:cBhvr>
                                        <p:cTn id="40" dur="1000" fill="hold"/>
                                        <p:tgtEl>
                                          <p:spTgt spid="1026051">
                                            <p:txEl>
                                              <p:pRg st="5" end="5"/>
                                            </p:txEl>
                                          </p:spTgt>
                                        </p:tgtEl>
                                        <p:attrNameLst>
                                          <p:attrName>ppt_h</p:attrName>
                                        </p:attrNameLst>
                                      </p:cBhvr>
                                      <p:tavLst>
                                        <p:tav tm="0">
                                          <p:val>
                                            <p:fltVal val="0"/>
                                          </p:val>
                                        </p:tav>
                                        <p:tav tm="100000">
                                          <p:val>
                                            <p:strVal val="#ppt_h"/>
                                          </p:val>
                                        </p:tav>
                                      </p:tavLst>
                                    </p:anim>
                                    <p:anim calcmode="lin" valueType="num">
                                      <p:cBhvr>
                                        <p:cTn id="41" dur="1000" fill="hold"/>
                                        <p:tgtEl>
                                          <p:spTgt spid="1026051">
                                            <p:txEl>
                                              <p:pRg st="5" end="5"/>
                                            </p:txEl>
                                          </p:spTgt>
                                        </p:tgtEl>
                                        <p:attrNameLst>
                                          <p:attrName>ppt_x</p:attrName>
                                        </p:attrNameLst>
                                      </p:cBhvr>
                                      <p:tavLst>
                                        <p:tav tm="0" fmla="#ppt_x+(cos(-2*pi*(1-$))*-#ppt_x-sin(-2*pi*(1-$))*(1-#ppt_y))*(1-$)">
                                          <p:val>
                                            <p:fltVal val="0"/>
                                          </p:val>
                                        </p:tav>
                                        <p:tav tm="100000">
                                          <p:val>
                                            <p:fltVal val="1"/>
                                          </p:val>
                                        </p:tav>
                                      </p:tavLst>
                                    </p:anim>
                                    <p:anim calcmode="lin" valueType="num">
                                      <p:cBhvr>
                                        <p:cTn id="42" dur="1000" fill="hold"/>
                                        <p:tgtEl>
                                          <p:spTgt spid="1026051">
                                            <p:txEl>
                                              <p:pRg st="5" end="5"/>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6051" grpId="0" build="p"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Title 1076227">
            <a:extLst>
              <a:ext uri="{FF2B5EF4-FFF2-40B4-BE49-F238E27FC236}">
                <a16:creationId xmlns:a16="http://schemas.microsoft.com/office/drawing/2014/main" id="{29282A59-BF02-52D8-57FB-9AE3836E3DD5}"/>
              </a:ext>
            </a:extLst>
          </p:cNvPr>
          <p:cNvSpPr>
            <a:spLocks noGrp="1" noChangeArrowheads="1"/>
          </p:cNvSpPr>
          <p:nvPr>
            <p:ph type="title"/>
          </p:nvPr>
        </p:nvSpPr>
        <p:spPr/>
        <p:txBody>
          <a:bodyPr/>
          <a:lstStyle/>
          <a:p>
            <a:r>
              <a:rPr lang="zh-CN" altLang="en-US">
                <a:solidFill>
                  <a:srgbClr val="FFFF00"/>
                </a:solidFill>
              </a:rPr>
              <a:t>相对收入假说</a:t>
            </a:r>
          </a:p>
        </p:txBody>
      </p:sp>
      <p:pic>
        <p:nvPicPr>
          <p:cNvPr id="44034" name="图片 1076234" descr="T12-10">
            <a:extLst>
              <a:ext uri="{FF2B5EF4-FFF2-40B4-BE49-F238E27FC236}">
                <a16:creationId xmlns:a16="http://schemas.microsoft.com/office/drawing/2014/main" id="{028D0285-1A68-EBE5-30A3-7C4A7A8139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750" y="3357563"/>
            <a:ext cx="4679950" cy="280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76236" name="文本框 1076235">
            <a:extLst>
              <a:ext uri="{FF2B5EF4-FFF2-40B4-BE49-F238E27FC236}">
                <a16:creationId xmlns:a16="http://schemas.microsoft.com/office/drawing/2014/main" id="{66DB5838-3DE2-E1D6-E019-F14AA5A500C7}"/>
              </a:ext>
            </a:extLst>
          </p:cNvPr>
          <p:cNvSpPr txBox="1">
            <a:spLocks noChangeArrowheads="1"/>
          </p:cNvSpPr>
          <p:nvPr/>
        </p:nvSpPr>
        <p:spPr bwMode="auto">
          <a:xfrm>
            <a:off x="395288" y="1268413"/>
            <a:ext cx="4968875" cy="184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41275">
                <a:solidFill>
                  <a:srgbClr val="000000"/>
                </a:solidFill>
                <a:miter lim="800000"/>
                <a:headEnd/>
                <a:tailEnd/>
              </a14:hiddenLine>
            </a:ext>
          </a:extLst>
        </p:spPr>
        <p:txBody>
          <a:bodyPr>
            <a:spAutoFit/>
          </a:bodyPr>
          <a:lstStyle>
            <a:lvl1pPr marL="457200" indent="-457200"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l">
              <a:buClr>
                <a:srgbClr val="99CCCC"/>
              </a:buClr>
            </a:pPr>
            <a:r>
              <a:rPr lang="zh-CN" altLang="en-US" sz="2400" b="1" i="0"/>
              <a:t>将短期消费函数正截距的产生，归因于经济周期各阶段的不同消费行为。其核心理论是“棘轮效应”和“示范效应</a:t>
            </a:r>
            <a:r>
              <a:rPr lang="en-US" altLang="zh-CN" sz="2400" b="1" i="0"/>
              <a:t>”</a:t>
            </a:r>
            <a:r>
              <a:rPr lang="zh-CN" altLang="en-US" sz="2400" b="1" i="0"/>
              <a:t>。</a:t>
            </a:r>
            <a:endParaRPr lang="en-US" altLang="zh-CN" sz="2400" b="1"/>
          </a:p>
        </p:txBody>
      </p:sp>
      <p:sp>
        <p:nvSpPr>
          <p:cNvPr id="44037" name="Slide Number Placeholder 1">
            <a:extLst>
              <a:ext uri="{FF2B5EF4-FFF2-40B4-BE49-F238E27FC236}">
                <a16:creationId xmlns:a16="http://schemas.microsoft.com/office/drawing/2014/main" id="{E2288449-6576-3F66-54D0-389783DF368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AA6A9571-3912-4B11-B49A-0DC8B9AFBF14}" type="slidenum">
              <a:rPr lang="en-AU" altLang="zh-CN" sz="1400" i="0">
                <a:latin typeface="Arial" panose="020B0604020202020204" pitchFamily="34" charset="0"/>
              </a:rPr>
              <a:pPr algn="r"/>
              <a:t>33</a:t>
            </a:fld>
            <a:endParaRPr lang="en-AU" altLang="zh-CN" sz="1400" i="0">
              <a:latin typeface="Arial" panose="020B0604020202020204" pitchFamily="34" charset="0"/>
            </a:endParaRPr>
          </a:p>
        </p:txBody>
      </p:sp>
    </p:spTree>
    <p:controls>
      <mc:AlternateContent xmlns:mc="http://schemas.openxmlformats.org/markup-compatibility/2006">
        <mc:Choice xmlns:v="urn:schemas-microsoft-com:vml" Requires="v">
          <p:control name="TextBox1" r:id="rId1" imgW="3375720" imgH="4899600"/>
        </mc:Choice>
        <mc:Fallback>
          <p:control name="TextBox1" r:id="rId1" imgW="3375720" imgH="4899600">
            <p:pic>
              <p:nvPicPr>
                <p:cNvPr id="44036" name="TextBox1">
                  <a:extLst>
                    <a:ext uri="{FF2B5EF4-FFF2-40B4-BE49-F238E27FC236}">
                      <a16:creationId xmlns:a16="http://schemas.microsoft.com/office/drawing/2014/main" id="{227A52ED-E8AC-D303-F82F-27D4A0494530}"/>
                    </a:ext>
                  </a:extLst>
                </p:cNvPr>
                <p:cNvPicPr>
                  <a:picLocks noChangeArrowheads="1" noChangeShapeType="1"/>
                </p:cNvPicPr>
                <p:nvPr/>
              </p:nvPicPr>
              <p:blipFill>
                <a:blip r:embed="rId4"/>
                <a:srcRect/>
                <a:stretch>
                  <a:fillRect/>
                </a:stretch>
              </p:blipFill>
              <p:spPr bwMode="auto">
                <a:xfrm>
                  <a:off x="5435600" y="1268413"/>
                  <a:ext cx="3378200" cy="4895850"/>
                </a:xfrm>
                <a:prstGeom prst="rect">
                  <a:avLst/>
                </a:prstGeom>
                <a:ln>
                  <a:noFill/>
                </a:ln>
                <a:extLst>
                  <a:ext uri="{91240B29-F687-4F45-9708-019B960494DF}">
                    <a14:hiddenLine xmlns:a14="http://schemas.microsoft.com/office/drawing/2010/main">
                      <a:noFill/>
                    </a14:hiddenLine>
                  </a:ext>
                </a:extLst>
              </p:spPr>
            </p:pic>
          </p:control>
        </mc:Fallback>
      </mc:AlternateContent>
    </p:controls>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7623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6236" grpId="0" build="p"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057" name="Title 1027073">
            <a:extLst>
              <a:ext uri="{FF2B5EF4-FFF2-40B4-BE49-F238E27FC236}">
                <a16:creationId xmlns:a16="http://schemas.microsoft.com/office/drawing/2014/main" id="{7A414460-9DAE-9C4C-669C-2B10B11DDDD8}"/>
              </a:ext>
            </a:extLst>
          </p:cNvPr>
          <p:cNvSpPr>
            <a:spLocks noGrp="1" noChangeArrowheads="1"/>
          </p:cNvSpPr>
          <p:nvPr>
            <p:ph type="title"/>
          </p:nvPr>
        </p:nvSpPr>
        <p:spPr/>
        <p:txBody>
          <a:bodyPr/>
          <a:lstStyle/>
          <a:p>
            <a:r>
              <a:rPr lang="zh-CN" altLang="en-US">
                <a:solidFill>
                  <a:srgbClr val="FFFF00"/>
                </a:solidFill>
              </a:rPr>
              <a:t>终身收入假说</a:t>
            </a:r>
          </a:p>
        </p:txBody>
      </p:sp>
      <p:sp>
        <p:nvSpPr>
          <p:cNvPr id="1027075" name="Text Placeholder 1027074">
            <a:extLst>
              <a:ext uri="{FF2B5EF4-FFF2-40B4-BE49-F238E27FC236}">
                <a16:creationId xmlns:a16="http://schemas.microsoft.com/office/drawing/2014/main" id="{C1CBC2D9-7549-E896-6858-7A3CE089A27A}"/>
              </a:ext>
            </a:extLst>
          </p:cNvPr>
          <p:cNvSpPr>
            <a:spLocks noGrp="1" noChangeArrowheads="1"/>
          </p:cNvSpPr>
          <p:nvPr>
            <p:ph type="body" idx="1"/>
          </p:nvPr>
        </p:nvSpPr>
        <p:spPr>
          <a:xfrm>
            <a:off x="838200" y="1219200"/>
            <a:ext cx="7837488" cy="4570413"/>
          </a:xfrm>
        </p:spPr>
        <p:txBody>
          <a:bodyPr/>
          <a:lstStyle/>
          <a:p>
            <a:pPr>
              <a:lnSpc>
                <a:spcPct val="90000"/>
              </a:lnSpc>
            </a:pPr>
            <a:r>
              <a:rPr lang="zh-CN" altLang="en-US" sz="2800"/>
              <a:t>又叫生命周期消费理论，莫迪利安尼（</a:t>
            </a:r>
            <a:r>
              <a:rPr lang="en-US" altLang="zh-CN" sz="2800"/>
              <a:t>F.Modigliani</a:t>
            </a:r>
            <a:r>
              <a:rPr lang="zh-CN" altLang="en-US" sz="2800"/>
              <a:t>）认为支出取决于预期的终身收入，则平均消费倾向和边际消费倾向相等。</a:t>
            </a:r>
          </a:p>
          <a:p>
            <a:pPr>
              <a:lnSpc>
                <a:spcPct val="90000"/>
              </a:lnSpc>
            </a:pPr>
            <a:r>
              <a:rPr lang="zh-CN" altLang="en-US" sz="2800"/>
              <a:t>预期的终身收入取决于预期的工作年限和年劳动收入以及家庭财产。</a:t>
            </a:r>
          </a:p>
          <a:p>
            <a:pPr>
              <a:lnSpc>
                <a:spcPct val="90000"/>
              </a:lnSpc>
            </a:pPr>
            <a:r>
              <a:rPr lang="zh-CN" altLang="en-US" sz="2800"/>
              <a:t>假设条件：</a:t>
            </a:r>
          </a:p>
          <a:p>
            <a:pPr lvl="1">
              <a:lnSpc>
                <a:spcPct val="90000"/>
              </a:lnSpc>
            </a:pPr>
            <a:r>
              <a:rPr lang="zh-CN" altLang="en-US" sz="2000"/>
              <a:t>人的寿命、工作年限和收入确定</a:t>
            </a:r>
          </a:p>
          <a:p>
            <a:pPr lvl="1">
              <a:lnSpc>
                <a:spcPct val="90000"/>
              </a:lnSpc>
            </a:pPr>
            <a:r>
              <a:rPr lang="zh-CN" altLang="en-US" sz="2000"/>
              <a:t>储蓄的利息因素不加考虑</a:t>
            </a:r>
          </a:p>
          <a:p>
            <a:pPr lvl="1">
              <a:lnSpc>
                <a:spcPct val="90000"/>
              </a:lnSpc>
            </a:pPr>
            <a:r>
              <a:rPr lang="zh-CN" altLang="en-US" sz="2000"/>
              <a:t>不考虑价格变动</a:t>
            </a:r>
          </a:p>
          <a:p>
            <a:pPr lvl="1">
              <a:lnSpc>
                <a:spcPct val="90000"/>
              </a:lnSpc>
            </a:pPr>
            <a:r>
              <a:rPr lang="zh-CN" altLang="en-US" sz="2000"/>
              <a:t>不考虑遗产因素（无遗产）</a:t>
            </a:r>
          </a:p>
        </p:txBody>
      </p:sp>
      <p:sp>
        <p:nvSpPr>
          <p:cNvPr id="45059" name="Slide Number Placeholder 1">
            <a:extLst>
              <a:ext uri="{FF2B5EF4-FFF2-40B4-BE49-F238E27FC236}">
                <a16:creationId xmlns:a16="http://schemas.microsoft.com/office/drawing/2014/main" id="{BDDA5E54-F824-0F0A-5BA0-CED00A5080E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9C2A27F1-5EC8-4BD4-A4C1-D38A8419F9B1}" type="slidenum">
              <a:rPr lang="en-AU" altLang="zh-CN" sz="1400" i="0">
                <a:latin typeface="Arial" panose="020B0604020202020204" pitchFamily="34" charset="0"/>
              </a:rPr>
              <a:pPr algn="r"/>
              <a:t>34</a:t>
            </a:fld>
            <a:endParaRPr lang="en-AU" altLang="zh-CN" sz="1400" i="0">
              <a:latin typeface="Arial" panose="020B0604020202020204" pitchFamily="34" charset="0"/>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1027075">
                                            <p:txEl>
                                              <p:pRg st="0" end="0"/>
                                            </p:txEl>
                                          </p:spTgt>
                                        </p:tgtEl>
                                        <p:attrNameLst>
                                          <p:attrName>style.visibility</p:attrName>
                                        </p:attrNameLst>
                                      </p:cBhvr>
                                      <p:to>
                                        <p:strVal val="visible"/>
                                      </p:to>
                                    </p:set>
                                    <p:anim calcmode="lin" valueType="num">
                                      <p:cBhvr>
                                        <p:cTn id="7" dur="1000" fill="hold"/>
                                        <p:tgtEl>
                                          <p:spTgt spid="1027075">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1027075">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1027075">
                                            <p:txEl>
                                              <p:pRg st="0" end="0"/>
                                            </p:txEl>
                                          </p:spTgt>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027075">
                                            <p:txEl>
                                              <p:pRg st="0" end="0"/>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5" presetClass="entr" presetSubtype="0" fill="hold" grpId="0" nodeType="clickEffect">
                                  <p:stCondLst>
                                    <p:cond delay="0"/>
                                  </p:stCondLst>
                                  <p:childTnLst>
                                    <p:set>
                                      <p:cBhvr>
                                        <p:cTn id="14" dur="1" fill="hold">
                                          <p:stCondLst>
                                            <p:cond delay="0"/>
                                          </p:stCondLst>
                                        </p:cTn>
                                        <p:tgtEl>
                                          <p:spTgt spid="1027075">
                                            <p:txEl>
                                              <p:pRg st="1" end="1"/>
                                            </p:txEl>
                                          </p:spTgt>
                                        </p:tgtEl>
                                        <p:attrNameLst>
                                          <p:attrName>style.visibility</p:attrName>
                                        </p:attrNameLst>
                                      </p:cBhvr>
                                      <p:to>
                                        <p:strVal val="visible"/>
                                      </p:to>
                                    </p:set>
                                    <p:anim calcmode="lin" valueType="num">
                                      <p:cBhvr>
                                        <p:cTn id="15" dur="1000" fill="hold"/>
                                        <p:tgtEl>
                                          <p:spTgt spid="1027075">
                                            <p:txEl>
                                              <p:pRg st="1" end="1"/>
                                            </p:txEl>
                                          </p:spTgt>
                                        </p:tgtEl>
                                        <p:attrNameLst>
                                          <p:attrName>ppt_w</p:attrName>
                                        </p:attrNameLst>
                                      </p:cBhvr>
                                      <p:tavLst>
                                        <p:tav tm="0">
                                          <p:val>
                                            <p:fltVal val="0"/>
                                          </p:val>
                                        </p:tav>
                                        <p:tav tm="100000">
                                          <p:val>
                                            <p:strVal val="#ppt_w"/>
                                          </p:val>
                                        </p:tav>
                                      </p:tavLst>
                                    </p:anim>
                                    <p:anim calcmode="lin" valueType="num">
                                      <p:cBhvr>
                                        <p:cTn id="16" dur="1000" fill="hold"/>
                                        <p:tgtEl>
                                          <p:spTgt spid="1027075">
                                            <p:txEl>
                                              <p:pRg st="1" end="1"/>
                                            </p:txEl>
                                          </p:spTgt>
                                        </p:tgtEl>
                                        <p:attrNameLst>
                                          <p:attrName>ppt_h</p:attrName>
                                        </p:attrNameLst>
                                      </p:cBhvr>
                                      <p:tavLst>
                                        <p:tav tm="0">
                                          <p:val>
                                            <p:fltVal val="0"/>
                                          </p:val>
                                        </p:tav>
                                        <p:tav tm="100000">
                                          <p:val>
                                            <p:strVal val="#ppt_h"/>
                                          </p:val>
                                        </p:tav>
                                      </p:tavLst>
                                    </p:anim>
                                    <p:anim calcmode="lin" valueType="num">
                                      <p:cBhvr>
                                        <p:cTn id="17" dur="1000" fill="hold"/>
                                        <p:tgtEl>
                                          <p:spTgt spid="1027075">
                                            <p:txEl>
                                              <p:pRg st="1" end="1"/>
                                            </p:txEl>
                                          </p:spTgt>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1027075">
                                            <p:txEl>
                                              <p:pRg st="1" end="1"/>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1027075">
                                            <p:txEl>
                                              <p:pRg st="2" end="2"/>
                                            </p:txEl>
                                          </p:spTgt>
                                        </p:tgtEl>
                                        <p:attrNameLst>
                                          <p:attrName>style.visibility</p:attrName>
                                        </p:attrNameLst>
                                      </p:cBhvr>
                                      <p:to>
                                        <p:strVal val="visible"/>
                                      </p:to>
                                    </p:set>
                                    <p:anim calcmode="lin" valueType="num">
                                      <p:cBhvr>
                                        <p:cTn id="23" dur="1000" fill="hold"/>
                                        <p:tgtEl>
                                          <p:spTgt spid="1027075">
                                            <p:txEl>
                                              <p:pRg st="2" end="2"/>
                                            </p:txEl>
                                          </p:spTgt>
                                        </p:tgtEl>
                                        <p:attrNameLst>
                                          <p:attrName>ppt_w</p:attrName>
                                        </p:attrNameLst>
                                      </p:cBhvr>
                                      <p:tavLst>
                                        <p:tav tm="0">
                                          <p:val>
                                            <p:fltVal val="0"/>
                                          </p:val>
                                        </p:tav>
                                        <p:tav tm="100000">
                                          <p:val>
                                            <p:strVal val="#ppt_w"/>
                                          </p:val>
                                        </p:tav>
                                      </p:tavLst>
                                    </p:anim>
                                    <p:anim calcmode="lin" valueType="num">
                                      <p:cBhvr>
                                        <p:cTn id="24" dur="1000" fill="hold"/>
                                        <p:tgtEl>
                                          <p:spTgt spid="1027075">
                                            <p:txEl>
                                              <p:pRg st="2" end="2"/>
                                            </p:txEl>
                                          </p:spTgt>
                                        </p:tgtEl>
                                        <p:attrNameLst>
                                          <p:attrName>ppt_h</p:attrName>
                                        </p:attrNameLst>
                                      </p:cBhvr>
                                      <p:tavLst>
                                        <p:tav tm="0">
                                          <p:val>
                                            <p:fltVal val="0"/>
                                          </p:val>
                                        </p:tav>
                                        <p:tav tm="100000">
                                          <p:val>
                                            <p:strVal val="#ppt_h"/>
                                          </p:val>
                                        </p:tav>
                                      </p:tavLst>
                                    </p:anim>
                                    <p:anim calcmode="lin" valueType="num">
                                      <p:cBhvr>
                                        <p:cTn id="25" dur="1000" fill="hold"/>
                                        <p:tgtEl>
                                          <p:spTgt spid="1027075">
                                            <p:txEl>
                                              <p:pRg st="2" end="2"/>
                                            </p:txEl>
                                          </p:spTgt>
                                        </p:tgtEl>
                                        <p:attrNameLst>
                                          <p:attrName>ppt_x</p:attrName>
                                        </p:attrNameLst>
                                      </p:cBhvr>
                                      <p:tavLst>
                                        <p:tav tm="0" fmla="#ppt_x+(cos(-2*pi*(1-$))*-#ppt_x-sin(-2*pi*(1-$))*(1-#ppt_y))*(1-$)">
                                          <p:val>
                                            <p:fltVal val="0"/>
                                          </p:val>
                                        </p:tav>
                                        <p:tav tm="100000">
                                          <p:val>
                                            <p:fltVal val="1"/>
                                          </p:val>
                                        </p:tav>
                                      </p:tavLst>
                                    </p:anim>
                                    <p:anim calcmode="lin" valueType="num">
                                      <p:cBhvr>
                                        <p:cTn id="26" dur="1000" fill="hold"/>
                                        <p:tgtEl>
                                          <p:spTgt spid="1027075">
                                            <p:txEl>
                                              <p:pRg st="2" end="2"/>
                                            </p:txEl>
                                          </p:spTgt>
                                        </p:tgtEl>
                                        <p:attrNameLst>
                                          <p:attrName>ppt_y</p:attrName>
                                        </p:attrNameLst>
                                      </p:cBhvr>
                                      <p:tavLst>
                                        <p:tav tm="0" fmla="#ppt_y+(sin(-2*pi*(1-$))*-#ppt_x+cos(-2*pi*(1-$))*(1-#ppt_y))*(1-$)">
                                          <p:val>
                                            <p:fltVal val="0"/>
                                          </p:val>
                                        </p:tav>
                                        <p:tav tm="100000">
                                          <p:val>
                                            <p:fltVal val="1"/>
                                          </p:val>
                                        </p:tav>
                                      </p:tavLst>
                                    </p:anim>
                                  </p:childTnLst>
                                </p:cTn>
                              </p:par>
                              <p:par>
                                <p:cTn id="27" presetID="15" presetClass="entr" presetSubtype="0" fill="hold" grpId="0" nodeType="withEffect">
                                  <p:stCondLst>
                                    <p:cond delay="0"/>
                                  </p:stCondLst>
                                  <p:childTnLst>
                                    <p:set>
                                      <p:cBhvr>
                                        <p:cTn id="28" dur="1" fill="hold">
                                          <p:stCondLst>
                                            <p:cond delay="0"/>
                                          </p:stCondLst>
                                        </p:cTn>
                                        <p:tgtEl>
                                          <p:spTgt spid="1027075">
                                            <p:txEl>
                                              <p:pRg st="3" end="3"/>
                                            </p:txEl>
                                          </p:spTgt>
                                        </p:tgtEl>
                                        <p:attrNameLst>
                                          <p:attrName>style.visibility</p:attrName>
                                        </p:attrNameLst>
                                      </p:cBhvr>
                                      <p:to>
                                        <p:strVal val="visible"/>
                                      </p:to>
                                    </p:set>
                                    <p:anim calcmode="lin" valueType="num">
                                      <p:cBhvr>
                                        <p:cTn id="29" dur="1000" fill="hold"/>
                                        <p:tgtEl>
                                          <p:spTgt spid="1027075">
                                            <p:txEl>
                                              <p:pRg st="3" end="3"/>
                                            </p:txEl>
                                          </p:spTgt>
                                        </p:tgtEl>
                                        <p:attrNameLst>
                                          <p:attrName>ppt_w</p:attrName>
                                        </p:attrNameLst>
                                      </p:cBhvr>
                                      <p:tavLst>
                                        <p:tav tm="0">
                                          <p:val>
                                            <p:fltVal val="0"/>
                                          </p:val>
                                        </p:tav>
                                        <p:tav tm="100000">
                                          <p:val>
                                            <p:strVal val="#ppt_w"/>
                                          </p:val>
                                        </p:tav>
                                      </p:tavLst>
                                    </p:anim>
                                    <p:anim calcmode="lin" valueType="num">
                                      <p:cBhvr>
                                        <p:cTn id="30" dur="1000" fill="hold"/>
                                        <p:tgtEl>
                                          <p:spTgt spid="1027075">
                                            <p:txEl>
                                              <p:pRg st="3" end="3"/>
                                            </p:txEl>
                                          </p:spTgt>
                                        </p:tgtEl>
                                        <p:attrNameLst>
                                          <p:attrName>ppt_h</p:attrName>
                                        </p:attrNameLst>
                                      </p:cBhvr>
                                      <p:tavLst>
                                        <p:tav tm="0">
                                          <p:val>
                                            <p:fltVal val="0"/>
                                          </p:val>
                                        </p:tav>
                                        <p:tav tm="100000">
                                          <p:val>
                                            <p:strVal val="#ppt_h"/>
                                          </p:val>
                                        </p:tav>
                                      </p:tavLst>
                                    </p:anim>
                                    <p:anim calcmode="lin" valueType="num">
                                      <p:cBhvr>
                                        <p:cTn id="31" dur="1000" fill="hold"/>
                                        <p:tgtEl>
                                          <p:spTgt spid="1027075">
                                            <p:txEl>
                                              <p:pRg st="3" end="3"/>
                                            </p:txEl>
                                          </p:spTgt>
                                        </p:tgtEl>
                                        <p:attrNameLst>
                                          <p:attrName>ppt_x</p:attrName>
                                        </p:attrNameLst>
                                      </p:cBhvr>
                                      <p:tavLst>
                                        <p:tav tm="0" fmla="#ppt_x+(cos(-2*pi*(1-$))*-#ppt_x-sin(-2*pi*(1-$))*(1-#ppt_y))*(1-$)">
                                          <p:val>
                                            <p:fltVal val="0"/>
                                          </p:val>
                                        </p:tav>
                                        <p:tav tm="100000">
                                          <p:val>
                                            <p:fltVal val="1"/>
                                          </p:val>
                                        </p:tav>
                                      </p:tavLst>
                                    </p:anim>
                                    <p:anim calcmode="lin" valueType="num">
                                      <p:cBhvr>
                                        <p:cTn id="32" dur="1000" fill="hold"/>
                                        <p:tgtEl>
                                          <p:spTgt spid="1027075">
                                            <p:txEl>
                                              <p:pRg st="3" end="3"/>
                                            </p:txEl>
                                          </p:spTgt>
                                        </p:tgtEl>
                                        <p:attrNameLst>
                                          <p:attrName>ppt_y</p:attrName>
                                        </p:attrNameLst>
                                      </p:cBhvr>
                                      <p:tavLst>
                                        <p:tav tm="0" fmla="#ppt_y+(sin(-2*pi*(1-$))*-#ppt_x+cos(-2*pi*(1-$))*(1-#ppt_y))*(1-$)">
                                          <p:val>
                                            <p:fltVal val="0"/>
                                          </p:val>
                                        </p:tav>
                                        <p:tav tm="100000">
                                          <p:val>
                                            <p:fltVal val="1"/>
                                          </p:val>
                                        </p:tav>
                                      </p:tavLst>
                                    </p:anim>
                                  </p:childTnLst>
                                </p:cTn>
                              </p:par>
                              <p:par>
                                <p:cTn id="33" presetID="15" presetClass="entr" presetSubtype="0" fill="hold" grpId="0" nodeType="withEffect">
                                  <p:stCondLst>
                                    <p:cond delay="0"/>
                                  </p:stCondLst>
                                  <p:childTnLst>
                                    <p:set>
                                      <p:cBhvr>
                                        <p:cTn id="34" dur="1" fill="hold">
                                          <p:stCondLst>
                                            <p:cond delay="0"/>
                                          </p:stCondLst>
                                        </p:cTn>
                                        <p:tgtEl>
                                          <p:spTgt spid="1027075">
                                            <p:txEl>
                                              <p:pRg st="4" end="4"/>
                                            </p:txEl>
                                          </p:spTgt>
                                        </p:tgtEl>
                                        <p:attrNameLst>
                                          <p:attrName>style.visibility</p:attrName>
                                        </p:attrNameLst>
                                      </p:cBhvr>
                                      <p:to>
                                        <p:strVal val="visible"/>
                                      </p:to>
                                    </p:set>
                                    <p:anim calcmode="lin" valueType="num">
                                      <p:cBhvr>
                                        <p:cTn id="35" dur="1000" fill="hold"/>
                                        <p:tgtEl>
                                          <p:spTgt spid="1027075">
                                            <p:txEl>
                                              <p:pRg st="4" end="4"/>
                                            </p:txEl>
                                          </p:spTgt>
                                        </p:tgtEl>
                                        <p:attrNameLst>
                                          <p:attrName>ppt_w</p:attrName>
                                        </p:attrNameLst>
                                      </p:cBhvr>
                                      <p:tavLst>
                                        <p:tav tm="0">
                                          <p:val>
                                            <p:fltVal val="0"/>
                                          </p:val>
                                        </p:tav>
                                        <p:tav tm="100000">
                                          <p:val>
                                            <p:strVal val="#ppt_w"/>
                                          </p:val>
                                        </p:tav>
                                      </p:tavLst>
                                    </p:anim>
                                    <p:anim calcmode="lin" valueType="num">
                                      <p:cBhvr>
                                        <p:cTn id="36" dur="1000" fill="hold"/>
                                        <p:tgtEl>
                                          <p:spTgt spid="1027075">
                                            <p:txEl>
                                              <p:pRg st="4" end="4"/>
                                            </p:txEl>
                                          </p:spTgt>
                                        </p:tgtEl>
                                        <p:attrNameLst>
                                          <p:attrName>ppt_h</p:attrName>
                                        </p:attrNameLst>
                                      </p:cBhvr>
                                      <p:tavLst>
                                        <p:tav tm="0">
                                          <p:val>
                                            <p:fltVal val="0"/>
                                          </p:val>
                                        </p:tav>
                                        <p:tav tm="100000">
                                          <p:val>
                                            <p:strVal val="#ppt_h"/>
                                          </p:val>
                                        </p:tav>
                                      </p:tavLst>
                                    </p:anim>
                                    <p:anim calcmode="lin" valueType="num">
                                      <p:cBhvr>
                                        <p:cTn id="37" dur="1000" fill="hold"/>
                                        <p:tgtEl>
                                          <p:spTgt spid="1027075">
                                            <p:txEl>
                                              <p:pRg st="4" end="4"/>
                                            </p:txEl>
                                          </p:spTgt>
                                        </p:tgtEl>
                                        <p:attrNameLst>
                                          <p:attrName>ppt_x</p:attrName>
                                        </p:attrNameLst>
                                      </p:cBhvr>
                                      <p:tavLst>
                                        <p:tav tm="0" fmla="#ppt_x+(cos(-2*pi*(1-$))*-#ppt_x-sin(-2*pi*(1-$))*(1-#ppt_y))*(1-$)">
                                          <p:val>
                                            <p:fltVal val="0"/>
                                          </p:val>
                                        </p:tav>
                                        <p:tav tm="100000">
                                          <p:val>
                                            <p:fltVal val="1"/>
                                          </p:val>
                                        </p:tav>
                                      </p:tavLst>
                                    </p:anim>
                                    <p:anim calcmode="lin" valueType="num">
                                      <p:cBhvr>
                                        <p:cTn id="38" dur="1000" fill="hold"/>
                                        <p:tgtEl>
                                          <p:spTgt spid="1027075">
                                            <p:txEl>
                                              <p:pRg st="4" end="4"/>
                                            </p:txEl>
                                          </p:spTgt>
                                        </p:tgtEl>
                                        <p:attrNameLst>
                                          <p:attrName>ppt_y</p:attrName>
                                        </p:attrNameLst>
                                      </p:cBhvr>
                                      <p:tavLst>
                                        <p:tav tm="0" fmla="#ppt_y+(sin(-2*pi*(1-$))*-#ppt_x+cos(-2*pi*(1-$))*(1-#ppt_y))*(1-$)">
                                          <p:val>
                                            <p:fltVal val="0"/>
                                          </p:val>
                                        </p:tav>
                                        <p:tav tm="100000">
                                          <p:val>
                                            <p:fltVal val="1"/>
                                          </p:val>
                                        </p:tav>
                                      </p:tavLst>
                                    </p:anim>
                                  </p:childTnLst>
                                </p:cTn>
                              </p:par>
                              <p:par>
                                <p:cTn id="39" presetID="15" presetClass="entr" presetSubtype="0" fill="hold" grpId="0" nodeType="withEffect">
                                  <p:stCondLst>
                                    <p:cond delay="0"/>
                                  </p:stCondLst>
                                  <p:childTnLst>
                                    <p:set>
                                      <p:cBhvr>
                                        <p:cTn id="40" dur="1" fill="hold">
                                          <p:stCondLst>
                                            <p:cond delay="0"/>
                                          </p:stCondLst>
                                        </p:cTn>
                                        <p:tgtEl>
                                          <p:spTgt spid="1027075">
                                            <p:txEl>
                                              <p:pRg st="5" end="5"/>
                                            </p:txEl>
                                          </p:spTgt>
                                        </p:tgtEl>
                                        <p:attrNameLst>
                                          <p:attrName>style.visibility</p:attrName>
                                        </p:attrNameLst>
                                      </p:cBhvr>
                                      <p:to>
                                        <p:strVal val="visible"/>
                                      </p:to>
                                    </p:set>
                                    <p:anim calcmode="lin" valueType="num">
                                      <p:cBhvr>
                                        <p:cTn id="41" dur="1000" fill="hold"/>
                                        <p:tgtEl>
                                          <p:spTgt spid="1027075">
                                            <p:txEl>
                                              <p:pRg st="5" end="5"/>
                                            </p:txEl>
                                          </p:spTgt>
                                        </p:tgtEl>
                                        <p:attrNameLst>
                                          <p:attrName>ppt_w</p:attrName>
                                        </p:attrNameLst>
                                      </p:cBhvr>
                                      <p:tavLst>
                                        <p:tav tm="0">
                                          <p:val>
                                            <p:fltVal val="0"/>
                                          </p:val>
                                        </p:tav>
                                        <p:tav tm="100000">
                                          <p:val>
                                            <p:strVal val="#ppt_w"/>
                                          </p:val>
                                        </p:tav>
                                      </p:tavLst>
                                    </p:anim>
                                    <p:anim calcmode="lin" valueType="num">
                                      <p:cBhvr>
                                        <p:cTn id="42" dur="1000" fill="hold"/>
                                        <p:tgtEl>
                                          <p:spTgt spid="1027075">
                                            <p:txEl>
                                              <p:pRg st="5" end="5"/>
                                            </p:txEl>
                                          </p:spTgt>
                                        </p:tgtEl>
                                        <p:attrNameLst>
                                          <p:attrName>ppt_h</p:attrName>
                                        </p:attrNameLst>
                                      </p:cBhvr>
                                      <p:tavLst>
                                        <p:tav tm="0">
                                          <p:val>
                                            <p:fltVal val="0"/>
                                          </p:val>
                                        </p:tav>
                                        <p:tav tm="100000">
                                          <p:val>
                                            <p:strVal val="#ppt_h"/>
                                          </p:val>
                                        </p:tav>
                                      </p:tavLst>
                                    </p:anim>
                                    <p:anim calcmode="lin" valueType="num">
                                      <p:cBhvr>
                                        <p:cTn id="43" dur="1000" fill="hold"/>
                                        <p:tgtEl>
                                          <p:spTgt spid="1027075">
                                            <p:txEl>
                                              <p:pRg st="5" end="5"/>
                                            </p:txEl>
                                          </p:spTgt>
                                        </p:tgtEl>
                                        <p:attrNameLst>
                                          <p:attrName>ppt_x</p:attrName>
                                        </p:attrNameLst>
                                      </p:cBhvr>
                                      <p:tavLst>
                                        <p:tav tm="0" fmla="#ppt_x+(cos(-2*pi*(1-$))*-#ppt_x-sin(-2*pi*(1-$))*(1-#ppt_y))*(1-$)">
                                          <p:val>
                                            <p:fltVal val="0"/>
                                          </p:val>
                                        </p:tav>
                                        <p:tav tm="100000">
                                          <p:val>
                                            <p:fltVal val="1"/>
                                          </p:val>
                                        </p:tav>
                                      </p:tavLst>
                                    </p:anim>
                                    <p:anim calcmode="lin" valueType="num">
                                      <p:cBhvr>
                                        <p:cTn id="44" dur="1000" fill="hold"/>
                                        <p:tgtEl>
                                          <p:spTgt spid="1027075">
                                            <p:txEl>
                                              <p:pRg st="5" end="5"/>
                                            </p:txEl>
                                          </p:spTgt>
                                        </p:tgtEl>
                                        <p:attrNameLst>
                                          <p:attrName>ppt_y</p:attrName>
                                        </p:attrNameLst>
                                      </p:cBhvr>
                                      <p:tavLst>
                                        <p:tav tm="0" fmla="#ppt_y+(sin(-2*pi*(1-$))*-#ppt_x+cos(-2*pi*(1-$))*(1-#ppt_y))*(1-$)">
                                          <p:val>
                                            <p:fltVal val="0"/>
                                          </p:val>
                                        </p:tav>
                                        <p:tav tm="100000">
                                          <p:val>
                                            <p:fltVal val="1"/>
                                          </p:val>
                                        </p:tav>
                                      </p:tavLst>
                                    </p:anim>
                                  </p:childTnLst>
                                </p:cTn>
                              </p:par>
                              <p:par>
                                <p:cTn id="45" presetID="15" presetClass="entr" presetSubtype="0" fill="hold" grpId="0" nodeType="withEffect">
                                  <p:stCondLst>
                                    <p:cond delay="0"/>
                                  </p:stCondLst>
                                  <p:childTnLst>
                                    <p:set>
                                      <p:cBhvr>
                                        <p:cTn id="46" dur="1" fill="hold">
                                          <p:stCondLst>
                                            <p:cond delay="0"/>
                                          </p:stCondLst>
                                        </p:cTn>
                                        <p:tgtEl>
                                          <p:spTgt spid="1027075">
                                            <p:txEl>
                                              <p:pRg st="6" end="6"/>
                                            </p:txEl>
                                          </p:spTgt>
                                        </p:tgtEl>
                                        <p:attrNameLst>
                                          <p:attrName>style.visibility</p:attrName>
                                        </p:attrNameLst>
                                      </p:cBhvr>
                                      <p:to>
                                        <p:strVal val="visible"/>
                                      </p:to>
                                    </p:set>
                                    <p:anim calcmode="lin" valueType="num">
                                      <p:cBhvr>
                                        <p:cTn id="47" dur="1000" fill="hold"/>
                                        <p:tgtEl>
                                          <p:spTgt spid="1027075">
                                            <p:txEl>
                                              <p:pRg st="6" end="6"/>
                                            </p:txEl>
                                          </p:spTgt>
                                        </p:tgtEl>
                                        <p:attrNameLst>
                                          <p:attrName>ppt_w</p:attrName>
                                        </p:attrNameLst>
                                      </p:cBhvr>
                                      <p:tavLst>
                                        <p:tav tm="0">
                                          <p:val>
                                            <p:fltVal val="0"/>
                                          </p:val>
                                        </p:tav>
                                        <p:tav tm="100000">
                                          <p:val>
                                            <p:strVal val="#ppt_w"/>
                                          </p:val>
                                        </p:tav>
                                      </p:tavLst>
                                    </p:anim>
                                    <p:anim calcmode="lin" valueType="num">
                                      <p:cBhvr>
                                        <p:cTn id="48" dur="1000" fill="hold"/>
                                        <p:tgtEl>
                                          <p:spTgt spid="1027075">
                                            <p:txEl>
                                              <p:pRg st="6" end="6"/>
                                            </p:txEl>
                                          </p:spTgt>
                                        </p:tgtEl>
                                        <p:attrNameLst>
                                          <p:attrName>ppt_h</p:attrName>
                                        </p:attrNameLst>
                                      </p:cBhvr>
                                      <p:tavLst>
                                        <p:tav tm="0">
                                          <p:val>
                                            <p:fltVal val="0"/>
                                          </p:val>
                                        </p:tav>
                                        <p:tav tm="100000">
                                          <p:val>
                                            <p:strVal val="#ppt_h"/>
                                          </p:val>
                                        </p:tav>
                                      </p:tavLst>
                                    </p:anim>
                                    <p:anim calcmode="lin" valueType="num">
                                      <p:cBhvr>
                                        <p:cTn id="49" dur="1000" fill="hold"/>
                                        <p:tgtEl>
                                          <p:spTgt spid="1027075">
                                            <p:txEl>
                                              <p:pRg st="6" end="6"/>
                                            </p:txEl>
                                          </p:spTgt>
                                        </p:tgtEl>
                                        <p:attrNameLst>
                                          <p:attrName>ppt_x</p:attrName>
                                        </p:attrNameLst>
                                      </p:cBhvr>
                                      <p:tavLst>
                                        <p:tav tm="0" fmla="#ppt_x+(cos(-2*pi*(1-$))*-#ppt_x-sin(-2*pi*(1-$))*(1-#ppt_y))*(1-$)">
                                          <p:val>
                                            <p:fltVal val="0"/>
                                          </p:val>
                                        </p:tav>
                                        <p:tav tm="100000">
                                          <p:val>
                                            <p:fltVal val="1"/>
                                          </p:val>
                                        </p:tav>
                                      </p:tavLst>
                                    </p:anim>
                                    <p:anim calcmode="lin" valueType="num">
                                      <p:cBhvr>
                                        <p:cTn id="50" dur="1000" fill="hold"/>
                                        <p:tgtEl>
                                          <p:spTgt spid="1027075">
                                            <p:txEl>
                                              <p:pRg st="6" end="6"/>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075" grpId="0" build="p"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081" name="Title 1080321">
            <a:extLst>
              <a:ext uri="{FF2B5EF4-FFF2-40B4-BE49-F238E27FC236}">
                <a16:creationId xmlns:a16="http://schemas.microsoft.com/office/drawing/2014/main" id="{5FE45F76-1D7B-782F-344B-F15B018ED0F8}"/>
              </a:ext>
            </a:extLst>
          </p:cNvPr>
          <p:cNvSpPr>
            <a:spLocks noGrp="1" noChangeArrowheads="1"/>
          </p:cNvSpPr>
          <p:nvPr>
            <p:ph type="title"/>
          </p:nvPr>
        </p:nvSpPr>
        <p:spPr/>
        <p:txBody>
          <a:bodyPr/>
          <a:lstStyle/>
          <a:p>
            <a:r>
              <a:rPr lang="zh-CN" altLang="en-US">
                <a:solidFill>
                  <a:srgbClr val="FFFF00"/>
                </a:solidFill>
              </a:rPr>
              <a:t>终身收入假说</a:t>
            </a:r>
          </a:p>
        </p:txBody>
      </p:sp>
      <p:sp>
        <p:nvSpPr>
          <p:cNvPr id="1080323" name="Text Placeholder 1080322">
            <a:extLst>
              <a:ext uri="{FF2B5EF4-FFF2-40B4-BE49-F238E27FC236}">
                <a16:creationId xmlns:a16="http://schemas.microsoft.com/office/drawing/2014/main" id="{73A5354E-B002-B254-1EA2-8C846617E60B}"/>
              </a:ext>
            </a:extLst>
          </p:cNvPr>
          <p:cNvSpPr>
            <a:spLocks noGrp="1" noChangeArrowheads="1"/>
          </p:cNvSpPr>
          <p:nvPr>
            <p:ph type="body" sz="half" idx="1"/>
          </p:nvPr>
        </p:nvSpPr>
        <p:spPr>
          <a:xfrm>
            <a:off x="250825" y="1268413"/>
            <a:ext cx="3657600" cy="4570412"/>
          </a:xfrm>
        </p:spPr>
        <p:txBody>
          <a:bodyPr/>
          <a:lstStyle/>
          <a:p>
            <a:r>
              <a:rPr lang="zh-CN" altLang="en-US" b="1"/>
              <a:t>基本结论：</a:t>
            </a:r>
            <a:r>
              <a:rPr lang="en-US" altLang="zh-CN" b="1"/>
              <a:t>C=aWR+cYL</a:t>
            </a:r>
          </a:p>
          <a:p>
            <a:r>
              <a:rPr lang="zh-CN" altLang="en-US" b="1"/>
              <a:t>其中，</a:t>
            </a:r>
            <a:r>
              <a:rPr lang="en-US" altLang="zh-CN" b="1"/>
              <a:t>WR</a:t>
            </a:r>
            <a:r>
              <a:rPr lang="zh-CN" altLang="en-US" b="1"/>
              <a:t>为实际财富；</a:t>
            </a:r>
            <a:r>
              <a:rPr lang="en-US" altLang="zh-CN" b="1"/>
              <a:t>a</a:t>
            </a:r>
            <a:r>
              <a:rPr lang="zh-CN" altLang="en-US" b="1"/>
              <a:t>为财富的边际消费倾向；</a:t>
            </a:r>
            <a:r>
              <a:rPr lang="en-US" altLang="zh-CN" b="1"/>
              <a:t>YL</a:t>
            </a:r>
            <a:r>
              <a:rPr lang="zh-CN" altLang="en-US" b="1"/>
              <a:t>为工作收入；</a:t>
            </a:r>
            <a:r>
              <a:rPr lang="en-US" altLang="zh-CN" b="1"/>
              <a:t>c</a:t>
            </a:r>
            <a:r>
              <a:rPr lang="zh-CN" altLang="en-US" b="1"/>
              <a:t>为工作收入的边际消费倾向。</a:t>
            </a:r>
          </a:p>
          <a:p>
            <a:r>
              <a:rPr lang="zh-CN" altLang="en-US" b="1"/>
              <a:t>年轻人和老年人边际消费倾向较高，中年人边际消费倾向较低。</a:t>
            </a:r>
          </a:p>
          <a:p>
            <a:endParaRPr lang="en-US" altLang="zh-CN" b="1"/>
          </a:p>
        </p:txBody>
      </p:sp>
      <p:sp>
        <p:nvSpPr>
          <p:cNvPr id="46084" name="Slide Number Placeholder 1">
            <a:extLst>
              <a:ext uri="{FF2B5EF4-FFF2-40B4-BE49-F238E27FC236}">
                <a16:creationId xmlns:a16="http://schemas.microsoft.com/office/drawing/2014/main" id="{36D43381-9C71-80A4-DB60-0CBCE169A3E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86FA2C88-EE72-4901-8906-C922520C92E7}" type="slidenum">
              <a:rPr lang="en-AU" altLang="zh-CN" sz="1400" i="0">
                <a:latin typeface="Arial" panose="020B0604020202020204" pitchFamily="34" charset="0"/>
              </a:rPr>
              <a:pPr algn="r"/>
              <a:t>35</a:t>
            </a:fld>
            <a:endParaRPr lang="en-AU" altLang="zh-CN" sz="1400" i="0">
              <a:latin typeface="Arial" panose="020B0604020202020204" pitchFamily="34" charset="0"/>
            </a:endParaRPr>
          </a:p>
        </p:txBody>
      </p:sp>
    </p:spTree>
    <p:controls>
      <mc:AlternateContent xmlns:mc="http://schemas.openxmlformats.org/markup-compatibility/2006">
        <mc:Choice xmlns:v="urn:schemas-microsoft-com:vml" Requires="v">
          <p:control name="TextBox1" r:id="rId1" imgW="4754880" imgH="5471280"/>
        </mc:Choice>
        <mc:Fallback>
          <p:control name="TextBox1" r:id="rId1" imgW="4754880" imgH="5471280">
            <p:pic>
              <p:nvPicPr>
                <p:cNvPr id="46083" name="TextBox1">
                  <a:extLst>
                    <a:ext uri="{FF2B5EF4-FFF2-40B4-BE49-F238E27FC236}">
                      <a16:creationId xmlns:a16="http://schemas.microsoft.com/office/drawing/2014/main" id="{8D7636AD-63BC-5044-06F6-A6CA8600080B}"/>
                    </a:ext>
                  </a:extLst>
                </p:cNvPr>
                <p:cNvPicPr>
                  <a:picLocks noChangeArrowheads="1" noChangeShapeType="1"/>
                </p:cNvPicPr>
                <p:nvPr/>
              </p:nvPicPr>
              <p:blipFill>
                <a:blip r:embed="rId3"/>
                <a:srcRect/>
                <a:stretch>
                  <a:fillRect/>
                </a:stretch>
              </p:blipFill>
              <p:spPr bwMode="auto">
                <a:xfrm>
                  <a:off x="3995738" y="1052513"/>
                  <a:ext cx="4752975" cy="5473700"/>
                </a:xfrm>
                <a:prstGeom prst="rect">
                  <a:avLst/>
                </a:prstGeom>
                <a:ln>
                  <a:noFill/>
                </a:ln>
                <a:extLst>
                  <a:ext uri="{91240B29-F687-4F45-9708-019B960494DF}">
                    <a14:hiddenLine xmlns:a14="http://schemas.microsoft.com/office/drawing/2010/main">
                      <a:noFill/>
                    </a14:hiddenLine>
                  </a:ext>
                </a:extLst>
              </p:spPr>
            </p:pic>
          </p:control>
        </mc:Fallback>
      </mc:AlternateContent>
    </p:controls>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8032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08032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08032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0323" grpId="0" build="p"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文本框 1122307">
            <a:extLst>
              <a:ext uri="{FF2B5EF4-FFF2-40B4-BE49-F238E27FC236}">
                <a16:creationId xmlns:a16="http://schemas.microsoft.com/office/drawing/2014/main" id="{BCD5EB9A-A2EA-138B-98D7-E43716D6BE5D}"/>
              </a:ext>
            </a:extLst>
          </p:cNvPr>
          <p:cNvSpPr txBox="1">
            <a:spLocks noChangeArrowheads="1"/>
          </p:cNvSpPr>
          <p:nvPr/>
        </p:nvSpPr>
        <p:spPr bwMode="auto">
          <a:xfrm>
            <a:off x="611188" y="1196975"/>
            <a:ext cx="8193087" cy="399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zh-CN" altLang="en-US" sz="3200" i="0">
                <a:solidFill>
                  <a:schemeClr val="tx1"/>
                </a:solidFill>
              </a:rPr>
              <a:t>假定某人从</a:t>
            </a:r>
            <a:r>
              <a:rPr lang="en-US" altLang="zh-CN" sz="3200" i="0">
                <a:solidFill>
                  <a:schemeClr val="tx1"/>
                </a:solidFill>
              </a:rPr>
              <a:t>20</a:t>
            </a:r>
            <a:r>
              <a:rPr lang="zh-CN" altLang="en-US" sz="3200" i="0">
                <a:solidFill>
                  <a:schemeClr val="tx1"/>
                </a:solidFill>
              </a:rPr>
              <a:t>岁开始工作，计划到</a:t>
            </a:r>
            <a:r>
              <a:rPr lang="en-US" altLang="zh-CN" sz="3200" i="0">
                <a:solidFill>
                  <a:schemeClr val="tx1"/>
                </a:solidFill>
              </a:rPr>
              <a:t>60</a:t>
            </a:r>
            <a:r>
              <a:rPr lang="zh-CN" altLang="en-US" sz="3200" i="0">
                <a:solidFill>
                  <a:schemeClr val="tx1"/>
                </a:solidFill>
              </a:rPr>
              <a:t>岁退休，预期在</a:t>
            </a:r>
            <a:r>
              <a:rPr lang="en-US" altLang="zh-CN" sz="3200" i="0">
                <a:solidFill>
                  <a:schemeClr val="tx1"/>
                </a:solidFill>
              </a:rPr>
              <a:t>80</a:t>
            </a:r>
            <a:r>
              <a:rPr lang="zh-CN" altLang="en-US" sz="3200" i="0">
                <a:solidFill>
                  <a:schemeClr val="tx1"/>
                </a:solidFill>
              </a:rPr>
              <a:t>岁时去世，这样，工作的时期（</a:t>
            </a:r>
            <a:r>
              <a:rPr lang="en-US" altLang="zh-CN" sz="3200" i="0">
                <a:solidFill>
                  <a:schemeClr val="tx1"/>
                </a:solidFill>
              </a:rPr>
              <a:t>WL</a:t>
            </a:r>
            <a:r>
              <a:rPr lang="zh-CN" altLang="en-US" sz="3200" i="0">
                <a:solidFill>
                  <a:schemeClr val="tx1"/>
                </a:solidFill>
              </a:rPr>
              <a:t>）为</a:t>
            </a:r>
            <a:r>
              <a:rPr lang="en-US" altLang="zh-CN" sz="3200" i="0">
                <a:solidFill>
                  <a:schemeClr val="tx1"/>
                </a:solidFill>
              </a:rPr>
              <a:t>40</a:t>
            </a:r>
            <a:r>
              <a:rPr lang="zh-CN" altLang="en-US" sz="3200" i="0">
                <a:solidFill>
                  <a:schemeClr val="tx1"/>
                </a:solidFill>
              </a:rPr>
              <a:t>年。若每年工作收入（</a:t>
            </a:r>
            <a:r>
              <a:rPr lang="en-US" altLang="zh-CN" sz="3200" i="0">
                <a:solidFill>
                  <a:schemeClr val="tx1"/>
                </a:solidFill>
              </a:rPr>
              <a:t>YL</a:t>
            </a:r>
            <a:r>
              <a:rPr lang="zh-CN" altLang="en-US" sz="3200" i="0">
                <a:solidFill>
                  <a:schemeClr val="tx1"/>
                </a:solidFill>
              </a:rPr>
              <a:t>）为</a:t>
            </a:r>
            <a:r>
              <a:rPr lang="en-US" altLang="zh-CN" sz="3200" i="0">
                <a:solidFill>
                  <a:schemeClr val="tx1"/>
                </a:solidFill>
              </a:rPr>
              <a:t>24000</a:t>
            </a:r>
            <a:r>
              <a:rPr lang="zh-CN" altLang="en-US" sz="3200" i="0">
                <a:solidFill>
                  <a:schemeClr val="tx1"/>
                </a:solidFill>
              </a:rPr>
              <a:t>元，则终身收入为</a:t>
            </a:r>
            <a:r>
              <a:rPr lang="en-US" altLang="zh-CN" sz="3200" i="0">
                <a:solidFill>
                  <a:schemeClr val="tx1"/>
                </a:solidFill>
              </a:rPr>
              <a:t>24000</a:t>
            </a:r>
            <a:r>
              <a:rPr lang="en-US" altLang="en-US" i="0"/>
              <a:t>×</a:t>
            </a:r>
            <a:r>
              <a:rPr lang="en-US" altLang="zh-CN" sz="3200" i="0">
                <a:solidFill>
                  <a:schemeClr val="tx1"/>
                </a:solidFill>
              </a:rPr>
              <a:t>40=960000</a:t>
            </a:r>
            <a:r>
              <a:rPr lang="zh-CN" altLang="en-US" sz="3200" i="0">
                <a:solidFill>
                  <a:schemeClr val="tx1"/>
                </a:solidFill>
              </a:rPr>
              <a:t>元。这样每年的消费将是：</a:t>
            </a:r>
          </a:p>
          <a:p>
            <a:pPr>
              <a:lnSpc>
                <a:spcPct val="100000"/>
              </a:lnSpc>
              <a:spcBef>
                <a:spcPct val="0"/>
              </a:spcBef>
            </a:pPr>
            <a:endParaRPr lang="zh-CN" altLang="en-US" sz="3200" i="0">
              <a:solidFill>
                <a:schemeClr val="tx1"/>
              </a:solidFill>
            </a:endParaRPr>
          </a:p>
          <a:p>
            <a:pPr>
              <a:lnSpc>
                <a:spcPct val="100000"/>
              </a:lnSpc>
              <a:spcBef>
                <a:spcPct val="0"/>
              </a:spcBef>
            </a:pPr>
            <a:r>
              <a:rPr lang="en-US" altLang="zh-CN" sz="3200" i="0">
                <a:solidFill>
                  <a:schemeClr val="tx1"/>
                </a:solidFill>
              </a:rPr>
              <a:t>C=960000/60=16000=WL/NL</a:t>
            </a:r>
            <a:r>
              <a:rPr lang="en-US" altLang="zh-CN" i="0"/>
              <a:t>×</a:t>
            </a:r>
            <a:r>
              <a:rPr lang="en-US" altLang="zh-CN" sz="3200" i="0">
                <a:solidFill>
                  <a:schemeClr val="tx1"/>
                </a:solidFill>
              </a:rPr>
              <a:t>YL</a:t>
            </a:r>
          </a:p>
          <a:p>
            <a:pPr>
              <a:lnSpc>
                <a:spcPct val="100000"/>
              </a:lnSpc>
              <a:spcBef>
                <a:spcPct val="0"/>
              </a:spcBef>
            </a:pPr>
            <a:r>
              <a:rPr lang="zh-CN" altLang="en-US" sz="3200" i="0">
                <a:solidFill>
                  <a:schemeClr val="tx1"/>
                </a:solidFill>
              </a:rPr>
              <a:t>　　　　　　　　</a:t>
            </a:r>
            <a:r>
              <a:rPr lang="en-US" altLang="zh-CN" sz="3200" i="0">
                <a:solidFill>
                  <a:schemeClr val="tx1"/>
                </a:solidFill>
              </a:rPr>
              <a:t>=40/60</a:t>
            </a:r>
            <a:r>
              <a:rPr lang="en-US" altLang="zh-CN" i="0"/>
              <a:t>×</a:t>
            </a:r>
            <a:r>
              <a:rPr lang="en-US" altLang="zh-CN" sz="3200" i="0">
                <a:solidFill>
                  <a:schemeClr val="tx1"/>
                </a:solidFill>
              </a:rPr>
              <a:t>24000=2/3</a:t>
            </a:r>
            <a:r>
              <a:rPr lang="en-US" altLang="zh-CN" i="0"/>
              <a:t>×</a:t>
            </a:r>
            <a:r>
              <a:rPr lang="en-US" altLang="zh-CN" sz="3200" i="0">
                <a:solidFill>
                  <a:schemeClr val="tx1"/>
                </a:solidFill>
              </a:rPr>
              <a:t>24000</a:t>
            </a:r>
          </a:p>
        </p:txBody>
      </p:sp>
      <p:sp>
        <p:nvSpPr>
          <p:cNvPr id="47106" name="文本框 1122308">
            <a:extLst>
              <a:ext uri="{FF2B5EF4-FFF2-40B4-BE49-F238E27FC236}">
                <a16:creationId xmlns:a16="http://schemas.microsoft.com/office/drawing/2014/main" id="{A765CF8B-9A6F-C06C-DC36-02C2B18DC0B4}"/>
              </a:ext>
            </a:extLst>
          </p:cNvPr>
          <p:cNvSpPr txBox="1">
            <a:spLocks noChangeArrowheads="1"/>
          </p:cNvSpPr>
          <p:nvPr/>
        </p:nvSpPr>
        <p:spPr bwMode="auto">
          <a:xfrm>
            <a:off x="481013" y="225425"/>
            <a:ext cx="1555750" cy="750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41275">
                <a:solidFill>
                  <a:srgbClr val="000000"/>
                </a:solidFill>
                <a:miter lim="800000"/>
                <a:headEnd/>
                <a:tailEnd/>
              </a14:hiddenLine>
            </a:ext>
          </a:extLst>
        </p:spPr>
        <p:txBody>
          <a:bodyPr wrap="none">
            <a:spAutoFit/>
          </a:bodyPr>
          <a:lstStyle>
            <a:lvl1pPr marL="457200" indent="-457200"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buClr>
                <a:srgbClr val="99CCCC"/>
              </a:buClr>
              <a:buFont typeface="Arial" panose="020B0604020202020204" pitchFamily="34" charset="0"/>
              <a:buChar char="•"/>
            </a:pPr>
            <a:r>
              <a:rPr lang="zh-CN" altLang="en-US" sz="3600">
                <a:solidFill>
                  <a:srgbClr val="000000"/>
                </a:solidFill>
              </a:rPr>
              <a:t>例：</a:t>
            </a:r>
          </a:p>
        </p:txBody>
      </p:sp>
      <p:sp>
        <p:nvSpPr>
          <p:cNvPr id="47107" name="Slide Number Placeholder 1">
            <a:extLst>
              <a:ext uri="{FF2B5EF4-FFF2-40B4-BE49-F238E27FC236}">
                <a16:creationId xmlns:a16="http://schemas.microsoft.com/office/drawing/2014/main" id="{60BD04C3-739C-FE40-664C-8C1CF62B928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077712C7-CF75-42D7-800F-18F6C0468BAD}" type="slidenum">
              <a:rPr lang="en-AU" altLang="zh-CN" sz="1400" i="0">
                <a:latin typeface="Arial" panose="020B0604020202020204" pitchFamily="34" charset="0"/>
              </a:rPr>
              <a:pPr algn="r"/>
              <a:t>36</a:t>
            </a:fld>
            <a:endParaRPr lang="en-AU" altLang="zh-CN" sz="1400" i="0">
              <a:latin typeface="Arial" panose="020B0604020202020204" pitchFamily="34" charset="0"/>
            </a:endParaRPr>
          </a:p>
        </p:txBody>
      </p:sp>
    </p:spTree>
  </p:cSld>
  <p:clrMapOvr>
    <a:masterClrMapping/>
  </p:clrMapOvr>
  <p:transition spd="med">
    <p:zoom/>
  </p:transition>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129" name="Title 1028097">
            <a:extLst>
              <a:ext uri="{FF2B5EF4-FFF2-40B4-BE49-F238E27FC236}">
                <a16:creationId xmlns:a16="http://schemas.microsoft.com/office/drawing/2014/main" id="{67D829FB-FDAA-FE86-123D-9421114356E4}"/>
              </a:ext>
            </a:extLst>
          </p:cNvPr>
          <p:cNvSpPr>
            <a:spLocks noGrp="1" noChangeArrowheads="1"/>
          </p:cNvSpPr>
          <p:nvPr>
            <p:ph type="title"/>
          </p:nvPr>
        </p:nvSpPr>
        <p:spPr/>
        <p:txBody>
          <a:bodyPr/>
          <a:lstStyle/>
          <a:p>
            <a:r>
              <a:rPr lang="zh-CN" altLang="en-US">
                <a:solidFill>
                  <a:srgbClr val="FFFF00"/>
                </a:solidFill>
              </a:rPr>
              <a:t>永久收入假说</a:t>
            </a:r>
          </a:p>
        </p:txBody>
      </p:sp>
      <p:sp>
        <p:nvSpPr>
          <p:cNvPr id="1028099" name="Text Placeholder 1028098">
            <a:extLst>
              <a:ext uri="{FF2B5EF4-FFF2-40B4-BE49-F238E27FC236}">
                <a16:creationId xmlns:a16="http://schemas.microsoft.com/office/drawing/2014/main" id="{5513075B-D3A4-F261-8332-CA4662D5B519}"/>
              </a:ext>
            </a:extLst>
          </p:cNvPr>
          <p:cNvSpPr>
            <a:spLocks noGrp="1" noChangeArrowheads="1"/>
          </p:cNvSpPr>
          <p:nvPr>
            <p:ph type="body" idx="1"/>
          </p:nvPr>
        </p:nvSpPr>
        <p:spPr>
          <a:xfrm>
            <a:off x="827088" y="1268413"/>
            <a:ext cx="7467600" cy="4570412"/>
          </a:xfrm>
        </p:spPr>
        <p:txBody>
          <a:bodyPr/>
          <a:lstStyle/>
          <a:p>
            <a:r>
              <a:rPr lang="zh-CN" altLang="en-US" sz="2800"/>
              <a:t>即永久收入的消费理论，与莫迪利安尼相似，弗里德曼（</a:t>
            </a:r>
            <a:r>
              <a:rPr lang="en-US" altLang="zh-CN" sz="2800"/>
              <a:t>M.Friedman</a:t>
            </a:r>
            <a:r>
              <a:rPr lang="zh-CN" altLang="en-US" sz="2800"/>
              <a:t>）认为消费支出取决于长期收入水平，并提出了估算长期收入的估算方法。</a:t>
            </a:r>
          </a:p>
          <a:p>
            <a:r>
              <a:rPr lang="zh-CN" altLang="en-US" sz="2800"/>
              <a:t>认为短期内收入经常变动，但是消费并不随收入变动而变动，而是呈现出“惯性”。收入提高时，消费只是小幅提高；收入下降时，消费只是小幅下降。</a:t>
            </a:r>
          </a:p>
        </p:txBody>
      </p:sp>
      <p:sp>
        <p:nvSpPr>
          <p:cNvPr id="48131" name="Slide Number Placeholder 1">
            <a:extLst>
              <a:ext uri="{FF2B5EF4-FFF2-40B4-BE49-F238E27FC236}">
                <a16:creationId xmlns:a16="http://schemas.microsoft.com/office/drawing/2014/main" id="{D4543143-1BCF-7CAB-B1EE-C2917A0D543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48F01235-88B1-4923-B089-D819666307F9}" type="slidenum">
              <a:rPr lang="en-AU" altLang="zh-CN" sz="1400" i="0">
                <a:latin typeface="Arial" panose="020B0604020202020204" pitchFamily="34" charset="0"/>
              </a:rPr>
              <a:pPr algn="r"/>
              <a:t>37</a:t>
            </a:fld>
            <a:endParaRPr lang="en-AU" altLang="zh-CN" sz="1400" i="0">
              <a:latin typeface="Arial" panose="020B0604020202020204" pitchFamily="34" charset="0"/>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1028099">
                                            <p:txEl>
                                              <p:pRg st="0" end="0"/>
                                            </p:txEl>
                                          </p:spTgt>
                                        </p:tgtEl>
                                        <p:attrNameLst>
                                          <p:attrName>style.visibility</p:attrName>
                                        </p:attrNameLst>
                                      </p:cBhvr>
                                      <p:to>
                                        <p:strVal val="visible"/>
                                      </p:to>
                                    </p:set>
                                    <p:anim calcmode="lin" valueType="num">
                                      <p:cBhvr>
                                        <p:cTn id="7" dur="1000" fill="hold"/>
                                        <p:tgtEl>
                                          <p:spTgt spid="1028099">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1028099">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1028099">
                                            <p:txEl>
                                              <p:pRg st="0" end="0"/>
                                            </p:txEl>
                                          </p:spTgt>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028099">
                                            <p:txEl>
                                              <p:pRg st="0" end="0"/>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5" presetClass="entr" presetSubtype="0" fill="hold" grpId="0" nodeType="clickEffect">
                                  <p:stCondLst>
                                    <p:cond delay="0"/>
                                  </p:stCondLst>
                                  <p:childTnLst>
                                    <p:set>
                                      <p:cBhvr>
                                        <p:cTn id="14" dur="1" fill="hold">
                                          <p:stCondLst>
                                            <p:cond delay="0"/>
                                          </p:stCondLst>
                                        </p:cTn>
                                        <p:tgtEl>
                                          <p:spTgt spid="1028099">
                                            <p:txEl>
                                              <p:pRg st="1" end="1"/>
                                            </p:txEl>
                                          </p:spTgt>
                                        </p:tgtEl>
                                        <p:attrNameLst>
                                          <p:attrName>style.visibility</p:attrName>
                                        </p:attrNameLst>
                                      </p:cBhvr>
                                      <p:to>
                                        <p:strVal val="visible"/>
                                      </p:to>
                                    </p:set>
                                    <p:anim calcmode="lin" valueType="num">
                                      <p:cBhvr>
                                        <p:cTn id="15" dur="1000" fill="hold"/>
                                        <p:tgtEl>
                                          <p:spTgt spid="1028099">
                                            <p:txEl>
                                              <p:pRg st="1" end="1"/>
                                            </p:txEl>
                                          </p:spTgt>
                                        </p:tgtEl>
                                        <p:attrNameLst>
                                          <p:attrName>ppt_w</p:attrName>
                                        </p:attrNameLst>
                                      </p:cBhvr>
                                      <p:tavLst>
                                        <p:tav tm="0">
                                          <p:val>
                                            <p:fltVal val="0"/>
                                          </p:val>
                                        </p:tav>
                                        <p:tav tm="100000">
                                          <p:val>
                                            <p:strVal val="#ppt_w"/>
                                          </p:val>
                                        </p:tav>
                                      </p:tavLst>
                                    </p:anim>
                                    <p:anim calcmode="lin" valueType="num">
                                      <p:cBhvr>
                                        <p:cTn id="16" dur="1000" fill="hold"/>
                                        <p:tgtEl>
                                          <p:spTgt spid="1028099">
                                            <p:txEl>
                                              <p:pRg st="1" end="1"/>
                                            </p:txEl>
                                          </p:spTgt>
                                        </p:tgtEl>
                                        <p:attrNameLst>
                                          <p:attrName>ppt_h</p:attrName>
                                        </p:attrNameLst>
                                      </p:cBhvr>
                                      <p:tavLst>
                                        <p:tav tm="0">
                                          <p:val>
                                            <p:fltVal val="0"/>
                                          </p:val>
                                        </p:tav>
                                        <p:tav tm="100000">
                                          <p:val>
                                            <p:strVal val="#ppt_h"/>
                                          </p:val>
                                        </p:tav>
                                      </p:tavLst>
                                    </p:anim>
                                    <p:anim calcmode="lin" valueType="num">
                                      <p:cBhvr>
                                        <p:cTn id="17" dur="1000" fill="hold"/>
                                        <p:tgtEl>
                                          <p:spTgt spid="1028099">
                                            <p:txEl>
                                              <p:pRg st="1" end="1"/>
                                            </p:txEl>
                                          </p:spTgt>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1028099">
                                            <p:txEl>
                                              <p:pRg st="1" end="1"/>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8099" grpId="0" build="p"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Title 1084417">
            <a:extLst>
              <a:ext uri="{FF2B5EF4-FFF2-40B4-BE49-F238E27FC236}">
                <a16:creationId xmlns:a16="http://schemas.microsoft.com/office/drawing/2014/main" id="{AE8CDF7A-8529-7BC4-A76A-099CBFB4F1A4}"/>
              </a:ext>
            </a:extLst>
          </p:cNvPr>
          <p:cNvSpPr>
            <a:spLocks noGrp="1" noChangeArrowheads="1"/>
          </p:cNvSpPr>
          <p:nvPr>
            <p:ph type="title"/>
          </p:nvPr>
        </p:nvSpPr>
        <p:spPr/>
        <p:txBody>
          <a:bodyPr/>
          <a:lstStyle/>
          <a:p>
            <a:r>
              <a:rPr lang="zh-CN" altLang="en-US">
                <a:solidFill>
                  <a:srgbClr val="FFFF00"/>
                </a:solidFill>
              </a:rPr>
              <a:t>永久收入假说</a:t>
            </a:r>
          </a:p>
        </p:txBody>
      </p:sp>
      <p:sp>
        <p:nvSpPr>
          <p:cNvPr id="49155" name="Slide Number Placeholder 1">
            <a:extLst>
              <a:ext uri="{FF2B5EF4-FFF2-40B4-BE49-F238E27FC236}">
                <a16:creationId xmlns:a16="http://schemas.microsoft.com/office/drawing/2014/main" id="{2FFAE4FD-198A-E118-A7BE-6BD07165C9F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EF19F944-5420-407A-AEC6-BF98CC1AB0E3}" type="slidenum">
              <a:rPr lang="en-AU" altLang="zh-CN" sz="1400" i="0">
                <a:latin typeface="Arial" panose="020B0604020202020204" pitchFamily="34" charset="0"/>
              </a:rPr>
              <a:pPr algn="r"/>
              <a:t>38</a:t>
            </a:fld>
            <a:endParaRPr lang="en-AU" altLang="zh-CN" sz="1400" i="0">
              <a:latin typeface="Arial" panose="020B0604020202020204" pitchFamily="34" charset="0"/>
            </a:endParaRPr>
          </a:p>
        </p:txBody>
      </p:sp>
    </p:spTree>
    <p:controls>
      <mc:AlternateContent xmlns:mc="http://schemas.openxmlformats.org/markup-compatibility/2006">
        <mc:Choice xmlns:v="urn:schemas-microsoft-com:vml" Requires="v">
          <p:control name="TextBox1" r:id="rId1" imgW="7635240" imgH="4899600"/>
        </mc:Choice>
        <mc:Fallback>
          <p:control name="TextBox1" r:id="rId1" imgW="7635240" imgH="4899600">
            <p:pic>
              <p:nvPicPr>
                <p:cNvPr id="49154" name="TextBox1">
                  <a:extLst>
                    <a:ext uri="{FF2B5EF4-FFF2-40B4-BE49-F238E27FC236}">
                      <a16:creationId xmlns:a16="http://schemas.microsoft.com/office/drawing/2014/main" id="{BA2F8606-6FEB-7685-756B-B0CE673A9692}"/>
                    </a:ext>
                  </a:extLst>
                </p:cNvPr>
                <p:cNvPicPr>
                  <a:picLocks noChangeArrowheads="1" noChangeShapeType="1"/>
                </p:cNvPicPr>
                <p:nvPr/>
              </p:nvPicPr>
              <p:blipFill>
                <a:blip r:embed="rId3"/>
                <a:srcRect/>
                <a:stretch>
                  <a:fillRect/>
                </a:stretch>
              </p:blipFill>
              <p:spPr bwMode="auto">
                <a:xfrm>
                  <a:off x="827088" y="1268413"/>
                  <a:ext cx="7632700" cy="4895850"/>
                </a:xfrm>
                <a:prstGeom prst="rect">
                  <a:avLst/>
                </a:prstGeom>
                <a:ln>
                  <a:noFill/>
                </a:ln>
                <a:extLst>
                  <a:ext uri="{91240B29-F687-4F45-9708-019B960494DF}">
                    <a14:hiddenLine xmlns:a14="http://schemas.microsoft.com/office/drawing/2010/main">
                      <a:noFill/>
                    </a14:hiddenLine>
                  </a:ext>
                </a:extLst>
              </p:spPr>
            </p:pic>
          </p:control>
        </mc:Fallback>
      </mc:AlternateContent>
    </p:controls>
  </p:cSld>
  <p:clrMapOvr>
    <a:masterClrMapping/>
  </p:clrMapOvr>
  <p:transition spd="med">
    <p:zo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文本框 1123330">
            <a:extLst>
              <a:ext uri="{FF2B5EF4-FFF2-40B4-BE49-F238E27FC236}">
                <a16:creationId xmlns:a16="http://schemas.microsoft.com/office/drawing/2014/main" id="{2035ED0C-169F-D7DA-E6A1-D4A02CF9A8F0}"/>
              </a:ext>
            </a:extLst>
          </p:cNvPr>
          <p:cNvSpPr txBox="1">
            <a:spLocks noChangeArrowheads="1"/>
          </p:cNvSpPr>
          <p:nvPr/>
        </p:nvSpPr>
        <p:spPr bwMode="auto">
          <a:xfrm>
            <a:off x="1095375" y="1193800"/>
            <a:ext cx="22320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i="0">
                <a:solidFill>
                  <a:schemeClr val="tx1"/>
                </a:solidFill>
              </a:rPr>
              <a:t>Yp=aY+</a:t>
            </a:r>
            <a:r>
              <a:rPr lang="zh-CN" altLang="en-US" i="0">
                <a:solidFill>
                  <a:schemeClr val="tx1"/>
                </a:solidFill>
              </a:rPr>
              <a:t>（</a:t>
            </a:r>
            <a:r>
              <a:rPr lang="en-US" altLang="zh-CN" i="0">
                <a:solidFill>
                  <a:schemeClr val="tx1"/>
                </a:solidFill>
              </a:rPr>
              <a:t>1-a</a:t>
            </a:r>
            <a:r>
              <a:rPr lang="zh-CN" altLang="en-US" i="0">
                <a:solidFill>
                  <a:schemeClr val="tx1"/>
                </a:solidFill>
              </a:rPr>
              <a:t>）</a:t>
            </a:r>
            <a:r>
              <a:rPr lang="en-US" altLang="zh-CN" i="0">
                <a:solidFill>
                  <a:schemeClr val="tx1"/>
                </a:solidFill>
              </a:rPr>
              <a:t>Y</a:t>
            </a:r>
            <a:r>
              <a:rPr lang="en-US" altLang="zh-CN" i="0" baseline="-25000">
                <a:solidFill>
                  <a:schemeClr val="tx1"/>
                </a:solidFill>
              </a:rPr>
              <a:t>-1</a:t>
            </a:r>
          </a:p>
        </p:txBody>
      </p:sp>
      <p:sp>
        <p:nvSpPr>
          <p:cNvPr id="50178" name="文本框 1123331">
            <a:extLst>
              <a:ext uri="{FF2B5EF4-FFF2-40B4-BE49-F238E27FC236}">
                <a16:creationId xmlns:a16="http://schemas.microsoft.com/office/drawing/2014/main" id="{CD3089DD-BE2A-2098-3AFA-24DCFEDFFEF0}"/>
              </a:ext>
            </a:extLst>
          </p:cNvPr>
          <p:cNvSpPr txBox="1">
            <a:spLocks noChangeArrowheads="1"/>
          </p:cNvSpPr>
          <p:nvPr/>
        </p:nvSpPr>
        <p:spPr bwMode="auto">
          <a:xfrm>
            <a:off x="1095375" y="1720850"/>
            <a:ext cx="106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C=cYp</a:t>
            </a:r>
          </a:p>
        </p:txBody>
      </p:sp>
      <p:sp>
        <p:nvSpPr>
          <p:cNvPr id="50179" name="文本框 1123332">
            <a:extLst>
              <a:ext uri="{FF2B5EF4-FFF2-40B4-BE49-F238E27FC236}">
                <a16:creationId xmlns:a16="http://schemas.microsoft.com/office/drawing/2014/main" id="{419C3DA0-6EFB-BAF6-6017-27A6CA7BCB9F}"/>
              </a:ext>
            </a:extLst>
          </p:cNvPr>
          <p:cNvSpPr txBox="1">
            <a:spLocks noChangeArrowheads="1"/>
          </p:cNvSpPr>
          <p:nvPr/>
        </p:nvSpPr>
        <p:spPr bwMode="auto">
          <a:xfrm>
            <a:off x="755650" y="3429000"/>
            <a:ext cx="7777163" cy="253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en-US" altLang="zh-CN" i="0">
                <a:solidFill>
                  <a:schemeClr val="tx1"/>
                </a:solidFill>
              </a:rPr>
              <a:t>1</a:t>
            </a:r>
            <a:r>
              <a:rPr lang="zh-CN" altLang="en-US" i="0">
                <a:solidFill>
                  <a:schemeClr val="tx1"/>
                </a:solidFill>
              </a:rPr>
              <a:t>、消费不只是同现期收入相关，而是以一生或永久收入作为消费决策的依据；</a:t>
            </a:r>
          </a:p>
          <a:p>
            <a:pPr>
              <a:lnSpc>
                <a:spcPct val="100000"/>
              </a:lnSpc>
              <a:spcBef>
                <a:spcPct val="0"/>
              </a:spcBef>
            </a:pPr>
            <a:r>
              <a:rPr lang="en-US" altLang="zh-CN" i="0">
                <a:solidFill>
                  <a:schemeClr val="tx1"/>
                </a:solidFill>
              </a:rPr>
              <a:t>2</a:t>
            </a:r>
            <a:r>
              <a:rPr lang="zh-CN" altLang="en-US" i="0">
                <a:solidFill>
                  <a:schemeClr val="tx1"/>
                </a:solidFill>
              </a:rPr>
              <a:t>、一次性暂时收入变化引起的消费支出变动很小，即其边际消费倾向很低，甚至近于零，但来自永久收入变动的边际消费倾向很大，甚至近于</a:t>
            </a:r>
            <a:r>
              <a:rPr lang="en-US" altLang="zh-CN" i="0">
                <a:solidFill>
                  <a:schemeClr val="tx1"/>
                </a:solidFill>
              </a:rPr>
              <a:t>1</a:t>
            </a:r>
            <a:r>
              <a:rPr lang="zh-CN" altLang="en-US" i="0">
                <a:solidFill>
                  <a:schemeClr val="tx1"/>
                </a:solidFill>
              </a:rPr>
              <a:t>；</a:t>
            </a:r>
          </a:p>
          <a:p>
            <a:pPr>
              <a:lnSpc>
                <a:spcPct val="100000"/>
              </a:lnSpc>
              <a:spcBef>
                <a:spcPct val="0"/>
              </a:spcBef>
            </a:pPr>
            <a:r>
              <a:rPr lang="en-US" altLang="zh-CN" i="0">
                <a:solidFill>
                  <a:schemeClr val="tx1"/>
                </a:solidFill>
              </a:rPr>
              <a:t>3</a:t>
            </a:r>
            <a:r>
              <a:rPr lang="zh-CN" altLang="en-US" i="0">
                <a:solidFill>
                  <a:schemeClr val="tx1"/>
                </a:solidFill>
              </a:rPr>
              <a:t>、当政府想用税收政策影响消费时，如果减税或增税只是临时性的，则消费并不会受到很大影响，只有永久性税收变动，政策才会有明显效果。</a:t>
            </a:r>
          </a:p>
        </p:txBody>
      </p:sp>
      <p:sp>
        <p:nvSpPr>
          <p:cNvPr id="50180" name="文本框 1123334">
            <a:extLst>
              <a:ext uri="{FF2B5EF4-FFF2-40B4-BE49-F238E27FC236}">
                <a16:creationId xmlns:a16="http://schemas.microsoft.com/office/drawing/2014/main" id="{AE50624D-47B8-2296-F8E7-2F16440B129C}"/>
              </a:ext>
            </a:extLst>
          </p:cNvPr>
          <p:cNvSpPr txBox="1">
            <a:spLocks noChangeArrowheads="1"/>
          </p:cNvSpPr>
          <p:nvPr/>
        </p:nvSpPr>
        <p:spPr bwMode="auto">
          <a:xfrm>
            <a:off x="250825" y="2276475"/>
            <a:ext cx="7740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41275">
                <a:solidFill>
                  <a:srgbClr val="000000"/>
                </a:solidFill>
                <a:miter lim="800000"/>
                <a:headEnd/>
                <a:tailEnd/>
              </a14:hiddenLine>
            </a:ext>
          </a:extLst>
        </p:spPr>
        <p:txBody>
          <a:bodyPr wrap="none">
            <a:spAutoFit/>
          </a:bodyPr>
          <a:lstStyle>
            <a:lvl1pPr marL="457200" indent="-457200"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l">
              <a:buClr>
                <a:srgbClr val="99CCCC"/>
              </a:buClr>
              <a:buFont typeface="Arial" panose="020B0604020202020204" pitchFamily="34" charset="0"/>
              <a:buChar char="•"/>
            </a:pPr>
            <a:r>
              <a:rPr lang="en-US" altLang="zh-CN" i="0">
                <a:solidFill>
                  <a:schemeClr val="tx1"/>
                </a:solidFill>
              </a:rPr>
              <a:t>Yp</a:t>
            </a:r>
            <a:r>
              <a:rPr lang="zh-CN" altLang="en-US" i="0">
                <a:solidFill>
                  <a:schemeClr val="tx1"/>
                </a:solidFill>
              </a:rPr>
              <a:t>为永久收入，</a:t>
            </a:r>
            <a:r>
              <a:rPr lang="en-US" altLang="zh-CN" i="0">
                <a:solidFill>
                  <a:schemeClr val="tx1"/>
                </a:solidFill>
              </a:rPr>
              <a:t>a</a:t>
            </a:r>
            <a:r>
              <a:rPr lang="zh-CN" altLang="en-US" i="0">
                <a:solidFill>
                  <a:schemeClr val="tx1"/>
                </a:solidFill>
              </a:rPr>
              <a:t>为权数，</a:t>
            </a:r>
            <a:r>
              <a:rPr lang="en-US" altLang="zh-CN" i="0">
                <a:solidFill>
                  <a:schemeClr val="tx1"/>
                </a:solidFill>
              </a:rPr>
              <a:t>Y</a:t>
            </a:r>
            <a:r>
              <a:rPr lang="zh-CN" altLang="en-US" i="0">
                <a:solidFill>
                  <a:schemeClr val="tx1"/>
                </a:solidFill>
              </a:rPr>
              <a:t>和</a:t>
            </a:r>
            <a:r>
              <a:rPr lang="en-US" altLang="zh-CN" i="0">
                <a:solidFill>
                  <a:schemeClr val="tx1"/>
                </a:solidFill>
              </a:rPr>
              <a:t>Y-1</a:t>
            </a:r>
            <a:r>
              <a:rPr lang="zh-CN" altLang="en-US" i="0">
                <a:solidFill>
                  <a:schemeClr val="tx1"/>
                </a:solidFill>
              </a:rPr>
              <a:t>分别为当前收入和过去收入。</a:t>
            </a:r>
          </a:p>
        </p:txBody>
      </p:sp>
      <p:sp>
        <p:nvSpPr>
          <p:cNvPr id="50181" name="Slide Number Placeholder 1">
            <a:extLst>
              <a:ext uri="{FF2B5EF4-FFF2-40B4-BE49-F238E27FC236}">
                <a16:creationId xmlns:a16="http://schemas.microsoft.com/office/drawing/2014/main" id="{AFF56DBD-07C4-AC8C-304B-6EB0D688F1C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2B04557C-6647-47BA-9092-09730C7463CF}" type="slidenum">
              <a:rPr lang="en-AU" altLang="zh-CN" sz="1400" i="0">
                <a:latin typeface="Arial" panose="020B0604020202020204" pitchFamily="34" charset="0"/>
              </a:rPr>
              <a:pPr algn="r"/>
              <a:t>39</a:t>
            </a:fld>
            <a:endParaRPr lang="en-AU" altLang="zh-CN" sz="1400" i="0">
              <a:latin typeface="Arial" panose="020B0604020202020204" pitchFamily="34" charset="0"/>
            </a:endParaRPr>
          </a:p>
        </p:txBody>
      </p:sp>
    </p:spTree>
  </p:cSld>
  <p:clrMapOvr>
    <a:masterClrMapping/>
  </p:clrMapOvr>
  <p:transition spd="med">
    <p:zoom/>
  </p:transition>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01" name="Title 1075201">
            <a:extLst>
              <a:ext uri="{FF2B5EF4-FFF2-40B4-BE49-F238E27FC236}">
                <a16:creationId xmlns:a16="http://schemas.microsoft.com/office/drawing/2014/main" id="{7C384CAD-41B0-30C7-40DA-B27647485443}"/>
              </a:ext>
            </a:extLst>
          </p:cNvPr>
          <p:cNvSpPr>
            <a:spLocks noGrp="1" noChangeArrowheads="1"/>
          </p:cNvSpPr>
          <p:nvPr>
            <p:ph type="title"/>
          </p:nvPr>
        </p:nvSpPr>
        <p:spPr/>
        <p:txBody>
          <a:bodyPr/>
          <a:lstStyle/>
          <a:p>
            <a:r>
              <a:rPr lang="zh-CN" altLang="en-US">
                <a:solidFill>
                  <a:srgbClr val="FFFF00"/>
                </a:solidFill>
              </a:rPr>
              <a:t>影响消费的其他因素</a:t>
            </a:r>
            <a:endParaRPr lang="en-US" altLang="zh-CN">
              <a:solidFill>
                <a:srgbClr val="FFFF00"/>
              </a:solidFill>
            </a:endParaRPr>
          </a:p>
        </p:txBody>
      </p:sp>
      <p:sp>
        <p:nvSpPr>
          <p:cNvPr id="1075203" name="Text Placeholder 1075202">
            <a:extLst>
              <a:ext uri="{FF2B5EF4-FFF2-40B4-BE49-F238E27FC236}">
                <a16:creationId xmlns:a16="http://schemas.microsoft.com/office/drawing/2014/main" id="{81FD3336-3022-42AD-8A2F-5FEB5809E5F7}"/>
              </a:ext>
            </a:extLst>
          </p:cNvPr>
          <p:cNvSpPr>
            <a:spLocks noGrp="1" noChangeArrowheads="1"/>
          </p:cNvSpPr>
          <p:nvPr>
            <p:ph type="body" idx="1"/>
          </p:nvPr>
        </p:nvSpPr>
        <p:spPr>
          <a:xfrm>
            <a:off x="611188" y="1219200"/>
            <a:ext cx="7993062" cy="4570413"/>
          </a:xfrm>
        </p:spPr>
        <p:txBody>
          <a:bodyPr/>
          <a:lstStyle/>
          <a:p>
            <a:r>
              <a:rPr lang="zh-CN" altLang="en-US" sz="2800" b="1"/>
              <a:t>利率：利率变动对储蓄的替代效应和收入效应</a:t>
            </a:r>
          </a:p>
          <a:p>
            <a:pPr lvl="1"/>
            <a:r>
              <a:rPr lang="zh-CN" altLang="en-US" sz="2800" b="1"/>
              <a:t>替代效应：利率提高导致储蓄的增加</a:t>
            </a:r>
          </a:p>
          <a:p>
            <a:pPr lvl="1"/>
            <a:r>
              <a:rPr lang="zh-CN" altLang="en-US" sz="2800" b="1"/>
              <a:t>收入效应：利率提高导致储蓄减少</a:t>
            </a:r>
            <a:endParaRPr lang="en-US" altLang="zh-CN" sz="2800" b="1"/>
          </a:p>
          <a:p>
            <a:r>
              <a:rPr lang="zh-CN" altLang="en-US" sz="2800" b="1"/>
              <a:t>价格水平：价格变化对实际收入的影响</a:t>
            </a:r>
          </a:p>
          <a:p>
            <a:r>
              <a:rPr lang="zh-CN" altLang="en-US" sz="2800" b="1"/>
              <a:t>收入分配：收入水平不同，消费倾向不同</a:t>
            </a:r>
            <a:endParaRPr lang="en-US" altLang="zh-CN" sz="2800" b="1"/>
          </a:p>
        </p:txBody>
      </p:sp>
      <p:sp>
        <p:nvSpPr>
          <p:cNvPr id="51203" name="左箭头 1075203">
            <a:hlinkClick r:id="" action="ppaction://noaction"/>
            <a:extLst>
              <a:ext uri="{FF2B5EF4-FFF2-40B4-BE49-F238E27FC236}">
                <a16:creationId xmlns:a16="http://schemas.microsoft.com/office/drawing/2014/main" id="{24288EC7-8544-4B63-5FB3-7BDD59492E04}"/>
              </a:ext>
            </a:extLst>
          </p:cNvPr>
          <p:cNvSpPr>
            <a:spLocks noChangeArrowheads="1"/>
          </p:cNvSpPr>
          <p:nvPr/>
        </p:nvSpPr>
        <p:spPr bwMode="auto">
          <a:xfrm>
            <a:off x="8027988" y="6092825"/>
            <a:ext cx="720725" cy="287338"/>
          </a:xfrm>
          <a:prstGeom prst="leftArrow">
            <a:avLst>
              <a:gd name="adj1" fmla="val 50000"/>
              <a:gd name="adj2" fmla="val 62695"/>
            </a:avLst>
          </a:prstGeom>
          <a:solidFill>
            <a:schemeClr val="accent1"/>
          </a:solidFill>
          <a:ln w="50800" cap="sq">
            <a:solidFill>
              <a:schemeClr val="tx1"/>
            </a:solidFill>
            <a:miter lim="800000"/>
            <a:headEnd/>
            <a:tailEnd/>
          </a:ln>
        </p:spPr>
        <p:txBody>
          <a:bodyPr/>
          <a:lstStyle/>
          <a:p>
            <a:pPr algn="ctr" eaLnBrk="0" hangingPunct="0"/>
            <a:endParaRPr lang="zh-CN" altLang="en-US"/>
          </a:p>
        </p:txBody>
      </p:sp>
      <p:sp>
        <p:nvSpPr>
          <p:cNvPr id="51204" name="Slide Number Placeholder 1">
            <a:extLst>
              <a:ext uri="{FF2B5EF4-FFF2-40B4-BE49-F238E27FC236}">
                <a16:creationId xmlns:a16="http://schemas.microsoft.com/office/drawing/2014/main" id="{72B2F87D-8E97-074A-70BF-C8085DDAA80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888ACAB5-B6D7-4CCA-91EF-B94061D5C9A1}" type="slidenum">
              <a:rPr lang="en-AU" altLang="zh-CN" sz="1400" i="0">
                <a:latin typeface="Arial" panose="020B0604020202020204" pitchFamily="34" charset="0"/>
              </a:rPr>
              <a:pPr algn="r"/>
              <a:t>40</a:t>
            </a:fld>
            <a:endParaRPr lang="en-AU" altLang="zh-CN" sz="1400" i="0">
              <a:latin typeface="Arial" panose="020B0604020202020204" pitchFamily="34" charset="0"/>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7520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107520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107520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075203">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07520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03" grpId="0" build="p"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2225" name="Title 1031169">
            <a:extLst>
              <a:ext uri="{FF2B5EF4-FFF2-40B4-BE49-F238E27FC236}">
                <a16:creationId xmlns:a16="http://schemas.microsoft.com/office/drawing/2014/main" id="{9A1A64C2-2B88-F9EC-038F-8F3EE356EBD8}"/>
              </a:ext>
            </a:extLst>
          </p:cNvPr>
          <p:cNvSpPr>
            <a:spLocks noGrp="1" noChangeArrowheads="1"/>
          </p:cNvSpPr>
          <p:nvPr>
            <p:ph type="title"/>
          </p:nvPr>
        </p:nvSpPr>
        <p:spPr/>
        <p:txBody>
          <a:bodyPr/>
          <a:lstStyle/>
          <a:p>
            <a:r>
              <a:rPr lang="en-US" altLang="zh-CN">
                <a:solidFill>
                  <a:srgbClr val="FFFF00"/>
                </a:solidFill>
              </a:rPr>
              <a:t>3.4 </a:t>
            </a:r>
            <a:r>
              <a:rPr lang="zh-CN" altLang="en-US">
                <a:solidFill>
                  <a:srgbClr val="FFFF00"/>
                </a:solidFill>
              </a:rPr>
              <a:t>两部门经济中国民收入的决定</a:t>
            </a:r>
          </a:p>
        </p:txBody>
      </p:sp>
      <p:sp>
        <p:nvSpPr>
          <p:cNvPr id="52226" name="Text Placeholder 1031170">
            <a:extLst>
              <a:ext uri="{FF2B5EF4-FFF2-40B4-BE49-F238E27FC236}">
                <a16:creationId xmlns:a16="http://schemas.microsoft.com/office/drawing/2014/main" id="{FB7A3834-D99B-BC57-BE44-1557A1332B58}"/>
              </a:ext>
            </a:extLst>
          </p:cNvPr>
          <p:cNvSpPr>
            <a:spLocks noGrp="1" noChangeArrowheads="1"/>
          </p:cNvSpPr>
          <p:nvPr>
            <p:ph type="body" idx="1"/>
          </p:nvPr>
        </p:nvSpPr>
        <p:spPr/>
        <p:txBody>
          <a:bodyPr/>
          <a:lstStyle/>
          <a:p>
            <a:r>
              <a:rPr lang="en-US" altLang="zh-CN" sz="3200"/>
              <a:t>3.4.1 </a:t>
            </a:r>
            <a:r>
              <a:rPr lang="zh-CN" altLang="en-US" sz="3200">
                <a:hlinkClick r:id="" action="ppaction://noaction"/>
              </a:rPr>
              <a:t>使用消费函数决定收入</a:t>
            </a:r>
            <a:endParaRPr lang="zh-CN" altLang="en-US" sz="3200"/>
          </a:p>
          <a:p>
            <a:r>
              <a:rPr lang="en-US" altLang="zh-CN" sz="3200"/>
              <a:t>3.4.2 </a:t>
            </a:r>
            <a:r>
              <a:rPr lang="zh-CN" altLang="en-US" sz="3200">
                <a:hlinkClick r:id="" action="ppaction://noaction"/>
              </a:rPr>
              <a:t>使用储蓄函数决定收入</a:t>
            </a:r>
            <a:endParaRPr lang="zh-CN" altLang="en-US" sz="3200"/>
          </a:p>
          <a:p>
            <a:r>
              <a:rPr lang="en-US" altLang="zh-CN" sz="3200"/>
              <a:t>3.4.3 </a:t>
            </a:r>
            <a:r>
              <a:rPr lang="zh-CN" altLang="en-US" sz="3200">
                <a:hlinkClick r:id="" action="ppaction://noaction"/>
              </a:rPr>
              <a:t>基本结论</a:t>
            </a:r>
            <a:endParaRPr lang="zh-CN" altLang="en-US" sz="3200"/>
          </a:p>
        </p:txBody>
      </p:sp>
      <p:sp>
        <p:nvSpPr>
          <p:cNvPr id="52227" name="DRAWING2STR_FREEFORM 1031171">
            <a:hlinkClick r:id="" action="ppaction://noaction"/>
            <a:extLst>
              <a:ext uri="{FF2B5EF4-FFF2-40B4-BE49-F238E27FC236}">
                <a16:creationId xmlns:a16="http://schemas.microsoft.com/office/drawing/2014/main" id="{CDDED0A4-C6AD-DFEF-C1CF-5CB175B9E73F}"/>
              </a:ext>
            </a:extLst>
          </p:cNvPr>
          <p:cNvSpPr>
            <a:spLocks noChangeArrowheads="1"/>
          </p:cNvSpPr>
          <p:nvPr/>
        </p:nvSpPr>
        <p:spPr bwMode="auto">
          <a:xfrm>
            <a:off x="6877050" y="5229225"/>
            <a:ext cx="1150938" cy="1008063"/>
          </a:xfrm>
          <a:custGeom>
            <a:avLst/>
            <a:gdLst>
              <a:gd name="T0" fmla="*/ 10800 w 21600"/>
              <a:gd name="T1" fmla="*/ 0 h 21600"/>
              <a:gd name="T2" fmla="*/ 6480 w 21600"/>
              <a:gd name="T3" fmla="*/ 4320 h 21600"/>
              <a:gd name="T4" fmla="*/ 8640 w 21600"/>
              <a:gd name="T5" fmla="*/ 4320 h 21600"/>
              <a:gd name="T6" fmla="*/ 8640 w 21600"/>
              <a:gd name="T7" fmla="*/ 8640 h 21600"/>
              <a:gd name="T8" fmla="*/ 4320 w 21600"/>
              <a:gd name="T9" fmla="*/ 8640 h 21600"/>
              <a:gd name="T10" fmla="*/ 4320 w 21600"/>
              <a:gd name="T11" fmla="*/ 6480 h 21600"/>
              <a:gd name="T12" fmla="*/ 0 w 21600"/>
              <a:gd name="T13" fmla="*/ 10800 h 21600"/>
              <a:gd name="T14" fmla="*/ 4320 w 21600"/>
              <a:gd name="T15" fmla="*/ 15120 h 21600"/>
              <a:gd name="T16" fmla="*/ 4320 w 21600"/>
              <a:gd name="T17" fmla="*/ 12960 h 21600"/>
              <a:gd name="T18" fmla="*/ 8640 w 21600"/>
              <a:gd name="T19" fmla="*/ 12960 h 21600"/>
              <a:gd name="T20" fmla="*/ 8640 w 21600"/>
              <a:gd name="T21" fmla="*/ 17280 h 21600"/>
              <a:gd name="T22" fmla="*/ 6480 w 21600"/>
              <a:gd name="T23" fmla="*/ 17280 h 21600"/>
              <a:gd name="T24" fmla="*/ 10800 w 21600"/>
              <a:gd name="T25" fmla="*/ 21600 h 21600"/>
              <a:gd name="T26" fmla="*/ 15120 w 21600"/>
              <a:gd name="T27" fmla="*/ 17280 h 21600"/>
              <a:gd name="T28" fmla="*/ 12960 w 21600"/>
              <a:gd name="T29" fmla="*/ 17280 h 21600"/>
              <a:gd name="T30" fmla="*/ 12960 w 21600"/>
              <a:gd name="T31" fmla="*/ 12960 h 21600"/>
              <a:gd name="T32" fmla="*/ 17280 w 21600"/>
              <a:gd name="T33" fmla="*/ 12960 h 21600"/>
              <a:gd name="T34" fmla="*/ 17280 w 21600"/>
              <a:gd name="T35" fmla="*/ 15120 h 21600"/>
              <a:gd name="T36" fmla="*/ 21600 w 21600"/>
              <a:gd name="T37" fmla="*/ 10800 h 21600"/>
              <a:gd name="T38" fmla="*/ 17280 w 21600"/>
              <a:gd name="T39" fmla="*/ 6480 h 21600"/>
              <a:gd name="T40" fmla="*/ 17280 w 21600"/>
              <a:gd name="T41" fmla="*/ 8640 h 21600"/>
              <a:gd name="T42" fmla="*/ 12960 w 21600"/>
              <a:gd name="T43" fmla="*/ 8640 h 21600"/>
              <a:gd name="T44" fmla="*/ 12960 w 21600"/>
              <a:gd name="T45" fmla="*/ 4320 h 21600"/>
              <a:gd name="T46" fmla="*/ 15120 w 21600"/>
              <a:gd name="T47" fmla="*/ 432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1600" h="21600">
                <a:moveTo>
                  <a:pt x="10800" y="0"/>
                </a:moveTo>
                <a:lnTo>
                  <a:pt x="6480" y="4320"/>
                </a:lnTo>
                <a:lnTo>
                  <a:pt x="8640" y="4320"/>
                </a:lnTo>
                <a:lnTo>
                  <a:pt x="8640" y="8640"/>
                </a:lnTo>
                <a:lnTo>
                  <a:pt x="4320" y="8640"/>
                </a:lnTo>
                <a:lnTo>
                  <a:pt x="4320" y="6480"/>
                </a:lnTo>
                <a:lnTo>
                  <a:pt x="0" y="10800"/>
                </a:lnTo>
                <a:lnTo>
                  <a:pt x="4320" y="15120"/>
                </a:lnTo>
                <a:lnTo>
                  <a:pt x="4320" y="12960"/>
                </a:lnTo>
                <a:lnTo>
                  <a:pt x="8640" y="12960"/>
                </a:lnTo>
                <a:lnTo>
                  <a:pt x="8640" y="17280"/>
                </a:lnTo>
                <a:lnTo>
                  <a:pt x="6480" y="17280"/>
                </a:lnTo>
                <a:lnTo>
                  <a:pt x="10800" y="21600"/>
                </a:lnTo>
                <a:lnTo>
                  <a:pt x="15120" y="17280"/>
                </a:lnTo>
                <a:lnTo>
                  <a:pt x="12960" y="17280"/>
                </a:lnTo>
                <a:lnTo>
                  <a:pt x="12960" y="12960"/>
                </a:lnTo>
                <a:lnTo>
                  <a:pt x="17280" y="12960"/>
                </a:lnTo>
                <a:lnTo>
                  <a:pt x="17280" y="15120"/>
                </a:lnTo>
                <a:lnTo>
                  <a:pt x="21600" y="10800"/>
                </a:lnTo>
                <a:lnTo>
                  <a:pt x="17280" y="6480"/>
                </a:lnTo>
                <a:lnTo>
                  <a:pt x="17280" y="8640"/>
                </a:lnTo>
                <a:lnTo>
                  <a:pt x="12960" y="8640"/>
                </a:lnTo>
                <a:lnTo>
                  <a:pt x="12960" y="4320"/>
                </a:lnTo>
                <a:lnTo>
                  <a:pt x="15120" y="4320"/>
                </a:lnTo>
                <a:close/>
              </a:path>
            </a:pathLst>
          </a:custGeom>
          <a:solidFill>
            <a:schemeClr val="accent1"/>
          </a:solidFill>
          <a:ln w="31750" cap="sq">
            <a:solidFill>
              <a:schemeClr val="tx1"/>
            </a:solidFill>
            <a:miter lim="800000"/>
            <a:headEnd/>
            <a:tailEnd/>
          </a:ln>
        </p:spPr>
        <p:txBody>
          <a:bodyPr/>
          <a:lstStyle/>
          <a:p>
            <a:pPr algn="ctr" eaLnBrk="0" hangingPunct="0"/>
            <a:endParaRPr lang="zh-CN" altLang="en-US"/>
          </a:p>
        </p:txBody>
      </p:sp>
      <p:sp>
        <p:nvSpPr>
          <p:cNvPr id="52228" name="Slide Number Placeholder 1">
            <a:extLst>
              <a:ext uri="{FF2B5EF4-FFF2-40B4-BE49-F238E27FC236}">
                <a16:creationId xmlns:a16="http://schemas.microsoft.com/office/drawing/2014/main" id="{020990CF-6CCB-B7A0-791B-7D7F8DA0D0E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25973AC6-1620-45E0-968D-B49BDB11934C}" type="slidenum">
              <a:rPr lang="en-AU" altLang="zh-CN" sz="1400" i="0">
                <a:latin typeface="Arial" panose="020B0604020202020204" pitchFamily="34" charset="0"/>
              </a:rPr>
              <a:pPr algn="r"/>
              <a:t>41</a:t>
            </a:fld>
            <a:endParaRPr lang="en-AU" altLang="zh-CN" sz="1400" i="0">
              <a:latin typeface="Arial" panose="020B0604020202020204" pitchFamily="34" charset="0"/>
            </a:endParaRPr>
          </a:p>
        </p:txBody>
      </p:sp>
    </p:spTree>
  </p:cSld>
  <p:clrMapOvr>
    <a:masterClrMapping/>
  </p:clrMapOvr>
  <p:transition spd="med">
    <p:zoom/>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Title 1093635">
            <a:extLst>
              <a:ext uri="{FF2B5EF4-FFF2-40B4-BE49-F238E27FC236}">
                <a16:creationId xmlns:a16="http://schemas.microsoft.com/office/drawing/2014/main" id="{0D87195C-0828-A674-5B12-5AFF019B3206}"/>
              </a:ext>
            </a:extLst>
          </p:cNvPr>
          <p:cNvSpPr>
            <a:spLocks noGrp="1" noChangeArrowheads="1"/>
          </p:cNvSpPr>
          <p:nvPr>
            <p:ph type="title"/>
          </p:nvPr>
        </p:nvSpPr>
        <p:spPr/>
        <p:txBody>
          <a:bodyPr/>
          <a:lstStyle/>
          <a:p>
            <a:r>
              <a:rPr lang="en-US" altLang="zh-CN">
                <a:solidFill>
                  <a:srgbClr val="FFFF00"/>
                </a:solidFill>
              </a:rPr>
              <a:t>3.4.1 </a:t>
            </a:r>
            <a:r>
              <a:rPr lang="zh-CN" altLang="en-US">
                <a:solidFill>
                  <a:srgbClr val="FFFF00"/>
                </a:solidFill>
              </a:rPr>
              <a:t>使用消费函数决定收入</a:t>
            </a:r>
            <a:r>
              <a:rPr lang="en-US" altLang="zh-CN">
                <a:solidFill>
                  <a:srgbClr val="FFFF00"/>
                </a:solidFill>
              </a:rPr>
              <a:t>(1)</a:t>
            </a:r>
          </a:p>
        </p:txBody>
      </p:sp>
      <p:sp>
        <p:nvSpPr>
          <p:cNvPr id="53251" name="Slide Number Placeholder 1">
            <a:extLst>
              <a:ext uri="{FF2B5EF4-FFF2-40B4-BE49-F238E27FC236}">
                <a16:creationId xmlns:a16="http://schemas.microsoft.com/office/drawing/2014/main" id="{0572A5D7-FE07-E54F-FE7F-F6CC59EBE29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52642484-37C7-4D74-920B-894B2E1C6D34}" type="slidenum">
              <a:rPr lang="en-AU" altLang="zh-CN" sz="1400" i="0">
                <a:latin typeface="Arial" panose="020B0604020202020204" pitchFamily="34" charset="0"/>
              </a:rPr>
              <a:pPr algn="r"/>
              <a:t>42</a:t>
            </a:fld>
            <a:endParaRPr lang="en-AU" altLang="zh-CN" sz="1400" i="0">
              <a:latin typeface="Arial" panose="020B0604020202020204" pitchFamily="34" charset="0"/>
            </a:endParaRPr>
          </a:p>
        </p:txBody>
      </p:sp>
    </p:spTree>
    <p:controls>
      <mc:AlternateContent xmlns:mc="http://schemas.openxmlformats.org/markup-compatibility/2006">
        <mc:Choice xmlns:v="urn:schemas-microsoft-com:vml" Requires="v">
          <p:control name="TextBox1" r:id="rId1" imgW="7490520" imgH="5181480"/>
        </mc:Choice>
        <mc:Fallback>
          <p:control name="TextBox1" r:id="rId1" imgW="7490520" imgH="5181480">
            <p:pic>
              <p:nvPicPr>
                <p:cNvPr id="53250" name="TextBox1">
                  <a:extLst>
                    <a:ext uri="{FF2B5EF4-FFF2-40B4-BE49-F238E27FC236}">
                      <a16:creationId xmlns:a16="http://schemas.microsoft.com/office/drawing/2014/main" id="{CD5926C4-2820-9E7B-E6B9-6235019472C2}"/>
                    </a:ext>
                  </a:extLst>
                </p:cNvPr>
                <p:cNvPicPr>
                  <a:picLocks noChangeArrowheads="1" noChangeShapeType="1"/>
                </p:cNvPicPr>
                <p:nvPr/>
              </p:nvPicPr>
              <p:blipFill>
                <a:blip r:embed="rId3"/>
                <a:srcRect/>
                <a:stretch>
                  <a:fillRect/>
                </a:stretch>
              </p:blipFill>
              <p:spPr bwMode="auto">
                <a:xfrm>
                  <a:off x="1042988" y="1268413"/>
                  <a:ext cx="7489825" cy="5184775"/>
                </a:xfrm>
                <a:prstGeom prst="rect">
                  <a:avLst/>
                </a:prstGeom>
                <a:ln>
                  <a:noFill/>
                </a:ln>
                <a:extLst>
                  <a:ext uri="{91240B29-F687-4F45-9708-019B960494DF}">
                    <a14:hiddenLine xmlns:a14="http://schemas.microsoft.com/office/drawing/2010/main">
                      <a:noFill/>
                    </a14:hiddenLine>
                  </a:ext>
                </a:extLst>
              </p:spPr>
            </p:pic>
          </p:control>
        </mc:Fallback>
      </mc:AlternateContent>
    </p:controls>
  </p:cSld>
  <p:clrMapOvr>
    <a:masterClrMapping/>
  </p:clrMapOvr>
  <p:transition spd="med">
    <p:zoom/>
  </p:transition>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273" name="Title 1032193">
            <a:extLst>
              <a:ext uri="{FF2B5EF4-FFF2-40B4-BE49-F238E27FC236}">
                <a16:creationId xmlns:a16="http://schemas.microsoft.com/office/drawing/2014/main" id="{2E62CD56-1310-1523-178F-63B1270E0FB6}"/>
              </a:ext>
            </a:extLst>
          </p:cNvPr>
          <p:cNvSpPr>
            <a:spLocks noGrp="1" noChangeArrowheads="1"/>
          </p:cNvSpPr>
          <p:nvPr>
            <p:ph type="title"/>
          </p:nvPr>
        </p:nvSpPr>
        <p:spPr/>
        <p:txBody>
          <a:bodyPr/>
          <a:lstStyle/>
          <a:p>
            <a:r>
              <a:rPr lang="zh-CN" altLang="en-US">
                <a:solidFill>
                  <a:srgbClr val="FFFF00"/>
                </a:solidFill>
              </a:rPr>
              <a:t>使用消费函数决定收入</a:t>
            </a:r>
            <a:r>
              <a:rPr lang="en-US" altLang="zh-CN">
                <a:solidFill>
                  <a:srgbClr val="FFFF00"/>
                </a:solidFill>
              </a:rPr>
              <a:t>(2)</a:t>
            </a:r>
          </a:p>
        </p:txBody>
      </p:sp>
      <p:sp>
        <p:nvSpPr>
          <p:cNvPr id="1032195" name="Text Placeholder 1032194">
            <a:extLst>
              <a:ext uri="{FF2B5EF4-FFF2-40B4-BE49-F238E27FC236}">
                <a16:creationId xmlns:a16="http://schemas.microsoft.com/office/drawing/2014/main" id="{E3DF2B44-5929-59B5-84C5-4A05B1B188A2}"/>
              </a:ext>
            </a:extLst>
          </p:cNvPr>
          <p:cNvSpPr>
            <a:spLocks noGrp="1" noChangeArrowheads="1"/>
          </p:cNvSpPr>
          <p:nvPr>
            <p:ph type="body" idx="1"/>
          </p:nvPr>
        </p:nvSpPr>
        <p:spPr/>
        <p:txBody>
          <a:bodyPr/>
          <a:lstStyle/>
          <a:p>
            <a:pPr>
              <a:lnSpc>
                <a:spcPct val="90000"/>
              </a:lnSpc>
            </a:pPr>
            <a:r>
              <a:rPr lang="zh-CN" altLang="en-US" sz="2800"/>
              <a:t>总支出决定总产出，即</a:t>
            </a:r>
            <a:r>
              <a:rPr lang="en-US" altLang="zh-CN" sz="2800"/>
              <a:t>Y=C+I</a:t>
            </a:r>
          </a:p>
          <a:p>
            <a:pPr>
              <a:lnSpc>
                <a:spcPct val="90000"/>
              </a:lnSpc>
            </a:pPr>
            <a:r>
              <a:rPr lang="zh-CN" altLang="en-US" sz="2800"/>
              <a:t>消费函数为： </a:t>
            </a:r>
            <a:r>
              <a:rPr lang="en-US" altLang="zh-CN" sz="2800" b="1"/>
              <a:t>C </a:t>
            </a:r>
            <a:r>
              <a:rPr lang="zh-CN" altLang="en-US" sz="2800" b="1"/>
              <a:t>＝ </a:t>
            </a:r>
            <a:r>
              <a:rPr lang="en-US" altLang="zh-CN" sz="2800" b="1"/>
              <a:t>a </a:t>
            </a:r>
            <a:r>
              <a:rPr lang="zh-CN" altLang="en-US" sz="2800" b="1"/>
              <a:t>＋ </a:t>
            </a:r>
            <a:r>
              <a:rPr lang="en-US" altLang="zh-CN" sz="2800" b="1"/>
              <a:t>bY</a:t>
            </a:r>
            <a:r>
              <a:rPr lang="en-US" altLang="zh-CN" sz="2800" b="1" baseline="-25000"/>
              <a:t>d</a:t>
            </a:r>
            <a:r>
              <a:rPr lang="en-US" altLang="zh-CN" sz="2800" b="1"/>
              <a:t> </a:t>
            </a:r>
            <a:r>
              <a:rPr lang="zh-CN" altLang="en-US" sz="2800" b="1"/>
              <a:t>＝ </a:t>
            </a:r>
            <a:r>
              <a:rPr lang="en-US" altLang="zh-CN" sz="2800" b="1"/>
              <a:t>a </a:t>
            </a:r>
            <a:r>
              <a:rPr lang="zh-CN" altLang="en-US" sz="2800" b="1"/>
              <a:t>＋ </a:t>
            </a:r>
            <a:r>
              <a:rPr lang="en-US" altLang="zh-CN" sz="2800" b="1"/>
              <a:t>bY</a:t>
            </a:r>
          </a:p>
          <a:p>
            <a:pPr>
              <a:lnSpc>
                <a:spcPct val="90000"/>
              </a:lnSpc>
            </a:pPr>
            <a:r>
              <a:rPr lang="zh-CN" altLang="en-US" sz="2800"/>
              <a:t>则均衡收入（产出）为</a:t>
            </a:r>
            <a:r>
              <a:rPr lang="en-US" altLang="zh-CN" sz="2800"/>
              <a:t>Y=(a+I)/(1-b)</a:t>
            </a:r>
          </a:p>
          <a:p>
            <a:pPr>
              <a:lnSpc>
                <a:spcPct val="90000"/>
              </a:lnSpc>
            </a:pPr>
            <a:r>
              <a:rPr lang="zh-CN" altLang="en-US" sz="2800"/>
              <a:t>推动均衡形成过程中，净存货机制作用巨大</a:t>
            </a:r>
          </a:p>
          <a:p>
            <a:pPr lvl="1">
              <a:lnSpc>
                <a:spcPct val="90000"/>
              </a:lnSpc>
            </a:pPr>
            <a:r>
              <a:rPr lang="zh-CN" altLang="en-US" sz="2000"/>
              <a:t>总需求大于总产出     非意愿存货下降甚至为负    </a:t>
            </a:r>
          </a:p>
          <a:p>
            <a:pPr lvl="1">
              <a:lnSpc>
                <a:spcPct val="90000"/>
              </a:lnSpc>
              <a:buFont typeface="Arial" panose="020B0604020202020204" pitchFamily="34" charset="0"/>
              <a:buNone/>
            </a:pPr>
            <a:r>
              <a:rPr lang="zh-CN" altLang="en-US" sz="2000"/>
              <a:t>增加产出     使产出趋向于预需求相等</a:t>
            </a:r>
          </a:p>
          <a:p>
            <a:pPr lvl="1">
              <a:lnSpc>
                <a:spcPct val="90000"/>
              </a:lnSpc>
            </a:pPr>
            <a:r>
              <a:rPr lang="zh-CN" altLang="en-US" sz="2000"/>
              <a:t>总需求小于总产出     非意愿存货增加</a:t>
            </a:r>
          </a:p>
          <a:p>
            <a:pPr lvl="1">
              <a:lnSpc>
                <a:spcPct val="90000"/>
              </a:lnSpc>
              <a:buFont typeface="Arial" panose="020B0604020202020204" pitchFamily="34" charset="0"/>
              <a:buNone/>
            </a:pPr>
            <a:r>
              <a:rPr lang="zh-CN" altLang="en-US" sz="2000"/>
              <a:t>减少产出      使产出与需求相等</a:t>
            </a:r>
          </a:p>
          <a:p>
            <a:pPr lvl="1">
              <a:lnSpc>
                <a:spcPct val="90000"/>
              </a:lnSpc>
            </a:pPr>
            <a:r>
              <a:rPr lang="zh-CN" altLang="en-US" sz="2000"/>
              <a:t>总需求等于总产出      非意愿存货为零     经济均衡</a:t>
            </a:r>
          </a:p>
          <a:p>
            <a:pPr>
              <a:lnSpc>
                <a:spcPct val="90000"/>
              </a:lnSpc>
            </a:pPr>
            <a:endParaRPr lang="zh-CN" altLang="en-US" sz="2000"/>
          </a:p>
        </p:txBody>
      </p:sp>
      <p:sp>
        <p:nvSpPr>
          <p:cNvPr id="54275" name="直接连接符 1032195">
            <a:extLst>
              <a:ext uri="{FF2B5EF4-FFF2-40B4-BE49-F238E27FC236}">
                <a16:creationId xmlns:a16="http://schemas.microsoft.com/office/drawing/2014/main" id="{35FD398E-DBA4-E64A-0D74-5A1A27158F05}"/>
              </a:ext>
            </a:extLst>
          </p:cNvPr>
          <p:cNvSpPr>
            <a:spLocks noChangeShapeType="1"/>
          </p:cNvSpPr>
          <p:nvPr/>
        </p:nvSpPr>
        <p:spPr bwMode="auto">
          <a:xfrm>
            <a:off x="4067175" y="3644900"/>
            <a:ext cx="360363" cy="0"/>
          </a:xfrm>
          <a:prstGeom prst="line">
            <a:avLst/>
          </a:prstGeom>
          <a:noFill/>
          <a:ln w="50800" cap="sq">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276" name="直接连接符 1032196">
            <a:extLst>
              <a:ext uri="{FF2B5EF4-FFF2-40B4-BE49-F238E27FC236}">
                <a16:creationId xmlns:a16="http://schemas.microsoft.com/office/drawing/2014/main" id="{D939E626-AE18-D516-D3E2-431781B2BBEA}"/>
              </a:ext>
            </a:extLst>
          </p:cNvPr>
          <p:cNvSpPr>
            <a:spLocks noChangeShapeType="1"/>
          </p:cNvSpPr>
          <p:nvPr/>
        </p:nvSpPr>
        <p:spPr bwMode="auto">
          <a:xfrm>
            <a:off x="7235825" y="3644900"/>
            <a:ext cx="287338" cy="0"/>
          </a:xfrm>
          <a:prstGeom prst="line">
            <a:avLst/>
          </a:prstGeom>
          <a:noFill/>
          <a:ln w="50800" cap="sq">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277" name="直接连接符 1032197">
            <a:extLst>
              <a:ext uri="{FF2B5EF4-FFF2-40B4-BE49-F238E27FC236}">
                <a16:creationId xmlns:a16="http://schemas.microsoft.com/office/drawing/2014/main" id="{DAE19FB0-B00C-40EE-5C55-24975F77616D}"/>
              </a:ext>
            </a:extLst>
          </p:cNvPr>
          <p:cNvSpPr>
            <a:spLocks noChangeShapeType="1"/>
          </p:cNvSpPr>
          <p:nvPr/>
        </p:nvSpPr>
        <p:spPr bwMode="auto">
          <a:xfrm>
            <a:off x="2555875" y="4076700"/>
            <a:ext cx="360363" cy="0"/>
          </a:xfrm>
          <a:prstGeom prst="line">
            <a:avLst/>
          </a:prstGeom>
          <a:noFill/>
          <a:ln w="50800" cap="sq">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278" name="直接连接符 1032198">
            <a:extLst>
              <a:ext uri="{FF2B5EF4-FFF2-40B4-BE49-F238E27FC236}">
                <a16:creationId xmlns:a16="http://schemas.microsoft.com/office/drawing/2014/main" id="{09BCD4A7-923E-A4B7-2E37-3938521C0CAF}"/>
              </a:ext>
            </a:extLst>
          </p:cNvPr>
          <p:cNvSpPr>
            <a:spLocks noChangeShapeType="1"/>
          </p:cNvSpPr>
          <p:nvPr/>
        </p:nvSpPr>
        <p:spPr bwMode="auto">
          <a:xfrm>
            <a:off x="2627313" y="4868863"/>
            <a:ext cx="360362" cy="0"/>
          </a:xfrm>
          <a:prstGeom prst="line">
            <a:avLst/>
          </a:prstGeom>
          <a:noFill/>
          <a:ln w="50800" cap="sq">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279" name="直接连接符 1032199">
            <a:extLst>
              <a:ext uri="{FF2B5EF4-FFF2-40B4-BE49-F238E27FC236}">
                <a16:creationId xmlns:a16="http://schemas.microsoft.com/office/drawing/2014/main" id="{71A84814-D6FF-6BB2-3E9A-27CC08BE8295}"/>
              </a:ext>
            </a:extLst>
          </p:cNvPr>
          <p:cNvSpPr>
            <a:spLocks noChangeShapeType="1"/>
          </p:cNvSpPr>
          <p:nvPr/>
        </p:nvSpPr>
        <p:spPr bwMode="auto">
          <a:xfrm>
            <a:off x="4067175" y="4437063"/>
            <a:ext cx="360363" cy="0"/>
          </a:xfrm>
          <a:prstGeom prst="line">
            <a:avLst/>
          </a:prstGeom>
          <a:noFill/>
          <a:ln w="50800" cap="sq">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280" name="直接连接符 1032200">
            <a:extLst>
              <a:ext uri="{FF2B5EF4-FFF2-40B4-BE49-F238E27FC236}">
                <a16:creationId xmlns:a16="http://schemas.microsoft.com/office/drawing/2014/main" id="{9566098A-8288-76F8-170D-A194763E773D}"/>
              </a:ext>
            </a:extLst>
          </p:cNvPr>
          <p:cNvSpPr>
            <a:spLocks noChangeShapeType="1"/>
          </p:cNvSpPr>
          <p:nvPr/>
        </p:nvSpPr>
        <p:spPr bwMode="auto">
          <a:xfrm>
            <a:off x="6227763" y="4437063"/>
            <a:ext cx="360362" cy="0"/>
          </a:xfrm>
          <a:prstGeom prst="line">
            <a:avLst/>
          </a:prstGeom>
          <a:noFill/>
          <a:ln w="50800" cap="sq">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281" name="直接连接符 1032201">
            <a:extLst>
              <a:ext uri="{FF2B5EF4-FFF2-40B4-BE49-F238E27FC236}">
                <a16:creationId xmlns:a16="http://schemas.microsoft.com/office/drawing/2014/main" id="{A31831A6-8420-B1CC-183B-FF241DF61C83}"/>
              </a:ext>
            </a:extLst>
          </p:cNvPr>
          <p:cNvSpPr>
            <a:spLocks noChangeShapeType="1"/>
          </p:cNvSpPr>
          <p:nvPr/>
        </p:nvSpPr>
        <p:spPr bwMode="auto">
          <a:xfrm>
            <a:off x="4140200" y="5300663"/>
            <a:ext cx="360363" cy="0"/>
          </a:xfrm>
          <a:prstGeom prst="line">
            <a:avLst/>
          </a:prstGeom>
          <a:noFill/>
          <a:ln w="50800" cap="sq">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282" name="直接连接符 1032202">
            <a:extLst>
              <a:ext uri="{FF2B5EF4-FFF2-40B4-BE49-F238E27FC236}">
                <a16:creationId xmlns:a16="http://schemas.microsoft.com/office/drawing/2014/main" id="{A9C62EBF-D767-35C0-7EA4-3432D215A41A}"/>
              </a:ext>
            </a:extLst>
          </p:cNvPr>
          <p:cNvSpPr>
            <a:spLocks noChangeShapeType="1"/>
          </p:cNvSpPr>
          <p:nvPr/>
        </p:nvSpPr>
        <p:spPr bwMode="auto">
          <a:xfrm>
            <a:off x="6227763" y="5300663"/>
            <a:ext cx="360362" cy="0"/>
          </a:xfrm>
          <a:prstGeom prst="line">
            <a:avLst/>
          </a:prstGeom>
          <a:noFill/>
          <a:ln w="50800" cap="sq">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283" name="Slide Number Placeholder 1">
            <a:extLst>
              <a:ext uri="{FF2B5EF4-FFF2-40B4-BE49-F238E27FC236}">
                <a16:creationId xmlns:a16="http://schemas.microsoft.com/office/drawing/2014/main" id="{8BD4B429-79F0-F1CC-ED54-9F318AB3F26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AE69776F-4183-470F-9D6E-B234DC57B722}" type="slidenum">
              <a:rPr lang="en-AU" altLang="zh-CN" sz="1400" i="0">
                <a:latin typeface="Arial" panose="020B0604020202020204" pitchFamily="34" charset="0"/>
              </a:rPr>
              <a:pPr algn="r"/>
              <a:t>43</a:t>
            </a:fld>
            <a:endParaRPr lang="en-AU" altLang="zh-CN" sz="1400" i="0">
              <a:latin typeface="Arial" panose="020B0604020202020204" pitchFamily="34" charset="0"/>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321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2195" grpId="0"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文本框 1125377">
            <a:extLst>
              <a:ext uri="{FF2B5EF4-FFF2-40B4-BE49-F238E27FC236}">
                <a16:creationId xmlns:a16="http://schemas.microsoft.com/office/drawing/2014/main" id="{F625D58C-00B3-AEFA-F70B-E96C431B64CB}"/>
              </a:ext>
            </a:extLst>
          </p:cNvPr>
          <p:cNvSpPr txBox="1">
            <a:spLocks noChangeArrowheads="1"/>
          </p:cNvSpPr>
          <p:nvPr/>
        </p:nvSpPr>
        <p:spPr bwMode="auto">
          <a:xfrm>
            <a:off x="1042988" y="260350"/>
            <a:ext cx="7727950" cy="191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zh-CN" altLang="en-US" sz="2400" b="1" i="0">
                <a:solidFill>
                  <a:schemeClr val="tx1"/>
                </a:solidFill>
              </a:rPr>
              <a:t>假定消费函数</a:t>
            </a:r>
            <a:r>
              <a:rPr lang="en-US" altLang="zh-CN" sz="2400" b="1" i="0">
                <a:solidFill>
                  <a:schemeClr val="tx1"/>
                </a:solidFill>
              </a:rPr>
              <a:t>C=1000+0.8y</a:t>
            </a:r>
            <a:r>
              <a:rPr lang="zh-CN" altLang="en-US" sz="2400" b="1" i="0">
                <a:solidFill>
                  <a:schemeClr val="tx1"/>
                </a:solidFill>
              </a:rPr>
              <a:t>，自发的计划投资始终为</a:t>
            </a:r>
            <a:r>
              <a:rPr lang="en-US" altLang="zh-CN" sz="2400" b="1" i="0">
                <a:solidFill>
                  <a:schemeClr val="tx1"/>
                </a:solidFill>
              </a:rPr>
              <a:t>600</a:t>
            </a:r>
          </a:p>
          <a:p>
            <a:pPr>
              <a:lnSpc>
                <a:spcPct val="100000"/>
              </a:lnSpc>
              <a:spcBef>
                <a:spcPct val="0"/>
              </a:spcBef>
            </a:pPr>
            <a:r>
              <a:rPr lang="zh-CN" altLang="en-US" sz="2400" b="1" i="0">
                <a:solidFill>
                  <a:schemeClr val="tx1"/>
                </a:solidFill>
              </a:rPr>
              <a:t>（单位亿美元），则均衡收入</a:t>
            </a:r>
            <a:r>
              <a:rPr lang="en-US" altLang="zh-CN" sz="2400" b="1" i="0">
                <a:solidFill>
                  <a:schemeClr val="tx1"/>
                </a:solidFill>
              </a:rPr>
              <a:t>y=(1000+600)/(1-0.8)=8000</a:t>
            </a:r>
          </a:p>
          <a:p>
            <a:pPr>
              <a:lnSpc>
                <a:spcPct val="100000"/>
              </a:lnSpc>
              <a:spcBef>
                <a:spcPct val="0"/>
              </a:spcBef>
            </a:pPr>
            <a:r>
              <a:rPr lang="zh-CN" altLang="en-US" sz="2400" b="1" i="0">
                <a:solidFill>
                  <a:schemeClr val="tx1"/>
                </a:solidFill>
              </a:rPr>
              <a:t>（单位亿美元）。如下表：</a:t>
            </a:r>
          </a:p>
          <a:p>
            <a:pPr>
              <a:lnSpc>
                <a:spcPct val="100000"/>
              </a:lnSpc>
              <a:spcBef>
                <a:spcPct val="0"/>
              </a:spcBef>
            </a:pPr>
            <a:r>
              <a:rPr lang="zh-CN" altLang="en-US" sz="2400" b="1" i="0">
                <a:solidFill>
                  <a:schemeClr val="tx1"/>
                </a:solidFill>
              </a:rPr>
              <a:t>                                                               （单位：</a:t>
            </a:r>
            <a:r>
              <a:rPr lang="en-US" altLang="zh-CN" sz="2400" b="1" i="0">
                <a:solidFill>
                  <a:schemeClr val="tx1"/>
                </a:solidFill>
              </a:rPr>
              <a:t>10</a:t>
            </a:r>
            <a:r>
              <a:rPr lang="zh-CN" altLang="en-US" sz="2400" b="1" i="0">
                <a:solidFill>
                  <a:schemeClr val="tx1"/>
                </a:solidFill>
              </a:rPr>
              <a:t>亿美元）</a:t>
            </a:r>
          </a:p>
          <a:p>
            <a:pPr>
              <a:lnSpc>
                <a:spcPct val="100000"/>
              </a:lnSpc>
              <a:spcBef>
                <a:spcPct val="0"/>
              </a:spcBef>
            </a:pPr>
            <a:endParaRPr lang="zh-CN" altLang="en-US" sz="2400" b="1" i="0">
              <a:solidFill>
                <a:schemeClr val="tx1"/>
              </a:solidFill>
            </a:endParaRPr>
          </a:p>
        </p:txBody>
      </p:sp>
      <p:graphicFrame>
        <p:nvGraphicFramePr>
          <p:cNvPr id="1125379" name="表格 1125378">
            <a:extLst>
              <a:ext uri="{FF2B5EF4-FFF2-40B4-BE49-F238E27FC236}">
                <a16:creationId xmlns:a16="http://schemas.microsoft.com/office/drawing/2014/main" id="{FEB5DB9D-6B98-8549-6EED-42F54AE34DE5}"/>
              </a:ext>
            </a:extLst>
          </p:cNvPr>
          <p:cNvGraphicFramePr/>
          <p:nvPr/>
        </p:nvGraphicFramePr>
        <p:xfrm>
          <a:off x="1600200" y="2286000"/>
          <a:ext cx="6096000" cy="4100513"/>
        </p:xfrm>
        <a:graphic>
          <a:graphicData uri="http://schemas.openxmlformats.org/drawingml/2006/table">
            <a:tbl>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455613">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zh-CN" altLang="en-US" dirty="0"/>
                        <a:t>收入</a:t>
                      </a:r>
                      <a:endParaRPr lang="zh-CN" altLang="en-US"/>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zh-CN" altLang="en-US" dirty="0"/>
                        <a:t>消费</a:t>
                      </a:r>
                      <a:endParaRPr lang="zh-CN" altLang="en-US"/>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zh-CN" altLang="en-US" dirty="0"/>
                        <a:t>储蓄</a:t>
                      </a:r>
                      <a:endParaRPr lang="zh-CN" altLang="en-US"/>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zh-CN" altLang="en-US" dirty="0"/>
                        <a:t>投资</a:t>
                      </a:r>
                      <a:endParaRPr lang="zh-CN" altLang="en-US"/>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5612">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a:t>300</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a:t>340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a:t>-40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a:t>60</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5613">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a:t>400</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a:t>420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a:t>-20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a:t>60</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5612">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a:t>500</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a:t>500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a:t>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a:t>60</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5613">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a:t>600</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a:t>580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a:t>20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a:t>60</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55612">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a:t>700</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a:t>660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a:t>40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a:t>60</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55613">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a:t>800</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a:t>740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a:t>60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a:t>60</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55612">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a:t>900</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a:t>820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a:t>80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a:t>60</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55613">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a:t>1000</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a:t>900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a:t>100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76250" lvl="0" indent="-476250" algn="l" defTabSz="914400" eaLnBrk="0" fontAlgn="base" latinLnBrk="0" hangingPunct="0">
                        <a:lnSpc>
                          <a:spcPct val="100000"/>
                        </a:lnSpc>
                        <a:spcBef>
                          <a:spcPct val="45000"/>
                        </a:spcBef>
                        <a:spcAft>
                          <a:spcPct val="0"/>
                        </a:spcAft>
                        <a:buClr>
                          <a:srgbClr val="99CCCC"/>
                        </a:buClr>
                        <a:buChar char="•"/>
                        <a:defRPr sz="2000" b="0" i="0" u="none" kern="1200" baseline="0">
                          <a:solidFill>
                            <a:srgbClr val="FFFFFF"/>
                          </a:solidFill>
                          <a:latin typeface="Times New Roman" pitchFamily="18" charset="0"/>
                          <a:ea typeface="宋体" charset="-122"/>
                          <a:cs typeface="+mn-cs"/>
                        </a:defRPr>
                      </a:lvl1pPr>
                      <a:lvl2pPr marL="1139825" lvl="1" indent="-473075" algn="l" defTabSz="914400" eaLnBrk="0" fontAlgn="base" latinLnBrk="0" hangingPunct="0">
                        <a:lnSpc>
                          <a:spcPct val="100000"/>
                        </a:lnSpc>
                        <a:spcBef>
                          <a:spcPct val="45000"/>
                        </a:spcBef>
                        <a:spcAft>
                          <a:spcPct val="0"/>
                        </a:spcAft>
                        <a:buClr>
                          <a:srgbClr val="99CCCC"/>
                        </a:buClr>
                        <a:buFont typeface="Arial" charset="0"/>
                        <a:buChar char="–"/>
                        <a:defRPr sz="2000" b="0" i="0" u="none" kern="1200" baseline="0">
                          <a:solidFill>
                            <a:srgbClr val="FFFFFF"/>
                          </a:solidFill>
                          <a:latin typeface="+mn-lt"/>
                          <a:ea typeface="+mn-ea"/>
                          <a:cs typeface="+mn-cs"/>
                        </a:defRPr>
                      </a:lvl2pPr>
                      <a:lvl3pPr marL="1717675" lvl="2" indent="-387350" algn="l" defTabSz="914400" eaLnBrk="0" fontAlgn="base" latinLnBrk="0" hangingPunct="0">
                        <a:lnSpc>
                          <a:spcPct val="100000"/>
                        </a:lnSpc>
                        <a:spcBef>
                          <a:spcPct val="45000"/>
                        </a:spcBef>
                        <a:spcAft>
                          <a:spcPct val="0"/>
                        </a:spcAft>
                        <a:buClr>
                          <a:srgbClr val="99CCCC"/>
                        </a:buClr>
                        <a:buFont typeface="Arial" charset="0"/>
                        <a:buChar char="Ø"/>
                        <a:defRPr sz="2000" b="0" i="0" u="none" kern="1200" baseline="0">
                          <a:solidFill>
                            <a:srgbClr val="FFFFFF"/>
                          </a:solidFill>
                          <a:latin typeface="+mn-lt"/>
                          <a:ea typeface="+mn-ea"/>
                          <a:cs typeface="+mn-cs"/>
                        </a:defRPr>
                      </a:lvl3pPr>
                      <a:lvl4pPr marL="2193925" lvl="3" indent="-285750" algn="l" defTabSz="914400" eaLnBrk="0" fontAlgn="base" latinLnBrk="0" hangingPunct="0">
                        <a:lnSpc>
                          <a:spcPct val="100000"/>
                        </a:lnSpc>
                        <a:spcBef>
                          <a:spcPct val="45000"/>
                        </a:spcBef>
                        <a:spcAft>
                          <a:spcPct val="0"/>
                        </a:spcAft>
                        <a:buClr>
                          <a:srgbClr val="99CCCC"/>
                        </a:buClr>
                        <a:buFont typeface="Arial" charset="0"/>
                        <a:buChar char="o"/>
                        <a:defRPr sz="2000" b="0" i="0" u="none" kern="1200" baseline="0">
                          <a:solidFill>
                            <a:srgbClr val="FFFFFF"/>
                          </a:solidFill>
                          <a:latin typeface="+mn-lt"/>
                          <a:ea typeface="+mn-ea"/>
                          <a:cs typeface="+mn-cs"/>
                        </a:defRPr>
                      </a:lvl4pPr>
                      <a:lvl5pPr marL="2568575" lvl="4" indent="-184150" algn="l" defTabSz="914400" eaLnBrk="0" fontAlgn="base" latinLnBrk="0" hangingPunct="0">
                        <a:lnSpc>
                          <a:spcPct val="100000"/>
                        </a:lnSpc>
                        <a:spcBef>
                          <a:spcPct val="20000"/>
                        </a:spcBef>
                        <a:spcAft>
                          <a:spcPct val="0"/>
                        </a:spcAft>
                        <a:buClr>
                          <a:srgbClr val="C2B515"/>
                        </a:buClr>
                        <a:buFont typeface="Arial" charset="0"/>
                        <a:buChar char="»"/>
                        <a:defRPr sz="1800" b="0" i="0" u="none" kern="1200" baseline="0">
                          <a:solidFill>
                            <a:srgbClr val="FFFFFF"/>
                          </a:solidFill>
                          <a:latin typeface="+mn-lt"/>
                          <a:ea typeface="+mn-ea"/>
                          <a:cs typeface="+mn-cs"/>
                        </a:defRPr>
                      </a:lvl5pPr>
                    </a:lstStyle>
                    <a:p>
                      <a:pPr marL="0" lvl="0" indent="0" algn="ctr">
                        <a:buNone/>
                      </a:pPr>
                      <a:r>
                        <a:rPr lang="en-US" altLang="zh-CN"/>
                        <a:t>60</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55350" name="Slide Number Placeholder 1">
            <a:extLst>
              <a:ext uri="{FF2B5EF4-FFF2-40B4-BE49-F238E27FC236}">
                <a16:creationId xmlns:a16="http://schemas.microsoft.com/office/drawing/2014/main" id="{C9187254-B71F-8334-F8BE-D13D976E181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646F03A4-A1BA-4AB7-A0A6-3897AFFE6E2E}" type="slidenum">
              <a:rPr lang="en-AU" altLang="zh-CN" sz="1400" i="0">
                <a:latin typeface="Arial" panose="020B0604020202020204" pitchFamily="34" charset="0"/>
              </a:rPr>
              <a:pPr algn="r"/>
              <a:t>44</a:t>
            </a:fld>
            <a:endParaRPr lang="en-AU" altLang="zh-CN" sz="1400" i="0">
              <a:latin typeface="Arial" panose="020B0604020202020204" pitchFamily="34" charset="0"/>
            </a:endParaRPr>
          </a:p>
        </p:txBody>
      </p:sp>
    </p:spTree>
  </p:cSld>
  <p:clrMapOvr>
    <a:masterClrMapping/>
  </p:clrMapOvr>
  <p:transition spd="med">
    <p:zoom/>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直接连接符 1126401">
            <a:extLst>
              <a:ext uri="{FF2B5EF4-FFF2-40B4-BE49-F238E27FC236}">
                <a16:creationId xmlns:a16="http://schemas.microsoft.com/office/drawing/2014/main" id="{B9FE5F54-6769-F236-4A18-B0C67D54078F}"/>
              </a:ext>
            </a:extLst>
          </p:cNvPr>
          <p:cNvSpPr>
            <a:spLocks noChangeShapeType="1"/>
          </p:cNvSpPr>
          <p:nvPr/>
        </p:nvSpPr>
        <p:spPr bwMode="auto">
          <a:xfrm>
            <a:off x="2514600" y="685800"/>
            <a:ext cx="0" cy="5105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322" name="直接连接符 1126402">
            <a:extLst>
              <a:ext uri="{FF2B5EF4-FFF2-40B4-BE49-F238E27FC236}">
                <a16:creationId xmlns:a16="http://schemas.microsoft.com/office/drawing/2014/main" id="{E43DA3E9-4884-9D2E-535F-BDFD544EDBEF}"/>
              </a:ext>
            </a:extLst>
          </p:cNvPr>
          <p:cNvSpPr>
            <a:spLocks noChangeShapeType="1"/>
          </p:cNvSpPr>
          <p:nvPr/>
        </p:nvSpPr>
        <p:spPr bwMode="auto">
          <a:xfrm>
            <a:off x="1371600" y="5181600"/>
            <a:ext cx="6705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323" name="直接连接符 1126403">
            <a:extLst>
              <a:ext uri="{FF2B5EF4-FFF2-40B4-BE49-F238E27FC236}">
                <a16:creationId xmlns:a16="http://schemas.microsoft.com/office/drawing/2014/main" id="{02510EE7-EB67-462D-F0FF-B6E69E7EE73E}"/>
              </a:ext>
            </a:extLst>
          </p:cNvPr>
          <p:cNvSpPr>
            <a:spLocks noChangeShapeType="1"/>
          </p:cNvSpPr>
          <p:nvPr/>
        </p:nvSpPr>
        <p:spPr bwMode="auto">
          <a:xfrm flipV="1">
            <a:off x="2514600" y="1295400"/>
            <a:ext cx="3886200" cy="388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324" name="直接连接符 1126404">
            <a:extLst>
              <a:ext uri="{FF2B5EF4-FFF2-40B4-BE49-F238E27FC236}">
                <a16:creationId xmlns:a16="http://schemas.microsoft.com/office/drawing/2014/main" id="{9E1C0092-CF3E-AF2E-1BB0-9E874F1B9AFC}"/>
              </a:ext>
            </a:extLst>
          </p:cNvPr>
          <p:cNvSpPr>
            <a:spLocks noChangeShapeType="1"/>
          </p:cNvSpPr>
          <p:nvPr/>
        </p:nvSpPr>
        <p:spPr bwMode="auto">
          <a:xfrm flipV="1">
            <a:off x="2514600" y="2209800"/>
            <a:ext cx="4343400" cy="2286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325" name="直接连接符 1126405">
            <a:extLst>
              <a:ext uri="{FF2B5EF4-FFF2-40B4-BE49-F238E27FC236}">
                <a16:creationId xmlns:a16="http://schemas.microsoft.com/office/drawing/2014/main" id="{6BFE5721-AE06-2432-5DE1-C084CAEB9CBD}"/>
              </a:ext>
            </a:extLst>
          </p:cNvPr>
          <p:cNvSpPr>
            <a:spLocks noChangeShapeType="1"/>
          </p:cNvSpPr>
          <p:nvPr/>
        </p:nvSpPr>
        <p:spPr bwMode="auto">
          <a:xfrm flipV="1">
            <a:off x="2514600" y="1600200"/>
            <a:ext cx="4267200" cy="2286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326" name="直接连接符 1126406">
            <a:extLst>
              <a:ext uri="{FF2B5EF4-FFF2-40B4-BE49-F238E27FC236}">
                <a16:creationId xmlns:a16="http://schemas.microsoft.com/office/drawing/2014/main" id="{CA1FC029-6F27-914A-3AD6-E9444E788541}"/>
              </a:ext>
            </a:extLst>
          </p:cNvPr>
          <p:cNvSpPr>
            <a:spLocks noChangeShapeType="1"/>
          </p:cNvSpPr>
          <p:nvPr/>
        </p:nvSpPr>
        <p:spPr bwMode="auto">
          <a:xfrm>
            <a:off x="3962400" y="3733800"/>
            <a:ext cx="0" cy="144780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327" name="直接连接符 1126407">
            <a:extLst>
              <a:ext uri="{FF2B5EF4-FFF2-40B4-BE49-F238E27FC236}">
                <a16:creationId xmlns:a16="http://schemas.microsoft.com/office/drawing/2014/main" id="{5F8FDC5E-DE25-3505-724B-5F4A916ECB66}"/>
              </a:ext>
            </a:extLst>
          </p:cNvPr>
          <p:cNvSpPr>
            <a:spLocks noChangeShapeType="1"/>
          </p:cNvSpPr>
          <p:nvPr/>
        </p:nvSpPr>
        <p:spPr bwMode="auto">
          <a:xfrm>
            <a:off x="5334000" y="2362200"/>
            <a:ext cx="0" cy="281940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328" name="DRAWING2STR_FREEFORM 1126408">
            <a:extLst>
              <a:ext uri="{FF2B5EF4-FFF2-40B4-BE49-F238E27FC236}">
                <a16:creationId xmlns:a16="http://schemas.microsoft.com/office/drawing/2014/main" id="{B1BFE5B0-81BE-3F93-CA9C-89F00B9AE64D}"/>
              </a:ext>
            </a:extLst>
          </p:cNvPr>
          <p:cNvSpPr>
            <a:spLocks noChangeArrowheads="1"/>
          </p:cNvSpPr>
          <p:nvPr/>
        </p:nvSpPr>
        <p:spPr bwMode="auto">
          <a:xfrm>
            <a:off x="2819400" y="4876800"/>
            <a:ext cx="76200" cy="304800"/>
          </a:xfrm>
          <a:custGeom>
            <a:avLst/>
            <a:gdLst>
              <a:gd name="T0" fmla="*/ 0 w 21600"/>
              <a:gd name="T1" fmla="*/ 0 h 21600"/>
              <a:gd name="T2" fmla="*/ 21600 w 21600"/>
              <a:gd name="T3" fmla="*/ 21600 h 21600"/>
              <a:gd name="T4" fmla="*/ 0 w 21600"/>
              <a:gd name="T5" fmla="*/ 0 h 21600"/>
              <a:gd name="T6" fmla="*/ 21600 w 21600"/>
              <a:gd name="T7" fmla="*/ 21600 h 21600"/>
              <a:gd name="T8" fmla="*/ 0 w 21600"/>
              <a:gd name="T9" fmla="*/ 21600 h 21600"/>
            </a:gdLst>
            <a:ahLst/>
            <a:cxnLst>
              <a:cxn ang="0">
                <a:pos x="T0" y="T1"/>
              </a:cxn>
              <a:cxn ang="0">
                <a:pos x="T2" y="T3"/>
              </a:cxn>
              <a:cxn ang="0">
                <a:pos x="T4" y="T5"/>
              </a:cxn>
              <a:cxn ang="0">
                <a:pos x="T6" y="T7"/>
              </a:cxn>
              <a:cxn ang="0">
                <a:pos x="T8" y="T9"/>
              </a:cxn>
            </a:cxnLst>
            <a:rect l="0" t="0" r="r" b="b"/>
            <a:pathLst>
              <a:path w="21600" h="21600" fill="none">
                <a:moveTo>
                  <a:pt x="0" y="0"/>
                </a:moveTo>
                <a:cubicBezTo>
                  <a:pt x="11929" y="0"/>
                  <a:pt x="21600" y="9671"/>
                  <a:pt x="21600" y="21600"/>
                </a:cubicBezTo>
              </a:path>
              <a:path w="21600" h="21600" stroke="0">
                <a:moveTo>
                  <a:pt x="0" y="0"/>
                </a:moveTo>
                <a:cubicBezTo>
                  <a:pt x="11929" y="0"/>
                  <a:pt x="21600" y="9671"/>
                  <a:pt x="21600" y="21600"/>
                </a:cubicBezTo>
                <a:lnTo>
                  <a:pt x="0" y="21600"/>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56329" name="文本框 1126409">
            <a:extLst>
              <a:ext uri="{FF2B5EF4-FFF2-40B4-BE49-F238E27FC236}">
                <a16:creationId xmlns:a16="http://schemas.microsoft.com/office/drawing/2014/main" id="{A029895E-C559-B7F4-E034-3CD84627B458}"/>
              </a:ext>
            </a:extLst>
          </p:cNvPr>
          <p:cNvSpPr txBox="1">
            <a:spLocks noChangeArrowheads="1"/>
          </p:cNvSpPr>
          <p:nvPr/>
        </p:nvSpPr>
        <p:spPr bwMode="auto">
          <a:xfrm>
            <a:off x="2193925" y="51466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0</a:t>
            </a:r>
          </a:p>
        </p:txBody>
      </p:sp>
      <p:sp>
        <p:nvSpPr>
          <p:cNvPr id="56330" name="文本框 1126410">
            <a:extLst>
              <a:ext uri="{FF2B5EF4-FFF2-40B4-BE49-F238E27FC236}">
                <a16:creationId xmlns:a16="http://schemas.microsoft.com/office/drawing/2014/main" id="{55463065-63BD-FFCF-0B70-20E2F6B08397}"/>
              </a:ext>
            </a:extLst>
          </p:cNvPr>
          <p:cNvSpPr txBox="1">
            <a:spLocks noChangeArrowheads="1"/>
          </p:cNvSpPr>
          <p:nvPr/>
        </p:nvSpPr>
        <p:spPr bwMode="auto">
          <a:xfrm>
            <a:off x="1889125" y="4308475"/>
            <a:ext cx="641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100</a:t>
            </a:r>
          </a:p>
        </p:txBody>
      </p:sp>
      <p:sp>
        <p:nvSpPr>
          <p:cNvPr id="56331" name="文本框 1126411">
            <a:extLst>
              <a:ext uri="{FF2B5EF4-FFF2-40B4-BE49-F238E27FC236}">
                <a16:creationId xmlns:a16="http://schemas.microsoft.com/office/drawing/2014/main" id="{CFB95F93-AF48-14C5-32CF-8E8D0399C5D0}"/>
              </a:ext>
            </a:extLst>
          </p:cNvPr>
          <p:cNvSpPr txBox="1">
            <a:spLocks noChangeArrowheads="1"/>
          </p:cNvSpPr>
          <p:nvPr/>
        </p:nvSpPr>
        <p:spPr bwMode="auto">
          <a:xfrm>
            <a:off x="1812925" y="3698875"/>
            <a:ext cx="641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160</a:t>
            </a:r>
          </a:p>
        </p:txBody>
      </p:sp>
      <p:sp>
        <p:nvSpPr>
          <p:cNvPr id="56332" name="文本框 1126412">
            <a:extLst>
              <a:ext uri="{FF2B5EF4-FFF2-40B4-BE49-F238E27FC236}">
                <a16:creationId xmlns:a16="http://schemas.microsoft.com/office/drawing/2014/main" id="{6E0C26A8-E526-0F51-FABB-663D8E346C85}"/>
              </a:ext>
            </a:extLst>
          </p:cNvPr>
          <p:cNvSpPr txBox="1">
            <a:spLocks noChangeArrowheads="1"/>
          </p:cNvSpPr>
          <p:nvPr/>
        </p:nvSpPr>
        <p:spPr bwMode="auto">
          <a:xfrm>
            <a:off x="2955925" y="4689475"/>
            <a:ext cx="79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45°</a:t>
            </a:r>
          </a:p>
        </p:txBody>
      </p:sp>
      <p:sp>
        <p:nvSpPr>
          <p:cNvPr id="56333" name="文本框 1126413">
            <a:extLst>
              <a:ext uri="{FF2B5EF4-FFF2-40B4-BE49-F238E27FC236}">
                <a16:creationId xmlns:a16="http://schemas.microsoft.com/office/drawing/2014/main" id="{2A9396DC-56BC-7583-DF0C-8BE308BE101B}"/>
              </a:ext>
            </a:extLst>
          </p:cNvPr>
          <p:cNvSpPr txBox="1">
            <a:spLocks noChangeArrowheads="1"/>
          </p:cNvSpPr>
          <p:nvPr/>
        </p:nvSpPr>
        <p:spPr bwMode="auto">
          <a:xfrm>
            <a:off x="4860925" y="2022475"/>
            <a:ext cx="369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E</a:t>
            </a:r>
          </a:p>
        </p:txBody>
      </p:sp>
      <p:sp>
        <p:nvSpPr>
          <p:cNvPr id="56334" name="文本框 1126414">
            <a:extLst>
              <a:ext uri="{FF2B5EF4-FFF2-40B4-BE49-F238E27FC236}">
                <a16:creationId xmlns:a16="http://schemas.microsoft.com/office/drawing/2014/main" id="{4E2F6FE6-B47C-4AAF-4C76-EF1AB45B3AFD}"/>
              </a:ext>
            </a:extLst>
          </p:cNvPr>
          <p:cNvSpPr txBox="1">
            <a:spLocks noChangeArrowheads="1"/>
          </p:cNvSpPr>
          <p:nvPr/>
        </p:nvSpPr>
        <p:spPr bwMode="auto">
          <a:xfrm>
            <a:off x="6842125" y="1336675"/>
            <a:ext cx="574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c+i</a:t>
            </a:r>
          </a:p>
        </p:txBody>
      </p:sp>
      <p:sp>
        <p:nvSpPr>
          <p:cNvPr id="56335" name="文本框 1126415">
            <a:extLst>
              <a:ext uri="{FF2B5EF4-FFF2-40B4-BE49-F238E27FC236}">
                <a16:creationId xmlns:a16="http://schemas.microsoft.com/office/drawing/2014/main" id="{A3892679-4299-9AD1-FC0E-AA2D04FBED79}"/>
              </a:ext>
            </a:extLst>
          </p:cNvPr>
          <p:cNvSpPr txBox="1">
            <a:spLocks noChangeArrowheads="1"/>
          </p:cNvSpPr>
          <p:nvPr/>
        </p:nvSpPr>
        <p:spPr bwMode="auto">
          <a:xfrm>
            <a:off x="6918325" y="1946275"/>
            <a:ext cx="319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c</a:t>
            </a:r>
          </a:p>
        </p:txBody>
      </p:sp>
      <p:sp>
        <p:nvSpPr>
          <p:cNvPr id="56336" name="文本框 1126416">
            <a:extLst>
              <a:ext uri="{FF2B5EF4-FFF2-40B4-BE49-F238E27FC236}">
                <a16:creationId xmlns:a16="http://schemas.microsoft.com/office/drawing/2014/main" id="{3F29EC0C-19DF-DEBD-894A-FB8307B274BA}"/>
              </a:ext>
            </a:extLst>
          </p:cNvPr>
          <p:cNvSpPr txBox="1">
            <a:spLocks noChangeArrowheads="1"/>
          </p:cNvSpPr>
          <p:nvPr/>
        </p:nvSpPr>
        <p:spPr bwMode="auto">
          <a:xfrm>
            <a:off x="1812925" y="422275"/>
            <a:ext cx="574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c+i</a:t>
            </a:r>
          </a:p>
        </p:txBody>
      </p:sp>
      <p:sp>
        <p:nvSpPr>
          <p:cNvPr id="56337" name="文本框 1126417">
            <a:extLst>
              <a:ext uri="{FF2B5EF4-FFF2-40B4-BE49-F238E27FC236}">
                <a16:creationId xmlns:a16="http://schemas.microsoft.com/office/drawing/2014/main" id="{13CE8D8D-BB27-F3A5-DAAF-4EF4643C4F83}"/>
              </a:ext>
            </a:extLst>
          </p:cNvPr>
          <p:cNvSpPr txBox="1">
            <a:spLocks noChangeArrowheads="1"/>
          </p:cNvSpPr>
          <p:nvPr/>
        </p:nvSpPr>
        <p:spPr bwMode="auto">
          <a:xfrm>
            <a:off x="7604125" y="52990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y</a:t>
            </a:r>
          </a:p>
        </p:txBody>
      </p:sp>
      <p:sp>
        <p:nvSpPr>
          <p:cNvPr id="56338" name="文本框 1126418">
            <a:extLst>
              <a:ext uri="{FF2B5EF4-FFF2-40B4-BE49-F238E27FC236}">
                <a16:creationId xmlns:a16="http://schemas.microsoft.com/office/drawing/2014/main" id="{CCC7EE56-AB8E-4CAE-4584-3461BE9EDEA8}"/>
              </a:ext>
            </a:extLst>
          </p:cNvPr>
          <p:cNvSpPr txBox="1">
            <a:spLocks noChangeArrowheads="1"/>
          </p:cNvSpPr>
          <p:nvPr/>
        </p:nvSpPr>
        <p:spPr bwMode="auto">
          <a:xfrm>
            <a:off x="3794125" y="5222875"/>
            <a:ext cx="641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500</a:t>
            </a:r>
          </a:p>
        </p:txBody>
      </p:sp>
      <p:sp>
        <p:nvSpPr>
          <p:cNvPr id="56339" name="文本框 1126419">
            <a:extLst>
              <a:ext uri="{FF2B5EF4-FFF2-40B4-BE49-F238E27FC236}">
                <a16:creationId xmlns:a16="http://schemas.microsoft.com/office/drawing/2014/main" id="{37EE742B-5AD6-3D94-AEDB-DEDC9DFCB89A}"/>
              </a:ext>
            </a:extLst>
          </p:cNvPr>
          <p:cNvSpPr txBox="1">
            <a:spLocks noChangeArrowheads="1"/>
          </p:cNvSpPr>
          <p:nvPr/>
        </p:nvSpPr>
        <p:spPr bwMode="auto">
          <a:xfrm>
            <a:off x="5089525" y="5222875"/>
            <a:ext cx="641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800</a:t>
            </a:r>
          </a:p>
        </p:txBody>
      </p:sp>
      <p:sp>
        <p:nvSpPr>
          <p:cNvPr id="56340" name="文本框 1126420">
            <a:extLst>
              <a:ext uri="{FF2B5EF4-FFF2-40B4-BE49-F238E27FC236}">
                <a16:creationId xmlns:a16="http://schemas.microsoft.com/office/drawing/2014/main" id="{F6937523-3FC0-7186-468B-AFF4C95AD978}"/>
              </a:ext>
            </a:extLst>
          </p:cNvPr>
          <p:cNvSpPr txBox="1">
            <a:spLocks noChangeArrowheads="1"/>
          </p:cNvSpPr>
          <p:nvPr/>
        </p:nvSpPr>
        <p:spPr bwMode="auto">
          <a:xfrm>
            <a:off x="1752600" y="5867400"/>
            <a:ext cx="6477000" cy="7016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zh-CN" altLang="en-US" b="1" i="0">
                <a:solidFill>
                  <a:srgbClr val="000000"/>
                </a:solidFill>
              </a:rPr>
              <a:t>消费加投资曲线和</a:t>
            </a:r>
            <a:r>
              <a:rPr lang="en-US" altLang="zh-CN" b="1" i="0">
                <a:solidFill>
                  <a:srgbClr val="000000"/>
                </a:solidFill>
              </a:rPr>
              <a:t>45°</a:t>
            </a:r>
            <a:r>
              <a:rPr lang="zh-CN" altLang="en-US" b="1" i="0">
                <a:solidFill>
                  <a:srgbClr val="000000"/>
                </a:solidFill>
              </a:rPr>
              <a:t>线相交决定收入（单位：亿美元）</a:t>
            </a:r>
          </a:p>
        </p:txBody>
      </p:sp>
      <p:sp>
        <p:nvSpPr>
          <p:cNvPr id="56341" name="Slide Number Placeholder 1">
            <a:extLst>
              <a:ext uri="{FF2B5EF4-FFF2-40B4-BE49-F238E27FC236}">
                <a16:creationId xmlns:a16="http://schemas.microsoft.com/office/drawing/2014/main" id="{1A58E939-81F2-614B-4CF5-F8DEF7F7C37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32F9C12B-7477-48C7-A516-96393E9C4CCD}" type="slidenum">
              <a:rPr lang="en-AU" altLang="zh-CN" sz="1400" i="0">
                <a:latin typeface="Arial" panose="020B0604020202020204" pitchFamily="34" charset="0"/>
              </a:rPr>
              <a:pPr algn="r"/>
              <a:t>45</a:t>
            </a:fld>
            <a:endParaRPr lang="en-AU" altLang="zh-CN" sz="1400" i="0">
              <a:latin typeface="Arial" panose="020B0604020202020204" pitchFamily="34" charset="0"/>
            </a:endParaRPr>
          </a:p>
        </p:txBody>
      </p:sp>
    </p:spTree>
  </p:cSld>
  <p:clrMapOvr>
    <a:masterClrMapping/>
  </p:clrMapOvr>
  <p:transition spd="med">
    <p:zoom/>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Title 1033217">
            <a:extLst>
              <a:ext uri="{FF2B5EF4-FFF2-40B4-BE49-F238E27FC236}">
                <a16:creationId xmlns:a16="http://schemas.microsoft.com/office/drawing/2014/main" id="{6246B3A7-43D8-80E6-623B-83C16E6E32EF}"/>
              </a:ext>
            </a:extLst>
          </p:cNvPr>
          <p:cNvSpPr>
            <a:spLocks noGrp="1" noChangeArrowheads="1"/>
          </p:cNvSpPr>
          <p:nvPr>
            <p:ph type="title"/>
          </p:nvPr>
        </p:nvSpPr>
        <p:spPr/>
        <p:txBody>
          <a:bodyPr/>
          <a:lstStyle/>
          <a:p>
            <a:r>
              <a:rPr lang="en-US" altLang="zh-CN">
                <a:solidFill>
                  <a:srgbClr val="FFFF00"/>
                </a:solidFill>
              </a:rPr>
              <a:t>3.4.1 </a:t>
            </a:r>
            <a:r>
              <a:rPr lang="zh-CN" altLang="en-US">
                <a:solidFill>
                  <a:srgbClr val="FFFF00"/>
                </a:solidFill>
              </a:rPr>
              <a:t>使用消费函数决定收入</a:t>
            </a:r>
            <a:r>
              <a:rPr lang="en-US" altLang="zh-CN">
                <a:solidFill>
                  <a:srgbClr val="FFFF00"/>
                </a:solidFill>
              </a:rPr>
              <a:t>(3)</a:t>
            </a:r>
          </a:p>
        </p:txBody>
      </p:sp>
      <p:sp>
        <p:nvSpPr>
          <p:cNvPr id="57346" name="直接连接符 1033218">
            <a:extLst>
              <a:ext uri="{FF2B5EF4-FFF2-40B4-BE49-F238E27FC236}">
                <a16:creationId xmlns:a16="http://schemas.microsoft.com/office/drawing/2014/main" id="{4D678B4E-4F7B-A8C8-7881-07A0283D1EED}"/>
              </a:ext>
            </a:extLst>
          </p:cNvPr>
          <p:cNvSpPr>
            <a:spLocks noChangeShapeType="1"/>
          </p:cNvSpPr>
          <p:nvPr/>
        </p:nvSpPr>
        <p:spPr bwMode="auto">
          <a:xfrm flipV="1">
            <a:off x="2911475" y="1676400"/>
            <a:ext cx="0" cy="3733800"/>
          </a:xfrm>
          <a:prstGeom prst="line">
            <a:avLst/>
          </a:prstGeom>
          <a:noFill/>
          <a:ln w="31750" cap="sq">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347" name="直接连接符 1033219">
            <a:extLst>
              <a:ext uri="{FF2B5EF4-FFF2-40B4-BE49-F238E27FC236}">
                <a16:creationId xmlns:a16="http://schemas.microsoft.com/office/drawing/2014/main" id="{502EDB82-B1F5-53FB-A587-8DDA608A59A9}"/>
              </a:ext>
            </a:extLst>
          </p:cNvPr>
          <p:cNvSpPr>
            <a:spLocks noChangeShapeType="1"/>
          </p:cNvSpPr>
          <p:nvPr/>
        </p:nvSpPr>
        <p:spPr bwMode="auto">
          <a:xfrm>
            <a:off x="2911475" y="5410200"/>
            <a:ext cx="4572000" cy="0"/>
          </a:xfrm>
          <a:prstGeom prst="line">
            <a:avLst/>
          </a:prstGeom>
          <a:noFill/>
          <a:ln w="31750" cap="sq">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348" name="直接连接符 1033220">
            <a:extLst>
              <a:ext uri="{FF2B5EF4-FFF2-40B4-BE49-F238E27FC236}">
                <a16:creationId xmlns:a16="http://schemas.microsoft.com/office/drawing/2014/main" id="{514FE0E0-D48D-C104-34FF-675EF80CCBDA}"/>
              </a:ext>
            </a:extLst>
          </p:cNvPr>
          <p:cNvSpPr>
            <a:spLocks noChangeShapeType="1"/>
          </p:cNvSpPr>
          <p:nvPr/>
        </p:nvSpPr>
        <p:spPr bwMode="auto">
          <a:xfrm flipV="1">
            <a:off x="2911475" y="1752600"/>
            <a:ext cx="3962400" cy="3657600"/>
          </a:xfrm>
          <a:prstGeom prst="line">
            <a:avLst/>
          </a:prstGeom>
          <a:noFill/>
          <a:ln w="31750"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49" name="直接连接符 1033221">
            <a:extLst>
              <a:ext uri="{FF2B5EF4-FFF2-40B4-BE49-F238E27FC236}">
                <a16:creationId xmlns:a16="http://schemas.microsoft.com/office/drawing/2014/main" id="{0F696051-7DAC-0D86-A088-7747BA7F47C8}"/>
              </a:ext>
            </a:extLst>
          </p:cNvPr>
          <p:cNvSpPr>
            <a:spLocks noChangeShapeType="1"/>
          </p:cNvSpPr>
          <p:nvPr/>
        </p:nvSpPr>
        <p:spPr bwMode="auto">
          <a:xfrm flipV="1">
            <a:off x="2911475" y="2895600"/>
            <a:ext cx="4419600" cy="1447800"/>
          </a:xfrm>
          <a:prstGeom prst="line">
            <a:avLst/>
          </a:prstGeom>
          <a:noFill/>
          <a:ln w="31750" cap="sq">
            <a:solidFill>
              <a:srgbClr val="FF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3223" name="直接连接符 1033222">
            <a:extLst>
              <a:ext uri="{FF2B5EF4-FFF2-40B4-BE49-F238E27FC236}">
                <a16:creationId xmlns:a16="http://schemas.microsoft.com/office/drawing/2014/main" id="{C9282203-68D7-73D7-A2A6-D05E7FBD8BB3}"/>
              </a:ext>
            </a:extLst>
          </p:cNvPr>
          <p:cNvSpPr>
            <a:spLocks noChangeShapeType="1"/>
          </p:cNvSpPr>
          <p:nvPr/>
        </p:nvSpPr>
        <p:spPr bwMode="auto">
          <a:xfrm flipV="1">
            <a:off x="2911475" y="2133600"/>
            <a:ext cx="4343400" cy="1371600"/>
          </a:xfrm>
          <a:prstGeom prst="line">
            <a:avLst/>
          </a:prstGeom>
          <a:noFill/>
          <a:ln w="31750" cap="sq">
            <a:solidFill>
              <a:srgbClr val="00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51" name="DRAWING2STR_FREEFORM 1033223">
            <a:extLst>
              <a:ext uri="{FF2B5EF4-FFF2-40B4-BE49-F238E27FC236}">
                <a16:creationId xmlns:a16="http://schemas.microsoft.com/office/drawing/2014/main" id="{23DFAC95-2632-D86F-70F6-A27029B5A8F0}"/>
              </a:ext>
            </a:extLst>
          </p:cNvPr>
          <p:cNvSpPr>
            <a:spLocks noChangeArrowheads="1"/>
          </p:cNvSpPr>
          <p:nvPr/>
        </p:nvSpPr>
        <p:spPr bwMode="auto">
          <a:xfrm>
            <a:off x="3444875" y="4953000"/>
            <a:ext cx="254000" cy="457200"/>
          </a:xfrm>
          <a:custGeom>
            <a:avLst/>
            <a:gdLst>
              <a:gd name="T0" fmla="*/ 0 w 160"/>
              <a:gd name="T1" fmla="*/ 0 h 288"/>
              <a:gd name="T2" fmla="*/ 144 w 160"/>
              <a:gd name="T3" fmla="*/ 96 h 288"/>
              <a:gd name="T4" fmla="*/ 96 w 160"/>
              <a:gd name="T5" fmla="*/ 288 h 288"/>
            </a:gdLst>
            <a:ahLst/>
            <a:cxnLst>
              <a:cxn ang="0">
                <a:pos x="T0" y="T1"/>
              </a:cxn>
              <a:cxn ang="0">
                <a:pos x="T2" y="T3"/>
              </a:cxn>
              <a:cxn ang="0">
                <a:pos x="T4" y="T5"/>
              </a:cxn>
            </a:cxnLst>
            <a:rect l="0" t="0" r="r" b="b"/>
            <a:pathLst>
              <a:path w="160" h="288">
                <a:moveTo>
                  <a:pt x="0" y="0"/>
                </a:moveTo>
                <a:cubicBezTo>
                  <a:pt x="64" y="24"/>
                  <a:pt x="128" y="48"/>
                  <a:pt x="144" y="96"/>
                </a:cubicBezTo>
                <a:cubicBezTo>
                  <a:pt x="160" y="144"/>
                  <a:pt x="104" y="256"/>
                  <a:pt x="96" y="288"/>
                </a:cubicBezTo>
              </a:path>
            </a:pathLst>
          </a:custGeom>
          <a:noFill/>
          <a:ln w="31750"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57352" name="文本框 1033224">
            <a:extLst>
              <a:ext uri="{FF2B5EF4-FFF2-40B4-BE49-F238E27FC236}">
                <a16:creationId xmlns:a16="http://schemas.microsoft.com/office/drawing/2014/main" id="{C2BE310A-2599-3F40-8841-5997BC61B9F7}"/>
              </a:ext>
            </a:extLst>
          </p:cNvPr>
          <p:cNvSpPr txBox="1">
            <a:spLocks noChangeArrowheads="1"/>
          </p:cNvSpPr>
          <p:nvPr/>
        </p:nvSpPr>
        <p:spPr bwMode="auto">
          <a:xfrm>
            <a:off x="3657600" y="4841875"/>
            <a:ext cx="590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45</a:t>
            </a:r>
            <a:r>
              <a:rPr lang="en-US" altLang="zh-CN" sz="2400" i="0" baseline="30000">
                <a:solidFill>
                  <a:schemeClr val="tx1"/>
                </a:solidFill>
              </a:rPr>
              <a:t>0</a:t>
            </a:r>
            <a:endParaRPr lang="en-US" altLang="zh-CN" sz="2400" i="0">
              <a:solidFill>
                <a:schemeClr val="tx1"/>
              </a:solidFill>
            </a:endParaRPr>
          </a:p>
        </p:txBody>
      </p:sp>
      <p:sp>
        <p:nvSpPr>
          <p:cNvPr id="57353" name="文本框 1033225">
            <a:extLst>
              <a:ext uri="{FF2B5EF4-FFF2-40B4-BE49-F238E27FC236}">
                <a16:creationId xmlns:a16="http://schemas.microsoft.com/office/drawing/2014/main" id="{8EAFB6E8-0D1D-F92C-9777-12AD265A9CEF}"/>
              </a:ext>
            </a:extLst>
          </p:cNvPr>
          <p:cNvSpPr txBox="1">
            <a:spLocks noChangeArrowheads="1"/>
          </p:cNvSpPr>
          <p:nvPr/>
        </p:nvSpPr>
        <p:spPr bwMode="auto">
          <a:xfrm>
            <a:off x="2514600" y="4156075"/>
            <a:ext cx="319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a</a:t>
            </a:r>
          </a:p>
        </p:txBody>
      </p:sp>
      <p:sp>
        <p:nvSpPr>
          <p:cNvPr id="1033227" name="左大括号 1033226">
            <a:extLst>
              <a:ext uri="{FF2B5EF4-FFF2-40B4-BE49-F238E27FC236}">
                <a16:creationId xmlns:a16="http://schemas.microsoft.com/office/drawing/2014/main" id="{E95EB808-8E1B-7D50-3BEE-DDE4549FC05F}"/>
              </a:ext>
            </a:extLst>
          </p:cNvPr>
          <p:cNvSpPr>
            <a:spLocks/>
          </p:cNvSpPr>
          <p:nvPr/>
        </p:nvSpPr>
        <p:spPr bwMode="auto">
          <a:xfrm>
            <a:off x="2682875" y="3505200"/>
            <a:ext cx="152400" cy="838200"/>
          </a:xfrm>
          <a:prstGeom prst="leftBrace">
            <a:avLst>
              <a:gd name="adj1" fmla="val 45808"/>
              <a:gd name="adj2" fmla="val 50000"/>
            </a:avLst>
          </a:prstGeom>
          <a:noFill/>
          <a:ln w="31750"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1033228" name="文本框 1033227">
            <a:extLst>
              <a:ext uri="{FF2B5EF4-FFF2-40B4-BE49-F238E27FC236}">
                <a16:creationId xmlns:a16="http://schemas.microsoft.com/office/drawing/2014/main" id="{2F0C6F5F-01B8-A58D-D553-CCC3E9521B6C}"/>
              </a:ext>
            </a:extLst>
          </p:cNvPr>
          <p:cNvSpPr txBox="1">
            <a:spLocks noChangeArrowheads="1"/>
          </p:cNvSpPr>
          <p:nvPr/>
        </p:nvSpPr>
        <p:spPr bwMode="auto">
          <a:xfrm>
            <a:off x="2362200" y="3698875"/>
            <a:ext cx="285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I</a:t>
            </a:r>
          </a:p>
        </p:txBody>
      </p:sp>
      <p:sp>
        <p:nvSpPr>
          <p:cNvPr id="57356" name="文本框 1033228">
            <a:extLst>
              <a:ext uri="{FF2B5EF4-FFF2-40B4-BE49-F238E27FC236}">
                <a16:creationId xmlns:a16="http://schemas.microsoft.com/office/drawing/2014/main" id="{C800D326-F3F8-E61E-744C-9A18DDF620B9}"/>
              </a:ext>
            </a:extLst>
          </p:cNvPr>
          <p:cNvSpPr txBox="1">
            <a:spLocks noChangeArrowheads="1"/>
          </p:cNvSpPr>
          <p:nvPr/>
        </p:nvSpPr>
        <p:spPr bwMode="auto">
          <a:xfrm>
            <a:off x="6019800" y="3190875"/>
            <a:ext cx="22971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p>
            <a:pPr>
              <a:lnSpc>
                <a:spcPct val="100000"/>
              </a:lnSpc>
              <a:spcBef>
                <a:spcPct val="20000"/>
              </a:spcBef>
              <a:buClr>
                <a:schemeClr val="tx2"/>
              </a:buClr>
              <a:buFont typeface="Wingdings" panose="05000000000000000000" pitchFamily="2" charset="2"/>
              <a:buNone/>
            </a:pPr>
            <a:r>
              <a:rPr lang="en-US" altLang="zh-CN" sz="2800" b="1" i="0">
                <a:solidFill>
                  <a:schemeClr val="tx1"/>
                </a:solidFill>
              </a:rPr>
              <a:t>C</a:t>
            </a:r>
            <a:r>
              <a:rPr lang="zh-CN" altLang="en-US" sz="2800" b="1" i="0">
                <a:solidFill>
                  <a:schemeClr val="tx1"/>
                </a:solidFill>
              </a:rPr>
              <a:t>＝</a:t>
            </a:r>
            <a:r>
              <a:rPr lang="en-US" altLang="zh-CN" sz="2800" b="1" i="0">
                <a:solidFill>
                  <a:schemeClr val="tx1"/>
                </a:solidFill>
              </a:rPr>
              <a:t>a</a:t>
            </a:r>
            <a:r>
              <a:rPr lang="zh-CN" altLang="en-US" sz="2800" b="1" i="0">
                <a:solidFill>
                  <a:schemeClr val="tx1"/>
                </a:solidFill>
              </a:rPr>
              <a:t>＋</a:t>
            </a:r>
            <a:r>
              <a:rPr lang="en-US" altLang="zh-CN" sz="2800" b="1" i="0">
                <a:solidFill>
                  <a:schemeClr val="tx1"/>
                </a:solidFill>
              </a:rPr>
              <a:t>bY</a:t>
            </a:r>
            <a:endParaRPr lang="en-US" altLang="zh-CN" sz="2400" i="0">
              <a:solidFill>
                <a:schemeClr val="tx1"/>
              </a:solidFill>
            </a:endParaRPr>
          </a:p>
        </p:txBody>
      </p:sp>
      <p:sp>
        <p:nvSpPr>
          <p:cNvPr id="1033230" name="文本框 1033229">
            <a:extLst>
              <a:ext uri="{FF2B5EF4-FFF2-40B4-BE49-F238E27FC236}">
                <a16:creationId xmlns:a16="http://schemas.microsoft.com/office/drawing/2014/main" id="{6C8F5A77-53B4-9BC1-3513-DB7D25E8AB9D}"/>
              </a:ext>
            </a:extLst>
          </p:cNvPr>
          <p:cNvSpPr txBox="1">
            <a:spLocks noChangeArrowheads="1"/>
          </p:cNvSpPr>
          <p:nvPr/>
        </p:nvSpPr>
        <p:spPr bwMode="auto">
          <a:xfrm>
            <a:off x="6781800" y="2133600"/>
            <a:ext cx="2038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p>
            <a:pPr>
              <a:lnSpc>
                <a:spcPct val="100000"/>
              </a:lnSpc>
              <a:spcBef>
                <a:spcPct val="20000"/>
              </a:spcBef>
              <a:buClr>
                <a:schemeClr val="tx2"/>
              </a:buClr>
              <a:buFont typeface="Wingdings" panose="05000000000000000000" pitchFamily="2" charset="2"/>
              <a:buNone/>
            </a:pPr>
            <a:r>
              <a:rPr lang="en-US" altLang="zh-CN" sz="2800" b="1" i="0">
                <a:solidFill>
                  <a:schemeClr val="tx1"/>
                </a:solidFill>
              </a:rPr>
              <a:t>Y</a:t>
            </a:r>
            <a:r>
              <a:rPr lang="zh-CN" altLang="en-US" sz="2800" b="1" i="0">
                <a:solidFill>
                  <a:schemeClr val="tx1"/>
                </a:solidFill>
              </a:rPr>
              <a:t>＝</a:t>
            </a:r>
            <a:r>
              <a:rPr lang="en-US" altLang="zh-CN" sz="2800" b="1" i="0">
                <a:solidFill>
                  <a:schemeClr val="tx1"/>
                </a:solidFill>
              </a:rPr>
              <a:t>C+I</a:t>
            </a:r>
            <a:endParaRPr lang="en-US" altLang="zh-CN" sz="2400" i="0">
              <a:solidFill>
                <a:schemeClr val="tx1"/>
              </a:solidFill>
            </a:endParaRPr>
          </a:p>
        </p:txBody>
      </p:sp>
      <p:sp>
        <p:nvSpPr>
          <p:cNvPr id="57358" name="文本框 1033230">
            <a:extLst>
              <a:ext uri="{FF2B5EF4-FFF2-40B4-BE49-F238E27FC236}">
                <a16:creationId xmlns:a16="http://schemas.microsoft.com/office/drawing/2014/main" id="{8A96A2BA-5601-BD09-120C-3C52ED096984}"/>
              </a:ext>
            </a:extLst>
          </p:cNvPr>
          <p:cNvSpPr txBox="1">
            <a:spLocks noChangeArrowheads="1"/>
          </p:cNvSpPr>
          <p:nvPr/>
        </p:nvSpPr>
        <p:spPr bwMode="auto">
          <a:xfrm>
            <a:off x="7308850" y="5373688"/>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Y</a:t>
            </a:r>
          </a:p>
        </p:txBody>
      </p:sp>
      <p:sp>
        <p:nvSpPr>
          <p:cNvPr id="57359" name="文本框 1033231">
            <a:extLst>
              <a:ext uri="{FF2B5EF4-FFF2-40B4-BE49-F238E27FC236}">
                <a16:creationId xmlns:a16="http://schemas.microsoft.com/office/drawing/2014/main" id="{0F9C0221-6686-3DB9-28F6-E359960C4DC9}"/>
              </a:ext>
            </a:extLst>
          </p:cNvPr>
          <p:cNvSpPr txBox="1">
            <a:spLocks noChangeArrowheads="1"/>
          </p:cNvSpPr>
          <p:nvPr/>
        </p:nvSpPr>
        <p:spPr bwMode="auto">
          <a:xfrm>
            <a:off x="2149475" y="1600200"/>
            <a:ext cx="7826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p>
            <a:pPr>
              <a:lnSpc>
                <a:spcPct val="100000"/>
              </a:lnSpc>
              <a:spcBef>
                <a:spcPct val="0"/>
              </a:spcBef>
            </a:pPr>
            <a:r>
              <a:rPr lang="en-US" altLang="zh-CN" sz="2800" b="1" i="0">
                <a:solidFill>
                  <a:schemeClr val="tx1"/>
                </a:solidFill>
              </a:rPr>
              <a:t>C+I</a:t>
            </a:r>
          </a:p>
        </p:txBody>
      </p:sp>
      <p:sp>
        <p:nvSpPr>
          <p:cNvPr id="57360" name="文本框 1033232">
            <a:extLst>
              <a:ext uri="{FF2B5EF4-FFF2-40B4-BE49-F238E27FC236}">
                <a16:creationId xmlns:a16="http://schemas.microsoft.com/office/drawing/2014/main" id="{7B693A1F-7E09-BC1E-242E-F1071F323698}"/>
              </a:ext>
            </a:extLst>
          </p:cNvPr>
          <p:cNvSpPr txBox="1">
            <a:spLocks noChangeArrowheads="1"/>
          </p:cNvSpPr>
          <p:nvPr/>
        </p:nvSpPr>
        <p:spPr bwMode="auto">
          <a:xfrm>
            <a:off x="2590800" y="5299075"/>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O</a:t>
            </a:r>
          </a:p>
        </p:txBody>
      </p:sp>
      <p:sp>
        <p:nvSpPr>
          <p:cNvPr id="1033234" name="直接连接符 1033233">
            <a:extLst>
              <a:ext uri="{FF2B5EF4-FFF2-40B4-BE49-F238E27FC236}">
                <a16:creationId xmlns:a16="http://schemas.microsoft.com/office/drawing/2014/main" id="{3A02D514-23B2-2586-51A5-49FFC8BB556F}"/>
              </a:ext>
            </a:extLst>
          </p:cNvPr>
          <p:cNvSpPr>
            <a:spLocks noChangeShapeType="1"/>
          </p:cNvSpPr>
          <p:nvPr/>
        </p:nvSpPr>
        <p:spPr bwMode="auto">
          <a:xfrm>
            <a:off x="6035675" y="2514600"/>
            <a:ext cx="0" cy="2895600"/>
          </a:xfrm>
          <a:prstGeom prst="line">
            <a:avLst/>
          </a:prstGeom>
          <a:noFill/>
          <a:ln w="31750">
            <a:solidFill>
              <a:srgbClr val="00FFFF"/>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3235" name="文本框 1033234">
            <a:extLst>
              <a:ext uri="{FF2B5EF4-FFF2-40B4-BE49-F238E27FC236}">
                <a16:creationId xmlns:a16="http://schemas.microsoft.com/office/drawing/2014/main" id="{82BB9E07-18FC-0C11-0609-9DE25E73E3C2}"/>
              </a:ext>
            </a:extLst>
          </p:cNvPr>
          <p:cNvSpPr txBox="1">
            <a:spLocks noChangeArrowheads="1"/>
          </p:cNvSpPr>
          <p:nvPr/>
        </p:nvSpPr>
        <p:spPr bwMode="auto">
          <a:xfrm>
            <a:off x="5699125" y="2098675"/>
            <a:ext cx="369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E</a:t>
            </a:r>
          </a:p>
        </p:txBody>
      </p:sp>
      <p:sp>
        <p:nvSpPr>
          <p:cNvPr id="57363" name="文本框 1033235">
            <a:extLst>
              <a:ext uri="{FF2B5EF4-FFF2-40B4-BE49-F238E27FC236}">
                <a16:creationId xmlns:a16="http://schemas.microsoft.com/office/drawing/2014/main" id="{353A13EB-6746-889A-BD6B-CEBD50948CC7}"/>
              </a:ext>
            </a:extLst>
          </p:cNvPr>
          <p:cNvSpPr txBox="1">
            <a:spLocks noChangeArrowheads="1"/>
          </p:cNvSpPr>
          <p:nvPr/>
        </p:nvSpPr>
        <p:spPr bwMode="auto">
          <a:xfrm>
            <a:off x="4327525" y="29924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p>
            <a:pPr>
              <a:lnSpc>
                <a:spcPct val="100000"/>
              </a:lnSpc>
              <a:spcBef>
                <a:spcPct val="0"/>
              </a:spcBef>
            </a:pPr>
            <a:endParaRPr lang="zh-CN" altLang="en-US" sz="2400" i="0">
              <a:solidFill>
                <a:schemeClr val="tx1"/>
              </a:solidFill>
            </a:endParaRPr>
          </a:p>
        </p:txBody>
      </p:sp>
      <p:sp>
        <p:nvSpPr>
          <p:cNvPr id="1033237" name="文本框 1033236">
            <a:extLst>
              <a:ext uri="{FF2B5EF4-FFF2-40B4-BE49-F238E27FC236}">
                <a16:creationId xmlns:a16="http://schemas.microsoft.com/office/drawing/2014/main" id="{C94B8D3A-6F91-C897-20E2-334D6433B9FF}"/>
              </a:ext>
            </a:extLst>
          </p:cNvPr>
          <p:cNvSpPr txBox="1">
            <a:spLocks noChangeArrowheads="1"/>
          </p:cNvSpPr>
          <p:nvPr/>
        </p:nvSpPr>
        <p:spPr bwMode="auto">
          <a:xfrm>
            <a:off x="5775325" y="5375275"/>
            <a:ext cx="5064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Y</a:t>
            </a:r>
            <a:r>
              <a:rPr lang="en-US" altLang="zh-CN" sz="2400" i="0" baseline="-25000">
                <a:solidFill>
                  <a:schemeClr val="tx1"/>
                </a:solidFill>
              </a:rPr>
              <a:t>0</a:t>
            </a:r>
            <a:endParaRPr lang="en-US" altLang="zh-CN" sz="2400" i="0">
              <a:solidFill>
                <a:schemeClr val="tx1"/>
              </a:solidFill>
            </a:endParaRPr>
          </a:p>
        </p:txBody>
      </p:sp>
      <p:sp>
        <p:nvSpPr>
          <p:cNvPr id="1033238" name="文本框 1033237">
            <a:extLst>
              <a:ext uri="{FF2B5EF4-FFF2-40B4-BE49-F238E27FC236}">
                <a16:creationId xmlns:a16="http://schemas.microsoft.com/office/drawing/2014/main" id="{21B0E27F-E0ED-AE6B-EF5E-780BCB8D49B8}"/>
              </a:ext>
            </a:extLst>
          </p:cNvPr>
          <p:cNvSpPr txBox="1">
            <a:spLocks noChangeArrowheads="1"/>
          </p:cNvSpPr>
          <p:nvPr/>
        </p:nvSpPr>
        <p:spPr bwMode="auto">
          <a:xfrm>
            <a:off x="6842125" y="1641475"/>
            <a:ext cx="6270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S&gt;I</a:t>
            </a:r>
          </a:p>
        </p:txBody>
      </p:sp>
      <p:sp>
        <p:nvSpPr>
          <p:cNvPr id="1033239" name="文本框 1033238">
            <a:extLst>
              <a:ext uri="{FF2B5EF4-FFF2-40B4-BE49-F238E27FC236}">
                <a16:creationId xmlns:a16="http://schemas.microsoft.com/office/drawing/2014/main" id="{4B105CA0-F183-CC70-D08F-CD14955CD718}"/>
              </a:ext>
            </a:extLst>
          </p:cNvPr>
          <p:cNvSpPr txBox="1">
            <a:spLocks noChangeArrowheads="1"/>
          </p:cNvSpPr>
          <p:nvPr/>
        </p:nvSpPr>
        <p:spPr bwMode="auto">
          <a:xfrm>
            <a:off x="4175125" y="3165475"/>
            <a:ext cx="6270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I&gt;S</a:t>
            </a:r>
          </a:p>
        </p:txBody>
      </p:sp>
      <p:sp>
        <p:nvSpPr>
          <p:cNvPr id="1033240" name="文本框 1033239">
            <a:extLst>
              <a:ext uri="{FF2B5EF4-FFF2-40B4-BE49-F238E27FC236}">
                <a16:creationId xmlns:a16="http://schemas.microsoft.com/office/drawing/2014/main" id="{D4DDF957-2723-AF4F-99A5-40A678240B28}"/>
              </a:ext>
            </a:extLst>
          </p:cNvPr>
          <p:cNvSpPr txBox="1">
            <a:spLocks noChangeArrowheads="1"/>
          </p:cNvSpPr>
          <p:nvPr/>
        </p:nvSpPr>
        <p:spPr bwMode="auto">
          <a:xfrm>
            <a:off x="4859338" y="5373688"/>
            <a:ext cx="5064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Y</a:t>
            </a:r>
            <a:r>
              <a:rPr lang="en-US" altLang="zh-CN" sz="2400" i="0" baseline="-25000">
                <a:solidFill>
                  <a:schemeClr val="tx1"/>
                </a:solidFill>
              </a:rPr>
              <a:t>1</a:t>
            </a:r>
            <a:endParaRPr lang="en-US" altLang="zh-CN" sz="2400" i="0">
              <a:solidFill>
                <a:schemeClr val="tx1"/>
              </a:solidFill>
            </a:endParaRPr>
          </a:p>
        </p:txBody>
      </p:sp>
      <p:sp>
        <p:nvSpPr>
          <p:cNvPr id="1033241" name="文本框 1033240">
            <a:extLst>
              <a:ext uri="{FF2B5EF4-FFF2-40B4-BE49-F238E27FC236}">
                <a16:creationId xmlns:a16="http://schemas.microsoft.com/office/drawing/2014/main" id="{3A99BEA3-CEB6-5165-856D-39364930BEFF}"/>
              </a:ext>
            </a:extLst>
          </p:cNvPr>
          <p:cNvSpPr txBox="1">
            <a:spLocks noChangeArrowheads="1"/>
          </p:cNvSpPr>
          <p:nvPr/>
        </p:nvSpPr>
        <p:spPr bwMode="auto">
          <a:xfrm>
            <a:off x="6689725" y="5375275"/>
            <a:ext cx="5064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Y</a:t>
            </a:r>
            <a:r>
              <a:rPr lang="en-US" altLang="zh-CN" sz="2400" i="0" baseline="-25000">
                <a:solidFill>
                  <a:schemeClr val="tx1"/>
                </a:solidFill>
              </a:rPr>
              <a:t>2</a:t>
            </a:r>
            <a:endParaRPr lang="en-US" altLang="zh-CN" sz="2400" i="0">
              <a:solidFill>
                <a:schemeClr val="tx1"/>
              </a:solidFill>
            </a:endParaRPr>
          </a:p>
        </p:txBody>
      </p:sp>
      <p:sp>
        <p:nvSpPr>
          <p:cNvPr id="57369" name="文本框 1033242">
            <a:extLst>
              <a:ext uri="{FF2B5EF4-FFF2-40B4-BE49-F238E27FC236}">
                <a16:creationId xmlns:a16="http://schemas.microsoft.com/office/drawing/2014/main" id="{61CCB9E6-6773-952C-1ACF-DE3304D0316F}"/>
              </a:ext>
            </a:extLst>
          </p:cNvPr>
          <p:cNvSpPr txBox="1">
            <a:spLocks noChangeArrowheads="1"/>
          </p:cNvSpPr>
          <p:nvPr/>
        </p:nvSpPr>
        <p:spPr bwMode="auto">
          <a:xfrm>
            <a:off x="2392363" y="5897563"/>
            <a:ext cx="5340350" cy="417512"/>
          </a:xfrm>
          <a:prstGeom prst="rect">
            <a:avLst/>
          </a:prstGeom>
          <a:noFill/>
          <a:ln w="50800" cap="sq">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p>
            <a:pPr eaLnBrk="0" hangingPunct="0">
              <a:lnSpc>
                <a:spcPct val="100000"/>
              </a:lnSpc>
              <a:spcBef>
                <a:spcPct val="0"/>
              </a:spcBef>
            </a:pPr>
            <a:r>
              <a:rPr lang="en-US" altLang="zh-CN" sz="1800" i="0">
                <a:solidFill>
                  <a:schemeClr val="tx1"/>
                </a:solidFill>
                <a:latin typeface="Arial" panose="020B0604020202020204" pitchFamily="34" charset="0"/>
              </a:rPr>
              <a:t>I&gt;S</a:t>
            </a:r>
            <a:r>
              <a:rPr lang="zh-CN" altLang="en-US" sz="1800" i="0">
                <a:solidFill>
                  <a:schemeClr val="tx1"/>
                </a:solidFill>
                <a:latin typeface="Arial" panose="020B0604020202020204" pitchFamily="34" charset="0"/>
              </a:rPr>
              <a:t>：非意愿存货小于零； </a:t>
            </a:r>
            <a:r>
              <a:rPr lang="en-US" altLang="zh-CN" sz="1800" i="0">
                <a:solidFill>
                  <a:schemeClr val="tx1"/>
                </a:solidFill>
                <a:latin typeface="Arial" panose="020B0604020202020204" pitchFamily="34" charset="0"/>
              </a:rPr>
              <a:t>S&gt;I</a:t>
            </a:r>
            <a:r>
              <a:rPr lang="zh-CN" altLang="en-US" sz="1800" i="0">
                <a:solidFill>
                  <a:schemeClr val="tx1"/>
                </a:solidFill>
                <a:latin typeface="Arial" panose="020B0604020202020204" pitchFamily="34" charset="0"/>
              </a:rPr>
              <a:t>：非意愿存货大于零</a:t>
            </a:r>
          </a:p>
        </p:txBody>
      </p:sp>
      <p:sp>
        <p:nvSpPr>
          <p:cNvPr id="1033244" name="直接连接符 1033243">
            <a:extLst>
              <a:ext uri="{FF2B5EF4-FFF2-40B4-BE49-F238E27FC236}">
                <a16:creationId xmlns:a16="http://schemas.microsoft.com/office/drawing/2014/main" id="{29FA0DF2-EA12-5DD1-E43A-0D0B09BC265B}"/>
              </a:ext>
            </a:extLst>
          </p:cNvPr>
          <p:cNvSpPr>
            <a:spLocks noChangeShapeType="1"/>
          </p:cNvSpPr>
          <p:nvPr/>
        </p:nvSpPr>
        <p:spPr bwMode="auto">
          <a:xfrm>
            <a:off x="5219700" y="5373688"/>
            <a:ext cx="792163" cy="0"/>
          </a:xfrm>
          <a:prstGeom prst="line">
            <a:avLst/>
          </a:prstGeom>
          <a:noFill/>
          <a:ln w="41275">
            <a:solidFill>
              <a:srgbClr val="FF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33246" name="直接连接符 1033245">
            <a:extLst>
              <a:ext uri="{FF2B5EF4-FFF2-40B4-BE49-F238E27FC236}">
                <a16:creationId xmlns:a16="http://schemas.microsoft.com/office/drawing/2014/main" id="{311B43C7-D15F-5E69-C726-76CC2DA1EC12}"/>
              </a:ext>
            </a:extLst>
          </p:cNvPr>
          <p:cNvSpPr>
            <a:spLocks noChangeShapeType="1"/>
          </p:cNvSpPr>
          <p:nvPr/>
        </p:nvSpPr>
        <p:spPr bwMode="auto">
          <a:xfrm flipH="1">
            <a:off x="6084888" y="5373688"/>
            <a:ext cx="792162" cy="0"/>
          </a:xfrm>
          <a:prstGeom prst="line">
            <a:avLst/>
          </a:prstGeom>
          <a:noFill/>
          <a:ln w="41275">
            <a:solidFill>
              <a:srgbClr val="00FF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372" name="Slide Number Placeholder 1">
            <a:extLst>
              <a:ext uri="{FF2B5EF4-FFF2-40B4-BE49-F238E27FC236}">
                <a16:creationId xmlns:a16="http://schemas.microsoft.com/office/drawing/2014/main" id="{2A70F993-82A5-4570-93D3-77FF4DEA251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A2D05057-3ADE-40B9-8B68-144BDBBB85E2}" type="slidenum">
              <a:rPr lang="en-AU" altLang="zh-CN" sz="1400" i="0">
                <a:latin typeface="Arial" panose="020B0604020202020204" pitchFamily="34" charset="0"/>
              </a:rPr>
              <a:pPr algn="r"/>
              <a:t>46</a:t>
            </a:fld>
            <a:endParaRPr lang="en-AU" altLang="zh-CN" sz="1400" i="0">
              <a:latin typeface="Arial" panose="020B0604020202020204" pitchFamily="34" charset="0"/>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033223"/>
                                        </p:tgtEl>
                                        <p:attrNameLst>
                                          <p:attrName>style.visibility</p:attrName>
                                        </p:attrNameLst>
                                      </p:cBhvr>
                                      <p:to>
                                        <p:strVal val="visible"/>
                                      </p:to>
                                    </p:set>
                                    <p:animEffect transition="in" filter="blinds(horizontal)">
                                      <p:cBhvr>
                                        <p:cTn id="7" dur="500"/>
                                        <p:tgtEl>
                                          <p:spTgt spid="103322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33227"/>
                                        </p:tgtEl>
                                        <p:attrNameLst>
                                          <p:attrName>style.visibility</p:attrName>
                                        </p:attrNameLst>
                                      </p:cBhvr>
                                      <p:to>
                                        <p:strVal val="visible"/>
                                      </p:to>
                                    </p:set>
                                    <p:animEffect transition="in" filter="blinds(horizontal)">
                                      <p:cBhvr>
                                        <p:cTn id="12" dur="500"/>
                                        <p:tgtEl>
                                          <p:spTgt spid="103322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33228">
                                            <p:txEl>
                                              <p:pRg st="0" end="0"/>
                                            </p:txEl>
                                          </p:spTgt>
                                        </p:tgtEl>
                                        <p:attrNameLst>
                                          <p:attrName>style.visibility</p:attrName>
                                        </p:attrNameLst>
                                      </p:cBhvr>
                                      <p:to>
                                        <p:strVal val="visible"/>
                                      </p:to>
                                    </p:set>
                                    <p:animEffect transition="in" filter="blinds(horizontal)">
                                      <p:cBhvr>
                                        <p:cTn id="17" dur="500"/>
                                        <p:tgtEl>
                                          <p:spTgt spid="1033228">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grpId="0" nodeType="clickEffect">
                                  <p:stCondLst>
                                    <p:cond delay="0"/>
                                  </p:stCondLst>
                                  <p:childTnLst>
                                    <p:set>
                                      <p:cBhvr>
                                        <p:cTn id="21" dur="1" fill="hold">
                                          <p:stCondLst>
                                            <p:cond delay="499"/>
                                          </p:stCondLst>
                                        </p:cTn>
                                        <p:tgtEl>
                                          <p:spTgt spid="1033230">
                                            <p:txEl>
                                              <p:pRg st="0" end="0"/>
                                            </p:txEl>
                                          </p:spTgt>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1033235">
                                            <p:txEl>
                                              <p:pRg st="0" end="0"/>
                                            </p:txEl>
                                          </p:spTgt>
                                        </p:tgtEl>
                                        <p:attrNameLst>
                                          <p:attrName>style.visibility</p:attrName>
                                        </p:attrNameLst>
                                      </p:cBhvr>
                                      <p:to>
                                        <p:strVal val="visible"/>
                                      </p:to>
                                    </p:set>
                                    <p:animEffect transition="in" filter="blinds(horizontal)">
                                      <p:cBhvr>
                                        <p:cTn id="26" dur="500"/>
                                        <p:tgtEl>
                                          <p:spTgt spid="1033235">
                                            <p:txEl>
                                              <p:pRg st="0" end="0"/>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nodeType="clickEffect">
                                  <p:stCondLst>
                                    <p:cond delay="0"/>
                                  </p:stCondLst>
                                  <p:childTnLst>
                                    <p:set>
                                      <p:cBhvr>
                                        <p:cTn id="30" dur="1" fill="hold">
                                          <p:stCondLst>
                                            <p:cond delay="0"/>
                                          </p:stCondLst>
                                        </p:cTn>
                                        <p:tgtEl>
                                          <p:spTgt spid="1033234"/>
                                        </p:tgtEl>
                                        <p:attrNameLst>
                                          <p:attrName>style.visibility</p:attrName>
                                        </p:attrNameLst>
                                      </p:cBhvr>
                                      <p:to>
                                        <p:strVal val="visible"/>
                                      </p:to>
                                    </p:set>
                                    <p:animEffect transition="in" filter="blinds(horizontal)">
                                      <p:cBhvr>
                                        <p:cTn id="31" dur="500"/>
                                        <p:tgtEl>
                                          <p:spTgt spid="1033234"/>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 presetClass="entr" presetSubtype="0" fill="hold" grpId="0" nodeType="clickEffect">
                                  <p:stCondLst>
                                    <p:cond delay="0"/>
                                  </p:stCondLst>
                                  <p:childTnLst>
                                    <p:set>
                                      <p:cBhvr>
                                        <p:cTn id="35" dur="1" fill="hold">
                                          <p:stCondLst>
                                            <p:cond delay="499"/>
                                          </p:stCondLst>
                                        </p:cTn>
                                        <p:tgtEl>
                                          <p:spTgt spid="1033237">
                                            <p:txEl>
                                              <p:pRg st="0" end="0"/>
                                            </p:txEl>
                                          </p:spTgt>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1" presetClass="entr" presetSubtype="0" fill="hold" grpId="0" nodeType="clickEffect">
                                  <p:stCondLst>
                                    <p:cond delay="0"/>
                                  </p:stCondLst>
                                  <p:childTnLst>
                                    <p:set>
                                      <p:cBhvr>
                                        <p:cTn id="39" dur="1" fill="hold">
                                          <p:stCondLst>
                                            <p:cond delay="499"/>
                                          </p:stCondLst>
                                        </p:cTn>
                                        <p:tgtEl>
                                          <p:spTgt spid="1033239">
                                            <p:txEl>
                                              <p:pRg st="0" end="0"/>
                                            </p:txEl>
                                          </p:spTgt>
                                        </p:tgtEl>
                                        <p:attrNameLst>
                                          <p:attrName>style.visibility</p:attrName>
                                        </p:attrNameLst>
                                      </p:cBhvr>
                                      <p:to>
                                        <p:strVal val="visible"/>
                                      </p:to>
                                    </p:set>
                                  </p:childTnLst>
                                </p:cTn>
                              </p:par>
                            </p:childTnLst>
                          </p:cTn>
                        </p:par>
                      </p:childTnLst>
                    </p:cTn>
                  </p:par>
                  <p:par>
                    <p:cTn id="40" fill="hold" nodeType="clickPar">
                      <p:stCondLst>
                        <p:cond delay="indefinite"/>
                      </p:stCondLst>
                      <p:childTnLst>
                        <p:par>
                          <p:cTn id="41" fill="hold" nodeType="withGroup">
                            <p:stCondLst>
                              <p:cond delay="0"/>
                            </p:stCondLst>
                            <p:childTnLst>
                              <p:par>
                                <p:cTn id="42" presetID="1" presetClass="entr" presetSubtype="0" fill="hold" grpId="0" nodeType="clickEffect">
                                  <p:stCondLst>
                                    <p:cond delay="0"/>
                                  </p:stCondLst>
                                  <p:childTnLst>
                                    <p:set>
                                      <p:cBhvr>
                                        <p:cTn id="43" dur="1" fill="hold">
                                          <p:stCondLst>
                                            <p:cond delay="499"/>
                                          </p:stCondLst>
                                        </p:cTn>
                                        <p:tgtEl>
                                          <p:spTgt spid="1033238">
                                            <p:txEl>
                                              <p:pRg st="0" end="0"/>
                                            </p:txEl>
                                          </p:spTgt>
                                        </p:tgtEl>
                                        <p:attrNameLst>
                                          <p:attrName>style.visibility</p:attrName>
                                        </p:attrNameLst>
                                      </p:cBhvr>
                                      <p:to>
                                        <p:strVal val="visible"/>
                                      </p:to>
                                    </p:set>
                                  </p:childTnLst>
                                </p:cTn>
                              </p:par>
                            </p:childTnLst>
                          </p:cTn>
                        </p:par>
                      </p:childTnLst>
                    </p:cTn>
                  </p:par>
                  <p:par>
                    <p:cTn id="44" fill="hold" nodeType="clickPar">
                      <p:stCondLst>
                        <p:cond delay="indefinite"/>
                      </p:stCondLst>
                      <p:childTnLst>
                        <p:par>
                          <p:cTn id="45" fill="hold" nodeType="withGroup">
                            <p:stCondLst>
                              <p:cond delay="0"/>
                            </p:stCondLst>
                            <p:childTnLst>
                              <p:par>
                                <p:cTn id="46" presetID="5" presetClass="entr" presetSubtype="10" fill="hold" grpId="0" nodeType="clickEffect">
                                  <p:stCondLst>
                                    <p:cond delay="0"/>
                                  </p:stCondLst>
                                  <p:childTnLst>
                                    <p:set>
                                      <p:cBhvr>
                                        <p:cTn id="47" dur="1" fill="hold">
                                          <p:stCondLst>
                                            <p:cond delay="0"/>
                                          </p:stCondLst>
                                        </p:cTn>
                                        <p:tgtEl>
                                          <p:spTgt spid="1033240">
                                            <p:txEl>
                                              <p:pRg st="0" end="0"/>
                                            </p:txEl>
                                          </p:spTgt>
                                        </p:tgtEl>
                                        <p:attrNameLst>
                                          <p:attrName>style.visibility</p:attrName>
                                        </p:attrNameLst>
                                      </p:cBhvr>
                                      <p:to>
                                        <p:strVal val="visible"/>
                                      </p:to>
                                    </p:set>
                                    <p:animEffect transition="in" filter="checkerboard(across)">
                                      <p:cBhvr>
                                        <p:cTn id="48" dur="500"/>
                                        <p:tgtEl>
                                          <p:spTgt spid="1033240">
                                            <p:txEl>
                                              <p:pRg st="0" end="0"/>
                                            </p:txEl>
                                          </p:spTgt>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3" presetClass="entr" presetSubtype="10" fill="hold" nodeType="clickEffect">
                                  <p:stCondLst>
                                    <p:cond delay="0"/>
                                  </p:stCondLst>
                                  <p:childTnLst>
                                    <p:set>
                                      <p:cBhvr>
                                        <p:cTn id="52" dur="1" fill="hold">
                                          <p:stCondLst>
                                            <p:cond delay="0"/>
                                          </p:stCondLst>
                                        </p:cTn>
                                        <p:tgtEl>
                                          <p:spTgt spid="1033244"/>
                                        </p:tgtEl>
                                        <p:attrNameLst>
                                          <p:attrName>style.visibility</p:attrName>
                                        </p:attrNameLst>
                                      </p:cBhvr>
                                      <p:to>
                                        <p:strVal val="visible"/>
                                      </p:to>
                                    </p:set>
                                    <p:animEffect transition="in" filter="blinds(horizontal)">
                                      <p:cBhvr>
                                        <p:cTn id="53" dur="500"/>
                                        <p:tgtEl>
                                          <p:spTgt spid="1033244"/>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1" presetClass="entr" presetSubtype="0" fill="hold" grpId="0" nodeType="clickEffect">
                                  <p:stCondLst>
                                    <p:cond delay="0"/>
                                  </p:stCondLst>
                                  <p:childTnLst>
                                    <p:set>
                                      <p:cBhvr>
                                        <p:cTn id="57" dur="1" fill="hold">
                                          <p:stCondLst>
                                            <p:cond delay="499"/>
                                          </p:stCondLst>
                                        </p:cTn>
                                        <p:tgtEl>
                                          <p:spTgt spid="1033241">
                                            <p:txEl>
                                              <p:pRg st="0" end="0"/>
                                            </p:txEl>
                                          </p:spTgt>
                                        </p:tgtEl>
                                        <p:attrNameLst>
                                          <p:attrName>style.visibility</p:attrName>
                                        </p:attrNameLst>
                                      </p:cBhvr>
                                      <p:to>
                                        <p:strVal val="visible"/>
                                      </p:to>
                                    </p:set>
                                  </p:childTnLst>
                                </p:cTn>
                              </p:par>
                            </p:childTnLst>
                          </p:cTn>
                        </p:par>
                      </p:childTnLst>
                    </p:cTn>
                  </p:par>
                  <p:par>
                    <p:cTn id="58" fill="hold" nodeType="clickPar">
                      <p:stCondLst>
                        <p:cond delay="indefinite"/>
                      </p:stCondLst>
                      <p:childTnLst>
                        <p:par>
                          <p:cTn id="59" fill="hold" nodeType="withGroup">
                            <p:stCondLst>
                              <p:cond delay="0"/>
                            </p:stCondLst>
                            <p:childTnLst>
                              <p:par>
                                <p:cTn id="60" presetID="1" presetClass="entr" presetSubtype="0" fill="hold" nodeType="clickEffect">
                                  <p:stCondLst>
                                    <p:cond delay="0"/>
                                  </p:stCondLst>
                                  <p:childTnLst>
                                    <p:set>
                                      <p:cBhvr>
                                        <p:cTn id="61" dur="1" fill="hold">
                                          <p:stCondLst>
                                            <p:cond delay="499"/>
                                          </p:stCondLst>
                                        </p:cTn>
                                        <p:tgtEl>
                                          <p:spTgt spid="10332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3227" grpId="0" animBg="1" autoUpdateAnimBg="0"/>
      <p:bldP spid="1033228" grpId="0" build="p" autoUpdateAnimBg="0"/>
      <p:bldP spid="1033230" grpId="0" build="p" autoUpdateAnimBg="0"/>
      <p:bldP spid="1033235" grpId="0" build="p" autoUpdateAnimBg="0"/>
      <p:bldP spid="1033237" grpId="0" build="p" autoUpdateAnimBg="0"/>
      <p:bldP spid="1033238" grpId="0" build="p" autoUpdateAnimBg="0"/>
      <p:bldP spid="1033239" grpId="0" build="p" autoUpdateAnimBg="0"/>
      <p:bldP spid="1033240" grpId="0" build="p" autoUpdateAnimBg="0"/>
      <p:bldP spid="1033241" grpId="0" build="p"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369" name="Title 1034241">
            <a:extLst>
              <a:ext uri="{FF2B5EF4-FFF2-40B4-BE49-F238E27FC236}">
                <a16:creationId xmlns:a16="http://schemas.microsoft.com/office/drawing/2014/main" id="{6678C459-5143-1D16-A6A9-E4D2BBE64159}"/>
              </a:ext>
            </a:extLst>
          </p:cNvPr>
          <p:cNvSpPr>
            <a:spLocks noGrp="1" noChangeArrowheads="1"/>
          </p:cNvSpPr>
          <p:nvPr>
            <p:ph type="title"/>
          </p:nvPr>
        </p:nvSpPr>
        <p:spPr/>
        <p:txBody>
          <a:bodyPr/>
          <a:lstStyle/>
          <a:p>
            <a:r>
              <a:rPr lang="en-US" altLang="zh-CN">
                <a:solidFill>
                  <a:srgbClr val="FFFF00"/>
                </a:solidFill>
              </a:rPr>
              <a:t>3.4.2 </a:t>
            </a:r>
            <a:r>
              <a:rPr lang="zh-CN" altLang="en-US">
                <a:solidFill>
                  <a:srgbClr val="FFFF00"/>
                </a:solidFill>
              </a:rPr>
              <a:t>使用储蓄函数决定收入（</a:t>
            </a:r>
            <a:r>
              <a:rPr lang="en-US" altLang="zh-CN">
                <a:solidFill>
                  <a:srgbClr val="FFFF00"/>
                </a:solidFill>
              </a:rPr>
              <a:t>1</a:t>
            </a:r>
            <a:r>
              <a:rPr lang="zh-CN" altLang="en-US">
                <a:solidFill>
                  <a:srgbClr val="FFFF00"/>
                </a:solidFill>
              </a:rPr>
              <a:t>）</a:t>
            </a:r>
          </a:p>
        </p:txBody>
      </p:sp>
      <p:sp>
        <p:nvSpPr>
          <p:cNvPr id="1034243" name="Text Placeholder 1034242">
            <a:extLst>
              <a:ext uri="{FF2B5EF4-FFF2-40B4-BE49-F238E27FC236}">
                <a16:creationId xmlns:a16="http://schemas.microsoft.com/office/drawing/2014/main" id="{2196C4FB-651D-1941-6F86-A6EE7F9B903F}"/>
              </a:ext>
            </a:extLst>
          </p:cNvPr>
          <p:cNvSpPr>
            <a:spLocks noGrp="1" noChangeArrowheads="1"/>
          </p:cNvSpPr>
          <p:nvPr>
            <p:ph type="body" idx="1"/>
          </p:nvPr>
        </p:nvSpPr>
        <p:spPr/>
        <p:txBody>
          <a:bodyPr/>
          <a:lstStyle/>
          <a:p>
            <a:r>
              <a:rPr lang="en-US" altLang="zh-CN" sz="2800" b="1"/>
              <a:t>I=S=Y-C</a:t>
            </a:r>
          </a:p>
          <a:p>
            <a:pPr>
              <a:buFont typeface="Arial" panose="020B0604020202020204" pitchFamily="34" charset="0"/>
              <a:buNone/>
            </a:pPr>
            <a:r>
              <a:rPr lang="en-US" altLang="zh-CN" sz="2800" b="1"/>
              <a:t>   S=-a+(1-b)Y</a:t>
            </a:r>
          </a:p>
          <a:p>
            <a:pPr>
              <a:buFont typeface="Arial" panose="020B0604020202020204" pitchFamily="34" charset="0"/>
              <a:buNone/>
            </a:pPr>
            <a:r>
              <a:rPr lang="zh-CN" altLang="en-US" sz="2800" b="1"/>
              <a:t>则均衡收入（产出）也为</a:t>
            </a:r>
            <a:r>
              <a:rPr lang="en-US" altLang="zh-CN" sz="2800" b="1"/>
              <a:t>Y=(a+I)/(1-b)</a:t>
            </a:r>
            <a:endParaRPr lang="en-US" altLang="zh-CN" sz="2800" b="1" baseline="-25000"/>
          </a:p>
          <a:p>
            <a:endParaRPr lang="zh-CN" altLang="en-US" sz="2800" b="1"/>
          </a:p>
        </p:txBody>
      </p:sp>
      <p:sp>
        <p:nvSpPr>
          <p:cNvPr id="58371" name="Slide Number Placeholder 1">
            <a:extLst>
              <a:ext uri="{FF2B5EF4-FFF2-40B4-BE49-F238E27FC236}">
                <a16:creationId xmlns:a16="http://schemas.microsoft.com/office/drawing/2014/main" id="{7D669239-7084-38AA-A0ED-438D20F1D06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68301406-B03D-43BE-BB5A-02ABF99D0FB3}" type="slidenum">
              <a:rPr lang="en-AU" altLang="zh-CN" sz="1400" i="0">
                <a:latin typeface="Arial" panose="020B0604020202020204" pitchFamily="34" charset="0"/>
              </a:rPr>
              <a:pPr algn="r"/>
              <a:t>47</a:t>
            </a:fld>
            <a:endParaRPr lang="en-AU" altLang="zh-CN" sz="1400" i="0">
              <a:latin typeface="Arial" panose="020B0604020202020204" pitchFamily="34" charset="0"/>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3424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03424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03424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243" grpId="0" build="p"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Title 1035265">
            <a:extLst>
              <a:ext uri="{FF2B5EF4-FFF2-40B4-BE49-F238E27FC236}">
                <a16:creationId xmlns:a16="http://schemas.microsoft.com/office/drawing/2014/main" id="{D4EF5152-1C5D-6C8D-749C-22B19B7630B4}"/>
              </a:ext>
            </a:extLst>
          </p:cNvPr>
          <p:cNvSpPr>
            <a:spLocks noGrp="1" noChangeArrowheads="1"/>
          </p:cNvSpPr>
          <p:nvPr>
            <p:ph type="title"/>
          </p:nvPr>
        </p:nvSpPr>
        <p:spPr/>
        <p:txBody>
          <a:bodyPr/>
          <a:lstStyle/>
          <a:p>
            <a:r>
              <a:rPr lang="en-US" altLang="zh-CN">
                <a:solidFill>
                  <a:srgbClr val="FFFF00"/>
                </a:solidFill>
              </a:rPr>
              <a:t>3.4.2 </a:t>
            </a:r>
            <a:r>
              <a:rPr lang="zh-CN" altLang="en-US">
                <a:solidFill>
                  <a:srgbClr val="FFFF00"/>
                </a:solidFill>
              </a:rPr>
              <a:t>使用储蓄函数决定收入（</a:t>
            </a:r>
            <a:r>
              <a:rPr lang="en-US" altLang="zh-CN">
                <a:solidFill>
                  <a:srgbClr val="FFFF00"/>
                </a:solidFill>
              </a:rPr>
              <a:t>1</a:t>
            </a:r>
            <a:r>
              <a:rPr lang="zh-CN" altLang="en-US">
                <a:solidFill>
                  <a:srgbClr val="FFFF00"/>
                </a:solidFill>
              </a:rPr>
              <a:t>）</a:t>
            </a:r>
          </a:p>
        </p:txBody>
      </p:sp>
      <p:sp>
        <p:nvSpPr>
          <p:cNvPr id="59394" name="直接连接符 1035266">
            <a:extLst>
              <a:ext uri="{FF2B5EF4-FFF2-40B4-BE49-F238E27FC236}">
                <a16:creationId xmlns:a16="http://schemas.microsoft.com/office/drawing/2014/main" id="{C41A31E9-EDA2-1EC4-72E5-8735625E71FF}"/>
              </a:ext>
            </a:extLst>
          </p:cNvPr>
          <p:cNvSpPr>
            <a:spLocks noChangeShapeType="1"/>
          </p:cNvSpPr>
          <p:nvPr/>
        </p:nvSpPr>
        <p:spPr bwMode="auto">
          <a:xfrm>
            <a:off x="3276600" y="5105400"/>
            <a:ext cx="4572000" cy="0"/>
          </a:xfrm>
          <a:prstGeom prst="line">
            <a:avLst/>
          </a:prstGeom>
          <a:noFill/>
          <a:ln w="31750" cap="sq">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395" name="直接连接符 1035267">
            <a:extLst>
              <a:ext uri="{FF2B5EF4-FFF2-40B4-BE49-F238E27FC236}">
                <a16:creationId xmlns:a16="http://schemas.microsoft.com/office/drawing/2014/main" id="{AA49461F-609F-D86B-56CC-91E43C861B4B}"/>
              </a:ext>
            </a:extLst>
          </p:cNvPr>
          <p:cNvSpPr>
            <a:spLocks noChangeShapeType="1"/>
          </p:cNvSpPr>
          <p:nvPr/>
        </p:nvSpPr>
        <p:spPr bwMode="auto">
          <a:xfrm flipV="1">
            <a:off x="3276600" y="1524000"/>
            <a:ext cx="0" cy="3581400"/>
          </a:xfrm>
          <a:prstGeom prst="line">
            <a:avLst/>
          </a:prstGeom>
          <a:noFill/>
          <a:ln w="31750" cap="sq">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35269" name="直接连接符 1035268">
            <a:extLst>
              <a:ext uri="{FF2B5EF4-FFF2-40B4-BE49-F238E27FC236}">
                <a16:creationId xmlns:a16="http://schemas.microsoft.com/office/drawing/2014/main" id="{9519A21A-7EEE-E388-7B85-0BA76860294E}"/>
              </a:ext>
            </a:extLst>
          </p:cNvPr>
          <p:cNvSpPr>
            <a:spLocks noChangeShapeType="1"/>
          </p:cNvSpPr>
          <p:nvPr/>
        </p:nvSpPr>
        <p:spPr bwMode="auto">
          <a:xfrm>
            <a:off x="3276600" y="4114800"/>
            <a:ext cx="4419600" cy="0"/>
          </a:xfrm>
          <a:prstGeom prst="line">
            <a:avLst/>
          </a:prstGeom>
          <a:noFill/>
          <a:ln w="31750"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397" name="直接连接符 1035269">
            <a:extLst>
              <a:ext uri="{FF2B5EF4-FFF2-40B4-BE49-F238E27FC236}">
                <a16:creationId xmlns:a16="http://schemas.microsoft.com/office/drawing/2014/main" id="{DE82BCB4-1B77-2332-EC29-B58AB14FC44B}"/>
              </a:ext>
            </a:extLst>
          </p:cNvPr>
          <p:cNvSpPr>
            <a:spLocks noChangeShapeType="1"/>
          </p:cNvSpPr>
          <p:nvPr/>
        </p:nvSpPr>
        <p:spPr bwMode="auto">
          <a:xfrm>
            <a:off x="3276600" y="5105400"/>
            <a:ext cx="0" cy="1219200"/>
          </a:xfrm>
          <a:prstGeom prst="line">
            <a:avLst/>
          </a:prstGeom>
          <a:noFill/>
          <a:ln w="31750"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5271" name="直接连接符 1035270">
            <a:extLst>
              <a:ext uri="{FF2B5EF4-FFF2-40B4-BE49-F238E27FC236}">
                <a16:creationId xmlns:a16="http://schemas.microsoft.com/office/drawing/2014/main" id="{4EFD4ED9-603D-CC67-B4F4-7A471CC1FF36}"/>
              </a:ext>
            </a:extLst>
          </p:cNvPr>
          <p:cNvSpPr>
            <a:spLocks noChangeShapeType="1"/>
          </p:cNvSpPr>
          <p:nvPr/>
        </p:nvSpPr>
        <p:spPr bwMode="auto">
          <a:xfrm flipV="1">
            <a:off x="3276600" y="1752600"/>
            <a:ext cx="3962400" cy="4343400"/>
          </a:xfrm>
          <a:prstGeom prst="line">
            <a:avLst/>
          </a:prstGeom>
          <a:noFill/>
          <a:ln w="31750" cap="sq">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5272" name="文本框 1035271">
            <a:extLst>
              <a:ext uri="{FF2B5EF4-FFF2-40B4-BE49-F238E27FC236}">
                <a16:creationId xmlns:a16="http://schemas.microsoft.com/office/drawing/2014/main" id="{ECC0157B-ECF3-92E4-9063-2A0AEE8EF765}"/>
              </a:ext>
            </a:extLst>
          </p:cNvPr>
          <p:cNvSpPr txBox="1">
            <a:spLocks noChangeArrowheads="1"/>
          </p:cNvSpPr>
          <p:nvPr/>
        </p:nvSpPr>
        <p:spPr bwMode="auto">
          <a:xfrm>
            <a:off x="7070725" y="3622675"/>
            <a:ext cx="285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I</a:t>
            </a:r>
          </a:p>
        </p:txBody>
      </p:sp>
      <p:sp>
        <p:nvSpPr>
          <p:cNvPr id="59400" name="文本框 1035272">
            <a:extLst>
              <a:ext uri="{FF2B5EF4-FFF2-40B4-BE49-F238E27FC236}">
                <a16:creationId xmlns:a16="http://schemas.microsoft.com/office/drawing/2014/main" id="{8AE7CB78-83A0-0DD4-7181-D803A2173BED}"/>
              </a:ext>
            </a:extLst>
          </p:cNvPr>
          <p:cNvSpPr txBox="1">
            <a:spLocks noChangeArrowheads="1"/>
          </p:cNvSpPr>
          <p:nvPr/>
        </p:nvSpPr>
        <p:spPr bwMode="auto">
          <a:xfrm>
            <a:off x="7299325" y="5146675"/>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Y</a:t>
            </a:r>
          </a:p>
        </p:txBody>
      </p:sp>
      <p:sp>
        <p:nvSpPr>
          <p:cNvPr id="59401" name="文本框 1035273">
            <a:extLst>
              <a:ext uri="{FF2B5EF4-FFF2-40B4-BE49-F238E27FC236}">
                <a16:creationId xmlns:a16="http://schemas.microsoft.com/office/drawing/2014/main" id="{6630A91A-6351-AF8C-0772-3306513F58A3}"/>
              </a:ext>
            </a:extLst>
          </p:cNvPr>
          <p:cNvSpPr txBox="1">
            <a:spLocks noChangeArrowheads="1"/>
          </p:cNvSpPr>
          <p:nvPr/>
        </p:nvSpPr>
        <p:spPr bwMode="auto">
          <a:xfrm>
            <a:off x="2803525" y="4994275"/>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O</a:t>
            </a:r>
          </a:p>
        </p:txBody>
      </p:sp>
      <p:sp>
        <p:nvSpPr>
          <p:cNvPr id="1035275" name="文本框 1035274">
            <a:extLst>
              <a:ext uri="{FF2B5EF4-FFF2-40B4-BE49-F238E27FC236}">
                <a16:creationId xmlns:a16="http://schemas.microsoft.com/office/drawing/2014/main" id="{A7208787-2184-0846-0F46-0C7500B346A6}"/>
              </a:ext>
            </a:extLst>
          </p:cNvPr>
          <p:cNvSpPr txBox="1">
            <a:spLocks noChangeArrowheads="1"/>
          </p:cNvSpPr>
          <p:nvPr/>
        </p:nvSpPr>
        <p:spPr bwMode="auto">
          <a:xfrm>
            <a:off x="7146925" y="1870075"/>
            <a:ext cx="354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S</a:t>
            </a:r>
          </a:p>
        </p:txBody>
      </p:sp>
      <p:sp>
        <p:nvSpPr>
          <p:cNvPr id="1035276" name="文本框 1035275">
            <a:extLst>
              <a:ext uri="{FF2B5EF4-FFF2-40B4-BE49-F238E27FC236}">
                <a16:creationId xmlns:a16="http://schemas.microsoft.com/office/drawing/2014/main" id="{F61F3176-70CF-BF58-F0C5-3F967E46F0B0}"/>
              </a:ext>
            </a:extLst>
          </p:cNvPr>
          <p:cNvSpPr txBox="1">
            <a:spLocks noChangeArrowheads="1"/>
          </p:cNvSpPr>
          <p:nvPr/>
        </p:nvSpPr>
        <p:spPr bwMode="auto">
          <a:xfrm>
            <a:off x="4784725" y="3698875"/>
            <a:ext cx="369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E</a:t>
            </a:r>
          </a:p>
        </p:txBody>
      </p:sp>
      <p:sp>
        <p:nvSpPr>
          <p:cNvPr id="1035277" name="文本框 1035276">
            <a:extLst>
              <a:ext uri="{FF2B5EF4-FFF2-40B4-BE49-F238E27FC236}">
                <a16:creationId xmlns:a16="http://schemas.microsoft.com/office/drawing/2014/main" id="{0070CC50-1600-55A4-8CB2-F9CD45AD3DC0}"/>
              </a:ext>
            </a:extLst>
          </p:cNvPr>
          <p:cNvSpPr txBox="1">
            <a:spLocks noChangeArrowheads="1"/>
          </p:cNvSpPr>
          <p:nvPr/>
        </p:nvSpPr>
        <p:spPr bwMode="auto">
          <a:xfrm>
            <a:off x="2727325" y="5832475"/>
            <a:ext cx="4206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-a</a:t>
            </a:r>
          </a:p>
        </p:txBody>
      </p:sp>
      <p:sp>
        <p:nvSpPr>
          <p:cNvPr id="59405" name="文本框 1035277">
            <a:extLst>
              <a:ext uri="{FF2B5EF4-FFF2-40B4-BE49-F238E27FC236}">
                <a16:creationId xmlns:a16="http://schemas.microsoft.com/office/drawing/2014/main" id="{4A53814C-132C-FD45-8913-C6AAC0FC97EC}"/>
              </a:ext>
            </a:extLst>
          </p:cNvPr>
          <p:cNvSpPr txBox="1">
            <a:spLocks noChangeArrowheads="1"/>
          </p:cNvSpPr>
          <p:nvPr/>
        </p:nvSpPr>
        <p:spPr bwMode="auto">
          <a:xfrm>
            <a:off x="2971800" y="1524000"/>
            <a:ext cx="354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S</a:t>
            </a:r>
          </a:p>
        </p:txBody>
      </p:sp>
      <p:sp>
        <p:nvSpPr>
          <p:cNvPr id="1035279" name="直接连接符 1035278">
            <a:extLst>
              <a:ext uri="{FF2B5EF4-FFF2-40B4-BE49-F238E27FC236}">
                <a16:creationId xmlns:a16="http://schemas.microsoft.com/office/drawing/2014/main" id="{77B7445E-6408-F808-80DE-9671263A117F}"/>
              </a:ext>
            </a:extLst>
          </p:cNvPr>
          <p:cNvSpPr>
            <a:spLocks noChangeShapeType="1"/>
          </p:cNvSpPr>
          <p:nvPr/>
        </p:nvSpPr>
        <p:spPr bwMode="auto">
          <a:xfrm>
            <a:off x="5105400" y="4114800"/>
            <a:ext cx="0" cy="990600"/>
          </a:xfrm>
          <a:prstGeom prst="line">
            <a:avLst/>
          </a:prstGeom>
          <a:noFill/>
          <a:ln w="31750"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5280" name="文本框 1035279">
            <a:extLst>
              <a:ext uri="{FF2B5EF4-FFF2-40B4-BE49-F238E27FC236}">
                <a16:creationId xmlns:a16="http://schemas.microsoft.com/office/drawing/2014/main" id="{73C30E72-2F25-861D-08C9-9A098E6D2AD5}"/>
              </a:ext>
            </a:extLst>
          </p:cNvPr>
          <p:cNvSpPr txBox="1">
            <a:spLocks noChangeArrowheads="1"/>
          </p:cNvSpPr>
          <p:nvPr/>
        </p:nvSpPr>
        <p:spPr bwMode="auto">
          <a:xfrm>
            <a:off x="6324600" y="3048000"/>
            <a:ext cx="6270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S&gt;I</a:t>
            </a:r>
          </a:p>
        </p:txBody>
      </p:sp>
      <p:sp>
        <p:nvSpPr>
          <p:cNvPr id="1035281" name="文本框 1035280">
            <a:extLst>
              <a:ext uri="{FF2B5EF4-FFF2-40B4-BE49-F238E27FC236}">
                <a16:creationId xmlns:a16="http://schemas.microsoft.com/office/drawing/2014/main" id="{032D932A-3607-CEEA-4430-A5D316E568E0}"/>
              </a:ext>
            </a:extLst>
          </p:cNvPr>
          <p:cNvSpPr txBox="1">
            <a:spLocks noChangeArrowheads="1"/>
          </p:cNvSpPr>
          <p:nvPr/>
        </p:nvSpPr>
        <p:spPr bwMode="auto">
          <a:xfrm>
            <a:off x="3641725" y="4308475"/>
            <a:ext cx="6270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I&gt;S</a:t>
            </a:r>
          </a:p>
        </p:txBody>
      </p:sp>
      <p:sp>
        <p:nvSpPr>
          <p:cNvPr id="1035282" name="文本框 1035281">
            <a:extLst>
              <a:ext uri="{FF2B5EF4-FFF2-40B4-BE49-F238E27FC236}">
                <a16:creationId xmlns:a16="http://schemas.microsoft.com/office/drawing/2014/main" id="{F2E4BE90-8949-FA2F-405E-CA793D1F092A}"/>
              </a:ext>
            </a:extLst>
          </p:cNvPr>
          <p:cNvSpPr txBox="1">
            <a:spLocks noChangeArrowheads="1"/>
          </p:cNvSpPr>
          <p:nvPr/>
        </p:nvSpPr>
        <p:spPr bwMode="auto">
          <a:xfrm>
            <a:off x="4937125" y="5070475"/>
            <a:ext cx="5064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Y</a:t>
            </a:r>
            <a:r>
              <a:rPr lang="en-US" altLang="zh-CN" sz="2400" i="0" baseline="-25000">
                <a:solidFill>
                  <a:schemeClr val="tx1"/>
                </a:solidFill>
              </a:rPr>
              <a:t>0</a:t>
            </a:r>
            <a:endParaRPr lang="en-US" altLang="zh-CN" sz="2400" i="0">
              <a:solidFill>
                <a:schemeClr val="tx1"/>
              </a:solidFill>
            </a:endParaRPr>
          </a:p>
        </p:txBody>
      </p:sp>
      <p:sp>
        <p:nvSpPr>
          <p:cNvPr id="1035283" name="文本框 1035282">
            <a:extLst>
              <a:ext uri="{FF2B5EF4-FFF2-40B4-BE49-F238E27FC236}">
                <a16:creationId xmlns:a16="http://schemas.microsoft.com/office/drawing/2014/main" id="{261574F2-2AC9-438C-1328-6820FDD8F112}"/>
              </a:ext>
            </a:extLst>
          </p:cNvPr>
          <p:cNvSpPr txBox="1">
            <a:spLocks noChangeArrowheads="1"/>
          </p:cNvSpPr>
          <p:nvPr/>
        </p:nvSpPr>
        <p:spPr bwMode="auto">
          <a:xfrm>
            <a:off x="4067175" y="5157788"/>
            <a:ext cx="5064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Y</a:t>
            </a:r>
            <a:r>
              <a:rPr lang="en-US" altLang="zh-CN" sz="2400" i="0" baseline="-25000">
                <a:solidFill>
                  <a:schemeClr val="tx1"/>
                </a:solidFill>
              </a:rPr>
              <a:t>1</a:t>
            </a:r>
            <a:endParaRPr lang="en-US" altLang="zh-CN" sz="2400" i="0">
              <a:solidFill>
                <a:schemeClr val="tx1"/>
              </a:solidFill>
            </a:endParaRPr>
          </a:p>
        </p:txBody>
      </p:sp>
      <p:sp>
        <p:nvSpPr>
          <p:cNvPr id="1035284" name="文本框 1035283">
            <a:extLst>
              <a:ext uri="{FF2B5EF4-FFF2-40B4-BE49-F238E27FC236}">
                <a16:creationId xmlns:a16="http://schemas.microsoft.com/office/drawing/2014/main" id="{13968C14-7286-B681-90C5-E6E07D1F5429}"/>
              </a:ext>
            </a:extLst>
          </p:cNvPr>
          <p:cNvSpPr txBox="1">
            <a:spLocks noChangeArrowheads="1"/>
          </p:cNvSpPr>
          <p:nvPr/>
        </p:nvSpPr>
        <p:spPr bwMode="auto">
          <a:xfrm>
            <a:off x="6019800" y="5105400"/>
            <a:ext cx="5064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Y</a:t>
            </a:r>
            <a:r>
              <a:rPr lang="en-US" altLang="zh-CN" sz="2400" i="0" baseline="-25000">
                <a:solidFill>
                  <a:schemeClr val="tx1"/>
                </a:solidFill>
              </a:rPr>
              <a:t>2</a:t>
            </a:r>
            <a:endParaRPr lang="en-US" altLang="zh-CN" sz="2400" i="0">
              <a:solidFill>
                <a:schemeClr val="tx1"/>
              </a:solidFill>
            </a:endParaRPr>
          </a:p>
        </p:txBody>
      </p:sp>
      <p:sp>
        <p:nvSpPr>
          <p:cNvPr id="59412" name="DRAWING2STR_FREEFORM 1035284">
            <a:hlinkClick r:id="" action="ppaction://noaction"/>
            <a:extLst>
              <a:ext uri="{FF2B5EF4-FFF2-40B4-BE49-F238E27FC236}">
                <a16:creationId xmlns:a16="http://schemas.microsoft.com/office/drawing/2014/main" id="{87E4BAD9-009E-BAA4-483B-927FFBAD874C}"/>
              </a:ext>
            </a:extLst>
          </p:cNvPr>
          <p:cNvSpPr>
            <a:spLocks noChangeArrowheads="1"/>
          </p:cNvSpPr>
          <p:nvPr/>
        </p:nvSpPr>
        <p:spPr bwMode="auto">
          <a:xfrm>
            <a:off x="7924800" y="5943600"/>
            <a:ext cx="685800" cy="609600"/>
          </a:xfrm>
          <a:custGeom>
            <a:avLst/>
            <a:gdLst>
              <a:gd name="T0" fmla="*/ 5400 w 21600"/>
              <a:gd name="T1" fmla="*/ 5400 h 21600"/>
              <a:gd name="T2" fmla="*/ 9450 w 21600"/>
              <a:gd name="T3" fmla="*/ 5400 h 21600"/>
              <a:gd name="T4" fmla="*/ 9450 w 21600"/>
              <a:gd name="T5" fmla="*/ 2700 h 21600"/>
              <a:gd name="T6" fmla="*/ 8100 w 21600"/>
              <a:gd name="T7" fmla="*/ 2700 h 21600"/>
              <a:gd name="T8" fmla="*/ 10800 w 21600"/>
              <a:gd name="T9" fmla="*/ 0 h 21600"/>
              <a:gd name="T10" fmla="*/ 13500 w 21600"/>
              <a:gd name="T11" fmla="*/ 2700 h 21600"/>
              <a:gd name="T12" fmla="*/ 12150 w 21600"/>
              <a:gd name="T13" fmla="*/ 2700 h 21600"/>
              <a:gd name="T14" fmla="*/ 12150 w 21600"/>
              <a:gd name="T15" fmla="*/ 5400 h 21600"/>
              <a:gd name="T16" fmla="*/ 16200 w 21600"/>
              <a:gd name="T17" fmla="*/ 5400 h 21600"/>
              <a:gd name="T18" fmla="*/ 16200 w 21600"/>
              <a:gd name="T19" fmla="*/ 9450 h 21600"/>
              <a:gd name="T20" fmla="*/ 18900 w 21600"/>
              <a:gd name="T21" fmla="*/ 9450 h 21600"/>
              <a:gd name="T22" fmla="*/ 18900 w 21600"/>
              <a:gd name="T23" fmla="*/ 8100 h 21600"/>
              <a:gd name="T24" fmla="*/ 21600 w 21600"/>
              <a:gd name="T25" fmla="*/ 10800 h 21600"/>
              <a:gd name="T26" fmla="*/ 18900 w 21600"/>
              <a:gd name="T27" fmla="*/ 13500 h 21600"/>
              <a:gd name="T28" fmla="*/ 18900 w 21600"/>
              <a:gd name="T29" fmla="*/ 12150 h 21600"/>
              <a:gd name="T30" fmla="*/ 16200 w 21600"/>
              <a:gd name="T31" fmla="*/ 12150 h 21600"/>
              <a:gd name="T32" fmla="*/ 16200 w 21600"/>
              <a:gd name="T33" fmla="*/ 16200 h 21600"/>
              <a:gd name="T34" fmla="*/ 12150 w 21600"/>
              <a:gd name="T35" fmla="*/ 16200 h 21600"/>
              <a:gd name="T36" fmla="*/ 12150 w 21600"/>
              <a:gd name="T37" fmla="*/ 18900 h 21600"/>
              <a:gd name="T38" fmla="*/ 13500 w 21600"/>
              <a:gd name="T39" fmla="*/ 18900 h 21600"/>
              <a:gd name="T40" fmla="*/ 10800 w 21600"/>
              <a:gd name="T41" fmla="*/ 21600 h 21600"/>
              <a:gd name="T42" fmla="*/ 8100 w 21600"/>
              <a:gd name="T43" fmla="*/ 18900 h 21600"/>
              <a:gd name="T44" fmla="*/ 9450 w 21600"/>
              <a:gd name="T45" fmla="*/ 18900 h 21600"/>
              <a:gd name="T46" fmla="*/ 9450 w 21600"/>
              <a:gd name="T47" fmla="*/ 16200 h 21600"/>
              <a:gd name="T48" fmla="*/ 5400 w 21600"/>
              <a:gd name="T49" fmla="*/ 16200 h 21600"/>
              <a:gd name="T50" fmla="*/ 5400 w 21600"/>
              <a:gd name="T51" fmla="*/ 12150 h 21600"/>
              <a:gd name="T52" fmla="*/ 2700 w 21600"/>
              <a:gd name="T53" fmla="*/ 12150 h 21600"/>
              <a:gd name="T54" fmla="*/ 2700 w 21600"/>
              <a:gd name="T55" fmla="*/ 13500 h 21600"/>
              <a:gd name="T56" fmla="*/ 0 w 21600"/>
              <a:gd name="T57" fmla="*/ 10800 h 21600"/>
              <a:gd name="T58" fmla="*/ 2700 w 21600"/>
              <a:gd name="T59" fmla="*/ 8100 h 21600"/>
              <a:gd name="T60" fmla="*/ 2700 w 21600"/>
              <a:gd name="T61" fmla="*/ 9450 h 21600"/>
              <a:gd name="T62" fmla="*/ 5400 w 21600"/>
              <a:gd name="T63" fmla="*/ 945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1600" h="21600">
                <a:moveTo>
                  <a:pt x="5400" y="5400"/>
                </a:moveTo>
                <a:lnTo>
                  <a:pt x="9450" y="5400"/>
                </a:lnTo>
                <a:lnTo>
                  <a:pt x="9450" y="2700"/>
                </a:lnTo>
                <a:lnTo>
                  <a:pt x="8100" y="2700"/>
                </a:lnTo>
                <a:lnTo>
                  <a:pt x="10800" y="0"/>
                </a:lnTo>
                <a:lnTo>
                  <a:pt x="13500" y="2700"/>
                </a:lnTo>
                <a:lnTo>
                  <a:pt x="12150" y="2700"/>
                </a:lnTo>
                <a:lnTo>
                  <a:pt x="12150" y="5400"/>
                </a:lnTo>
                <a:lnTo>
                  <a:pt x="16200" y="5400"/>
                </a:lnTo>
                <a:lnTo>
                  <a:pt x="16200" y="9450"/>
                </a:lnTo>
                <a:lnTo>
                  <a:pt x="18900" y="9450"/>
                </a:lnTo>
                <a:lnTo>
                  <a:pt x="18900" y="8100"/>
                </a:lnTo>
                <a:lnTo>
                  <a:pt x="21600" y="10800"/>
                </a:lnTo>
                <a:lnTo>
                  <a:pt x="18900" y="13500"/>
                </a:lnTo>
                <a:lnTo>
                  <a:pt x="18900" y="12150"/>
                </a:lnTo>
                <a:lnTo>
                  <a:pt x="16200" y="12150"/>
                </a:lnTo>
                <a:lnTo>
                  <a:pt x="16200" y="16200"/>
                </a:lnTo>
                <a:lnTo>
                  <a:pt x="12150" y="16200"/>
                </a:lnTo>
                <a:lnTo>
                  <a:pt x="12150" y="18900"/>
                </a:lnTo>
                <a:lnTo>
                  <a:pt x="13500" y="18900"/>
                </a:lnTo>
                <a:lnTo>
                  <a:pt x="10800" y="21600"/>
                </a:lnTo>
                <a:lnTo>
                  <a:pt x="8100" y="18900"/>
                </a:lnTo>
                <a:lnTo>
                  <a:pt x="9450" y="18900"/>
                </a:lnTo>
                <a:lnTo>
                  <a:pt x="9450" y="16200"/>
                </a:lnTo>
                <a:lnTo>
                  <a:pt x="5400" y="16200"/>
                </a:lnTo>
                <a:lnTo>
                  <a:pt x="5400" y="12150"/>
                </a:lnTo>
                <a:lnTo>
                  <a:pt x="2700" y="12150"/>
                </a:lnTo>
                <a:lnTo>
                  <a:pt x="2700" y="13500"/>
                </a:lnTo>
                <a:lnTo>
                  <a:pt x="0" y="10800"/>
                </a:lnTo>
                <a:lnTo>
                  <a:pt x="2700" y="8100"/>
                </a:lnTo>
                <a:lnTo>
                  <a:pt x="2700" y="9450"/>
                </a:lnTo>
                <a:lnTo>
                  <a:pt x="5400" y="9450"/>
                </a:lnTo>
                <a:close/>
              </a:path>
            </a:pathLst>
          </a:custGeom>
          <a:noFill/>
          <a:ln w="31750"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1035286" name="左大括号 1035285">
            <a:extLst>
              <a:ext uri="{FF2B5EF4-FFF2-40B4-BE49-F238E27FC236}">
                <a16:creationId xmlns:a16="http://schemas.microsoft.com/office/drawing/2014/main" id="{B2FE3ACD-FC3A-FAD0-FE6D-D5C0269CAF34}"/>
              </a:ext>
            </a:extLst>
          </p:cNvPr>
          <p:cNvSpPr>
            <a:spLocks/>
          </p:cNvSpPr>
          <p:nvPr/>
        </p:nvSpPr>
        <p:spPr bwMode="auto">
          <a:xfrm>
            <a:off x="2771775" y="4076700"/>
            <a:ext cx="504825" cy="1008063"/>
          </a:xfrm>
          <a:prstGeom prst="leftBrace">
            <a:avLst>
              <a:gd name="adj1" fmla="val 16631"/>
              <a:gd name="adj2" fmla="val 50000"/>
            </a:avLst>
          </a:prstGeom>
          <a:noFill/>
          <a:ln w="50800"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59414" name="文本框 1035286">
            <a:extLst>
              <a:ext uri="{FF2B5EF4-FFF2-40B4-BE49-F238E27FC236}">
                <a16:creationId xmlns:a16="http://schemas.microsoft.com/office/drawing/2014/main" id="{A1939FC9-8055-9FFB-21F0-B27DC4AB76CF}"/>
              </a:ext>
            </a:extLst>
          </p:cNvPr>
          <p:cNvSpPr txBox="1">
            <a:spLocks noChangeArrowheads="1"/>
          </p:cNvSpPr>
          <p:nvPr/>
        </p:nvSpPr>
        <p:spPr bwMode="auto">
          <a:xfrm>
            <a:off x="2195513" y="6237288"/>
            <a:ext cx="5340350" cy="417512"/>
          </a:xfrm>
          <a:prstGeom prst="rect">
            <a:avLst/>
          </a:prstGeom>
          <a:noFill/>
          <a:ln w="50800" cap="sq">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p>
            <a:pPr eaLnBrk="0" hangingPunct="0">
              <a:lnSpc>
                <a:spcPct val="100000"/>
              </a:lnSpc>
              <a:spcBef>
                <a:spcPct val="0"/>
              </a:spcBef>
            </a:pPr>
            <a:r>
              <a:rPr lang="en-US" altLang="zh-CN" sz="1800" i="0">
                <a:solidFill>
                  <a:schemeClr val="tx1"/>
                </a:solidFill>
                <a:latin typeface="Arial" panose="020B0604020202020204" pitchFamily="34" charset="0"/>
              </a:rPr>
              <a:t>I&gt;S</a:t>
            </a:r>
            <a:r>
              <a:rPr lang="zh-CN" altLang="en-US" sz="1800" i="0">
                <a:solidFill>
                  <a:schemeClr val="tx1"/>
                </a:solidFill>
                <a:latin typeface="Arial" panose="020B0604020202020204" pitchFamily="34" charset="0"/>
              </a:rPr>
              <a:t>：非意愿存货小于零； </a:t>
            </a:r>
            <a:r>
              <a:rPr lang="en-US" altLang="zh-CN" sz="1800" i="0">
                <a:solidFill>
                  <a:schemeClr val="tx1"/>
                </a:solidFill>
                <a:latin typeface="Arial" panose="020B0604020202020204" pitchFamily="34" charset="0"/>
              </a:rPr>
              <a:t>S&gt;I</a:t>
            </a:r>
            <a:r>
              <a:rPr lang="zh-CN" altLang="en-US" sz="1800" i="0">
                <a:solidFill>
                  <a:schemeClr val="tx1"/>
                </a:solidFill>
                <a:latin typeface="Arial" panose="020B0604020202020204" pitchFamily="34" charset="0"/>
              </a:rPr>
              <a:t>：非意愿存货大于零</a:t>
            </a:r>
          </a:p>
        </p:txBody>
      </p:sp>
      <p:sp>
        <p:nvSpPr>
          <p:cNvPr id="1035288" name="文本框 1035287">
            <a:extLst>
              <a:ext uri="{FF2B5EF4-FFF2-40B4-BE49-F238E27FC236}">
                <a16:creationId xmlns:a16="http://schemas.microsoft.com/office/drawing/2014/main" id="{17B5D41E-C9BF-69A5-F076-EFFD7CB5A0AF}"/>
              </a:ext>
            </a:extLst>
          </p:cNvPr>
          <p:cNvSpPr txBox="1">
            <a:spLocks noChangeArrowheads="1"/>
          </p:cNvSpPr>
          <p:nvPr/>
        </p:nvSpPr>
        <p:spPr bwMode="auto">
          <a:xfrm>
            <a:off x="2411413" y="4292600"/>
            <a:ext cx="28575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41275">
                <a:solidFill>
                  <a:srgbClr val="000000"/>
                </a:solidFill>
                <a:miter lim="800000"/>
                <a:headEnd/>
                <a:tailEnd/>
              </a14:hiddenLine>
            </a:ext>
          </a:extLst>
        </p:spPr>
        <p:txBody>
          <a:bodyPr wrap="none">
            <a:spAutoFit/>
          </a:bodyPr>
          <a:lstStyle>
            <a:lvl1pPr marL="457200" indent="-457200"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buClr>
                <a:srgbClr val="99CCCC"/>
              </a:buClr>
            </a:pPr>
            <a:r>
              <a:rPr lang="en-US" altLang="zh-CN" sz="2400" i="0"/>
              <a:t>I</a:t>
            </a:r>
          </a:p>
        </p:txBody>
      </p:sp>
      <p:sp>
        <p:nvSpPr>
          <p:cNvPr id="1035289" name="直接连接符 1035288">
            <a:extLst>
              <a:ext uri="{FF2B5EF4-FFF2-40B4-BE49-F238E27FC236}">
                <a16:creationId xmlns:a16="http://schemas.microsoft.com/office/drawing/2014/main" id="{1CE29953-35B3-F40C-165D-608D7D7DC274}"/>
              </a:ext>
            </a:extLst>
          </p:cNvPr>
          <p:cNvSpPr>
            <a:spLocks noChangeShapeType="1"/>
          </p:cNvSpPr>
          <p:nvPr/>
        </p:nvSpPr>
        <p:spPr bwMode="auto">
          <a:xfrm>
            <a:off x="4284663" y="5084763"/>
            <a:ext cx="792162" cy="0"/>
          </a:xfrm>
          <a:prstGeom prst="line">
            <a:avLst/>
          </a:prstGeom>
          <a:noFill/>
          <a:ln w="41275">
            <a:solidFill>
              <a:srgbClr val="FF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35290" name="直接连接符 1035289">
            <a:extLst>
              <a:ext uri="{FF2B5EF4-FFF2-40B4-BE49-F238E27FC236}">
                <a16:creationId xmlns:a16="http://schemas.microsoft.com/office/drawing/2014/main" id="{31D17D33-8E32-699E-2B84-9194C528E163}"/>
              </a:ext>
            </a:extLst>
          </p:cNvPr>
          <p:cNvSpPr>
            <a:spLocks noChangeShapeType="1"/>
          </p:cNvSpPr>
          <p:nvPr/>
        </p:nvSpPr>
        <p:spPr bwMode="auto">
          <a:xfrm flipH="1">
            <a:off x="5148263" y="5084763"/>
            <a:ext cx="1008062" cy="0"/>
          </a:xfrm>
          <a:prstGeom prst="line">
            <a:avLst/>
          </a:prstGeom>
          <a:noFill/>
          <a:ln w="41275">
            <a:solidFill>
              <a:srgbClr val="00FF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418" name="Slide Number Placeholder 1">
            <a:extLst>
              <a:ext uri="{FF2B5EF4-FFF2-40B4-BE49-F238E27FC236}">
                <a16:creationId xmlns:a16="http://schemas.microsoft.com/office/drawing/2014/main" id="{7B0AA9FF-8986-AB84-89D3-D1CE512A362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F3AE64F5-DF7A-4FA2-A66A-F6A5F1144542}" type="slidenum">
              <a:rPr lang="en-AU" altLang="zh-CN" sz="1400" i="0">
                <a:latin typeface="Arial" panose="020B0604020202020204" pitchFamily="34" charset="0"/>
              </a:rPr>
              <a:pPr algn="r"/>
              <a:t>48</a:t>
            </a:fld>
            <a:endParaRPr lang="en-AU" altLang="zh-CN" sz="1400" i="0">
              <a:latin typeface="Arial" panose="020B0604020202020204" pitchFamily="34" charset="0"/>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035271"/>
                                        </p:tgtEl>
                                        <p:attrNameLst>
                                          <p:attrName>style.visibility</p:attrName>
                                        </p:attrNameLst>
                                      </p:cBhvr>
                                      <p:to>
                                        <p:strVal val="visible"/>
                                      </p:to>
                                    </p:set>
                                    <p:animEffect transition="in" filter="blinds(horizontal)">
                                      <p:cBhvr>
                                        <p:cTn id="7" dur="500"/>
                                        <p:tgtEl>
                                          <p:spTgt spid="103527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35275">
                                            <p:txEl>
                                              <p:pRg st="0" end="0"/>
                                            </p:txEl>
                                          </p:spTgt>
                                        </p:tgtEl>
                                        <p:attrNameLst>
                                          <p:attrName>style.visibility</p:attrName>
                                        </p:attrNameLst>
                                      </p:cBhvr>
                                      <p:to>
                                        <p:strVal val="visible"/>
                                      </p:to>
                                    </p:set>
                                    <p:animEffect transition="in" filter="blinds(horizontal)">
                                      <p:cBhvr>
                                        <p:cTn id="12" dur="500"/>
                                        <p:tgtEl>
                                          <p:spTgt spid="1035275">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35277">
                                            <p:txEl>
                                              <p:pRg st="0" end="0"/>
                                            </p:txEl>
                                          </p:spTgt>
                                        </p:tgtEl>
                                        <p:attrNameLst>
                                          <p:attrName>style.visibility</p:attrName>
                                        </p:attrNameLst>
                                      </p:cBhvr>
                                      <p:to>
                                        <p:strVal val="visible"/>
                                      </p:to>
                                    </p:set>
                                    <p:animEffect transition="in" filter="blinds(horizontal)">
                                      <p:cBhvr>
                                        <p:cTn id="17" dur="500"/>
                                        <p:tgtEl>
                                          <p:spTgt spid="1035277">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035286"/>
                                        </p:tgtEl>
                                        <p:attrNameLst>
                                          <p:attrName>style.visibility</p:attrName>
                                        </p:attrNameLst>
                                      </p:cBhvr>
                                      <p:to>
                                        <p:strVal val="visible"/>
                                      </p:to>
                                    </p:set>
                                    <p:animEffect transition="in" filter="blinds(horizontal)">
                                      <p:cBhvr>
                                        <p:cTn id="22" dur="500"/>
                                        <p:tgtEl>
                                          <p:spTgt spid="103528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035288">
                                            <p:txEl>
                                              <p:pRg st="0" end="0"/>
                                            </p:txEl>
                                          </p:spTgt>
                                        </p:tgtEl>
                                        <p:attrNameLst>
                                          <p:attrName>style.visibility</p:attrName>
                                        </p:attrNameLst>
                                      </p:cBhvr>
                                      <p:to>
                                        <p:strVal val="visible"/>
                                      </p:to>
                                    </p:set>
                                    <p:animEffect transition="in" filter="blinds(horizontal)">
                                      <p:cBhvr>
                                        <p:cTn id="27" dur="500"/>
                                        <p:tgtEl>
                                          <p:spTgt spid="1035288">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1035269"/>
                                        </p:tgtEl>
                                        <p:attrNameLst>
                                          <p:attrName>style.visibility</p:attrName>
                                        </p:attrNameLst>
                                      </p:cBhvr>
                                      <p:to>
                                        <p:strVal val="visible"/>
                                      </p:to>
                                    </p:set>
                                    <p:animEffect transition="in" filter="blinds(horizontal)">
                                      <p:cBhvr>
                                        <p:cTn id="32" dur="500"/>
                                        <p:tgtEl>
                                          <p:spTgt spid="103526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035272">
                                            <p:txEl>
                                              <p:pRg st="0" end="0"/>
                                            </p:txEl>
                                          </p:spTgt>
                                        </p:tgtEl>
                                        <p:attrNameLst>
                                          <p:attrName>style.visibility</p:attrName>
                                        </p:attrNameLst>
                                      </p:cBhvr>
                                      <p:to>
                                        <p:strVal val="visible"/>
                                      </p:to>
                                    </p:set>
                                    <p:animEffect transition="in" filter="blinds(horizontal)">
                                      <p:cBhvr>
                                        <p:cTn id="37" dur="500"/>
                                        <p:tgtEl>
                                          <p:spTgt spid="1035272">
                                            <p:txEl>
                                              <p:pRg st="0" end="0"/>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035276">
                                            <p:txEl>
                                              <p:pRg st="0" end="0"/>
                                            </p:txEl>
                                          </p:spTgt>
                                        </p:tgtEl>
                                        <p:attrNameLst>
                                          <p:attrName>style.visibility</p:attrName>
                                        </p:attrNameLst>
                                      </p:cBhvr>
                                      <p:to>
                                        <p:strVal val="visible"/>
                                      </p:to>
                                    </p:set>
                                    <p:animEffect transition="in" filter="blinds(horizontal)">
                                      <p:cBhvr>
                                        <p:cTn id="42" dur="500"/>
                                        <p:tgtEl>
                                          <p:spTgt spid="1035276">
                                            <p:txEl>
                                              <p:pRg st="0" end="0"/>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1035279"/>
                                        </p:tgtEl>
                                        <p:attrNameLst>
                                          <p:attrName>style.visibility</p:attrName>
                                        </p:attrNameLst>
                                      </p:cBhvr>
                                      <p:to>
                                        <p:strVal val="visible"/>
                                      </p:to>
                                    </p:set>
                                    <p:animEffect transition="in" filter="blinds(horizontal)">
                                      <p:cBhvr>
                                        <p:cTn id="47" dur="500"/>
                                        <p:tgtEl>
                                          <p:spTgt spid="1035279"/>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035282">
                                            <p:txEl>
                                              <p:pRg st="0" end="0"/>
                                            </p:txEl>
                                          </p:spTgt>
                                        </p:tgtEl>
                                        <p:attrNameLst>
                                          <p:attrName>style.visibility</p:attrName>
                                        </p:attrNameLst>
                                      </p:cBhvr>
                                      <p:to>
                                        <p:strVal val="visible"/>
                                      </p:to>
                                    </p:set>
                                    <p:animEffect transition="in" filter="blinds(horizontal)">
                                      <p:cBhvr>
                                        <p:cTn id="52" dur="500"/>
                                        <p:tgtEl>
                                          <p:spTgt spid="1035282">
                                            <p:txEl>
                                              <p:pRg st="0" end="0"/>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1035281">
                                            <p:txEl>
                                              <p:pRg st="0" end="0"/>
                                            </p:txEl>
                                          </p:spTgt>
                                        </p:tgtEl>
                                        <p:attrNameLst>
                                          <p:attrName>style.visibility</p:attrName>
                                        </p:attrNameLst>
                                      </p:cBhvr>
                                      <p:to>
                                        <p:strVal val="visible"/>
                                      </p:to>
                                    </p:set>
                                    <p:animEffect transition="in" filter="blinds(horizontal)">
                                      <p:cBhvr>
                                        <p:cTn id="57" dur="500"/>
                                        <p:tgtEl>
                                          <p:spTgt spid="1035281">
                                            <p:txEl>
                                              <p:pRg st="0" end="0"/>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1035280">
                                            <p:txEl>
                                              <p:pRg st="0" end="0"/>
                                            </p:txEl>
                                          </p:spTgt>
                                        </p:tgtEl>
                                        <p:attrNameLst>
                                          <p:attrName>style.visibility</p:attrName>
                                        </p:attrNameLst>
                                      </p:cBhvr>
                                      <p:to>
                                        <p:strVal val="visible"/>
                                      </p:to>
                                    </p:set>
                                    <p:animEffect transition="in" filter="blinds(horizontal)">
                                      <p:cBhvr>
                                        <p:cTn id="62" dur="500"/>
                                        <p:tgtEl>
                                          <p:spTgt spid="1035280">
                                            <p:txEl>
                                              <p:pRg st="0" end="0"/>
                                            </p:txEl>
                                          </p:spTgt>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1035283">
                                            <p:txEl>
                                              <p:pRg st="0" end="0"/>
                                            </p:txEl>
                                          </p:spTgt>
                                        </p:tgtEl>
                                        <p:attrNameLst>
                                          <p:attrName>style.visibility</p:attrName>
                                        </p:attrNameLst>
                                      </p:cBhvr>
                                      <p:to>
                                        <p:strVal val="visible"/>
                                      </p:to>
                                    </p:set>
                                    <p:animEffect transition="in" filter="blinds(horizontal)">
                                      <p:cBhvr>
                                        <p:cTn id="67" dur="500"/>
                                        <p:tgtEl>
                                          <p:spTgt spid="1035283">
                                            <p:txEl>
                                              <p:pRg st="0" end="0"/>
                                            </p:txEl>
                                          </p:spTgt>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3" presetClass="entr" presetSubtype="10" fill="hold" nodeType="clickEffect">
                                  <p:stCondLst>
                                    <p:cond delay="0"/>
                                  </p:stCondLst>
                                  <p:childTnLst>
                                    <p:set>
                                      <p:cBhvr>
                                        <p:cTn id="71" dur="1" fill="hold">
                                          <p:stCondLst>
                                            <p:cond delay="0"/>
                                          </p:stCondLst>
                                        </p:cTn>
                                        <p:tgtEl>
                                          <p:spTgt spid="1035289"/>
                                        </p:tgtEl>
                                        <p:attrNameLst>
                                          <p:attrName>style.visibility</p:attrName>
                                        </p:attrNameLst>
                                      </p:cBhvr>
                                      <p:to>
                                        <p:strVal val="visible"/>
                                      </p:to>
                                    </p:set>
                                    <p:animEffect transition="in" filter="blinds(horizontal)">
                                      <p:cBhvr>
                                        <p:cTn id="72" dur="500"/>
                                        <p:tgtEl>
                                          <p:spTgt spid="1035289"/>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1035284">
                                            <p:txEl>
                                              <p:pRg st="0" end="0"/>
                                            </p:txEl>
                                          </p:spTgt>
                                        </p:tgtEl>
                                        <p:attrNameLst>
                                          <p:attrName>style.visibility</p:attrName>
                                        </p:attrNameLst>
                                      </p:cBhvr>
                                      <p:to>
                                        <p:strVal val="visible"/>
                                      </p:to>
                                    </p:set>
                                    <p:animEffect transition="in" filter="blinds(horizontal)">
                                      <p:cBhvr>
                                        <p:cTn id="77" dur="500"/>
                                        <p:tgtEl>
                                          <p:spTgt spid="1035284">
                                            <p:txEl>
                                              <p:pRg st="0" end="0"/>
                                            </p:txEl>
                                          </p:spTgt>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3" presetClass="entr" presetSubtype="10" fill="hold" nodeType="clickEffect">
                                  <p:stCondLst>
                                    <p:cond delay="0"/>
                                  </p:stCondLst>
                                  <p:childTnLst>
                                    <p:set>
                                      <p:cBhvr>
                                        <p:cTn id="81" dur="1" fill="hold">
                                          <p:stCondLst>
                                            <p:cond delay="0"/>
                                          </p:stCondLst>
                                        </p:cTn>
                                        <p:tgtEl>
                                          <p:spTgt spid="1035290"/>
                                        </p:tgtEl>
                                        <p:attrNameLst>
                                          <p:attrName>style.visibility</p:attrName>
                                        </p:attrNameLst>
                                      </p:cBhvr>
                                      <p:to>
                                        <p:strVal val="visible"/>
                                      </p:to>
                                    </p:set>
                                    <p:animEffect transition="in" filter="blinds(horizontal)">
                                      <p:cBhvr>
                                        <p:cTn id="82" dur="500"/>
                                        <p:tgtEl>
                                          <p:spTgt spid="10352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5272" grpId="0" build="p" autoUpdateAnimBg="0"/>
      <p:bldP spid="1035275" grpId="0" build="p" autoUpdateAnimBg="0"/>
      <p:bldP spid="1035276" grpId="0" build="p" autoUpdateAnimBg="0"/>
      <p:bldP spid="1035277" grpId="0" build="p" autoUpdateAnimBg="0"/>
      <p:bldP spid="1035280" grpId="0" build="p" autoUpdateAnimBg="0"/>
      <p:bldP spid="1035281" grpId="0" build="p" autoUpdateAnimBg="0"/>
      <p:bldP spid="1035282" grpId="0" build="p" autoUpdateAnimBg="0"/>
      <p:bldP spid="1035283" grpId="0" build="p" autoUpdateAnimBg="0"/>
      <p:bldP spid="1035284" grpId="0" build="p" autoUpdateAnimBg="0"/>
      <p:bldP spid="1035286" grpId="0" animBg="1" autoUpdateAnimBg="0"/>
      <p:bldP spid="1035288" grpId="0" build="p"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0417" name="Title 1036289">
            <a:extLst>
              <a:ext uri="{FF2B5EF4-FFF2-40B4-BE49-F238E27FC236}">
                <a16:creationId xmlns:a16="http://schemas.microsoft.com/office/drawing/2014/main" id="{F1BF7AF5-197B-AE6B-A989-63CAA8995D79}"/>
              </a:ext>
            </a:extLst>
          </p:cNvPr>
          <p:cNvSpPr>
            <a:spLocks noGrp="1" noChangeArrowheads="1"/>
          </p:cNvSpPr>
          <p:nvPr>
            <p:ph type="title"/>
          </p:nvPr>
        </p:nvSpPr>
        <p:spPr/>
        <p:txBody>
          <a:bodyPr/>
          <a:lstStyle/>
          <a:p>
            <a:r>
              <a:rPr lang="en-US" altLang="zh-CN">
                <a:solidFill>
                  <a:srgbClr val="FFFF00"/>
                </a:solidFill>
              </a:rPr>
              <a:t>3.4.3 </a:t>
            </a:r>
            <a:r>
              <a:rPr lang="zh-CN" altLang="en-US">
                <a:solidFill>
                  <a:srgbClr val="FFFF00"/>
                </a:solidFill>
              </a:rPr>
              <a:t>基本结论</a:t>
            </a:r>
          </a:p>
        </p:txBody>
      </p:sp>
      <p:sp>
        <p:nvSpPr>
          <p:cNvPr id="1036291" name="Text Placeholder 1036290">
            <a:extLst>
              <a:ext uri="{FF2B5EF4-FFF2-40B4-BE49-F238E27FC236}">
                <a16:creationId xmlns:a16="http://schemas.microsoft.com/office/drawing/2014/main" id="{C2165D8C-FE32-D9D4-2421-A80E782812DE}"/>
              </a:ext>
            </a:extLst>
          </p:cNvPr>
          <p:cNvSpPr>
            <a:spLocks noGrp="1" noChangeArrowheads="1"/>
          </p:cNvSpPr>
          <p:nvPr>
            <p:ph type="body" idx="1"/>
          </p:nvPr>
        </p:nvSpPr>
        <p:spPr/>
        <p:txBody>
          <a:bodyPr/>
          <a:lstStyle/>
          <a:p>
            <a:pPr>
              <a:buFont typeface="Arial" panose="020B0604020202020204" pitchFamily="34" charset="0"/>
              <a:buNone/>
            </a:pPr>
            <a:r>
              <a:rPr lang="zh-CN" altLang="en-US" sz="2800" b="1"/>
              <a:t>总产出倾向于和总需求一致</a:t>
            </a:r>
          </a:p>
          <a:p>
            <a:pPr>
              <a:buFont typeface="Arial" panose="020B0604020202020204" pitchFamily="34" charset="0"/>
              <a:buNone/>
            </a:pPr>
            <a:r>
              <a:rPr lang="zh-CN" altLang="en-US" sz="2800" b="1"/>
              <a:t>简单经济中，总量均衡表现为意愿投资和意愿储蓄相等</a:t>
            </a:r>
          </a:p>
          <a:p>
            <a:pPr>
              <a:buFont typeface="Arial" panose="020B0604020202020204" pitchFamily="34" charset="0"/>
              <a:buNone/>
            </a:pPr>
            <a:r>
              <a:rPr lang="zh-CN" altLang="en-US" sz="2800" b="1"/>
              <a:t>总需求表现为可支配收入、自发性支出和边际消费倾向的函数</a:t>
            </a:r>
          </a:p>
          <a:p>
            <a:pPr>
              <a:buFont typeface="Arial" panose="020B0604020202020204" pitchFamily="34" charset="0"/>
              <a:buNone/>
            </a:pPr>
            <a:r>
              <a:rPr lang="zh-CN" altLang="en-US" sz="2800" b="1"/>
              <a:t>净存货机制在总量均衡中作用重大</a:t>
            </a:r>
          </a:p>
          <a:p>
            <a:pPr>
              <a:buFont typeface="Arial" panose="020B0604020202020204" pitchFamily="34" charset="0"/>
              <a:buNone/>
            </a:pPr>
            <a:r>
              <a:rPr lang="zh-CN" altLang="en-US" sz="2800" b="1"/>
              <a:t>总之：没有供给限制的条件下，总需求决定总产出</a:t>
            </a:r>
          </a:p>
        </p:txBody>
      </p:sp>
      <p:sp>
        <p:nvSpPr>
          <p:cNvPr id="60419" name="DRAWING2STR_FREEFORM 1036291">
            <a:hlinkClick r:id="" action="ppaction://noaction"/>
            <a:extLst>
              <a:ext uri="{FF2B5EF4-FFF2-40B4-BE49-F238E27FC236}">
                <a16:creationId xmlns:a16="http://schemas.microsoft.com/office/drawing/2014/main" id="{FB7D6909-8B04-A307-A7F8-BB4443F348E9}"/>
              </a:ext>
            </a:extLst>
          </p:cNvPr>
          <p:cNvSpPr>
            <a:spLocks noChangeArrowheads="1"/>
          </p:cNvSpPr>
          <p:nvPr/>
        </p:nvSpPr>
        <p:spPr bwMode="auto">
          <a:xfrm>
            <a:off x="8027988" y="5445125"/>
            <a:ext cx="838200" cy="762000"/>
          </a:xfrm>
          <a:custGeom>
            <a:avLst/>
            <a:gdLst>
              <a:gd name="T0" fmla="*/ 5400 w 21600"/>
              <a:gd name="T1" fmla="*/ 5400 h 21600"/>
              <a:gd name="T2" fmla="*/ 9450 w 21600"/>
              <a:gd name="T3" fmla="*/ 5400 h 21600"/>
              <a:gd name="T4" fmla="*/ 9450 w 21600"/>
              <a:gd name="T5" fmla="*/ 2700 h 21600"/>
              <a:gd name="T6" fmla="*/ 8100 w 21600"/>
              <a:gd name="T7" fmla="*/ 2700 h 21600"/>
              <a:gd name="T8" fmla="*/ 10800 w 21600"/>
              <a:gd name="T9" fmla="*/ 0 h 21600"/>
              <a:gd name="T10" fmla="*/ 13500 w 21600"/>
              <a:gd name="T11" fmla="*/ 2700 h 21600"/>
              <a:gd name="T12" fmla="*/ 12150 w 21600"/>
              <a:gd name="T13" fmla="*/ 2700 h 21600"/>
              <a:gd name="T14" fmla="*/ 12150 w 21600"/>
              <a:gd name="T15" fmla="*/ 5400 h 21600"/>
              <a:gd name="T16" fmla="*/ 16200 w 21600"/>
              <a:gd name="T17" fmla="*/ 5400 h 21600"/>
              <a:gd name="T18" fmla="*/ 16200 w 21600"/>
              <a:gd name="T19" fmla="*/ 9450 h 21600"/>
              <a:gd name="T20" fmla="*/ 18900 w 21600"/>
              <a:gd name="T21" fmla="*/ 9450 h 21600"/>
              <a:gd name="T22" fmla="*/ 18900 w 21600"/>
              <a:gd name="T23" fmla="*/ 8100 h 21600"/>
              <a:gd name="T24" fmla="*/ 21600 w 21600"/>
              <a:gd name="T25" fmla="*/ 10800 h 21600"/>
              <a:gd name="T26" fmla="*/ 18900 w 21600"/>
              <a:gd name="T27" fmla="*/ 13500 h 21600"/>
              <a:gd name="T28" fmla="*/ 18900 w 21600"/>
              <a:gd name="T29" fmla="*/ 12150 h 21600"/>
              <a:gd name="T30" fmla="*/ 16200 w 21600"/>
              <a:gd name="T31" fmla="*/ 12150 h 21600"/>
              <a:gd name="T32" fmla="*/ 16200 w 21600"/>
              <a:gd name="T33" fmla="*/ 16200 h 21600"/>
              <a:gd name="T34" fmla="*/ 12150 w 21600"/>
              <a:gd name="T35" fmla="*/ 16200 h 21600"/>
              <a:gd name="T36" fmla="*/ 12150 w 21600"/>
              <a:gd name="T37" fmla="*/ 18900 h 21600"/>
              <a:gd name="T38" fmla="*/ 13500 w 21600"/>
              <a:gd name="T39" fmla="*/ 18900 h 21600"/>
              <a:gd name="T40" fmla="*/ 10800 w 21600"/>
              <a:gd name="T41" fmla="*/ 21600 h 21600"/>
              <a:gd name="T42" fmla="*/ 8100 w 21600"/>
              <a:gd name="T43" fmla="*/ 18900 h 21600"/>
              <a:gd name="T44" fmla="*/ 9450 w 21600"/>
              <a:gd name="T45" fmla="*/ 18900 h 21600"/>
              <a:gd name="T46" fmla="*/ 9450 w 21600"/>
              <a:gd name="T47" fmla="*/ 16200 h 21600"/>
              <a:gd name="T48" fmla="*/ 5400 w 21600"/>
              <a:gd name="T49" fmla="*/ 16200 h 21600"/>
              <a:gd name="T50" fmla="*/ 5400 w 21600"/>
              <a:gd name="T51" fmla="*/ 12150 h 21600"/>
              <a:gd name="T52" fmla="*/ 2700 w 21600"/>
              <a:gd name="T53" fmla="*/ 12150 h 21600"/>
              <a:gd name="T54" fmla="*/ 2700 w 21600"/>
              <a:gd name="T55" fmla="*/ 13500 h 21600"/>
              <a:gd name="T56" fmla="*/ 0 w 21600"/>
              <a:gd name="T57" fmla="*/ 10800 h 21600"/>
              <a:gd name="T58" fmla="*/ 2700 w 21600"/>
              <a:gd name="T59" fmla="*/ 8100 h 21600"/>
              <a:gd name="T60" fmla="*/ 2700 w 21600"/>
              <a:gd name="T61" fmla="*/ 9450 h 21600"/>
              <a:gd name="T62" fmla="*/ 5400 w 21600"/>
              <a:gd name="T63" fmla="*/ 945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1600" h="21600">
                <a:moveTo>
                  <a:pt x="5400" y="5400"/>
                </a:moveTo>
                <a:lnTo>
                  <a:pt x="9450" y="5400"/>
                </a:lnTo>
                <a:lnTo>
                  <a:pt x="9450" y="2700"/>
                </a:lnTo>
                <a:lnTo>
                  <a:pt x="8100" y="2700"/>
                </a:lnTo>
                <a:lnTo>
                  <a:pt x="10800" y="0"/>
                </a:lnTo>
                <a:lnTo>
                  <a:pt x="13500" y="2700"/>
                </a:lnTo>
                <a:lnTo>
                  <a:pt x="12150" y="2700"/>
                </a:lnTo>
                <a:lnTo>
                  <a:pt x="12150" y="5400"/>
                </a:lnTo>
                <a:lnTo>
                  <a:pt x="16200" y="5400"/>
                </a:lnTo>
                <a:lnTo>
                  <a:pt x="16200" y="9450"/>
                </a:lnTo>
                <a:lnTo>
                  <a:pt x="18900" y="9450"/>
                </a:lnTo>
                <a:lnTo>
                  <a:pt x="18900" y="8100"/>
                </a:lnTo>
                <a:lnTo>
                  <a:pt x="21600" y="10800"/>
                </a:lnTo>
                <a:lnTo>
                  <a:pt x="18900" y="13500"/>
                </a:lnTo>
                <a:lnTo>
                  <a:pt x="18900" y="12150"/>
                </a:lnTo>
                <a:lnTo>
                  <a:pt x="16200" y="12150"/>
                </a:lnTo>
                <a:lnTo>
                  <a:pt x="16200" y="16200"/>
                </a:lnTo>
                <a:lnTo>
                  <a:pt x="12150" y="16200"/>
                </a:lnTo>
                <a:lnTo>
                  <a:pt x="12150" y="18900"/>
                </a:lnTo>
                <a:lnTo>
                  <a:pt x="13500" y="18900"/>
                </a:lnTo>
                <a:lnTo>
                  <a:pt x="10800" y="21600"/>
                </a:lnTo>
                <a:lnTo>
                  <a:pt x="8100" y="18900"/>
                </a:lnTo>
                <a:lnTo>
                  <a:pt x="9450" y="18900"/>
                </a:lnTo>
                <a:lnTo>
                  <a:pt x="9450" y="16200"/>
                </a:lnTo>
                <a:lnTo>
                  <a:pt x="5400" y="16200"/>
                </a:lnTo>
                <a:lnTo>
                  <a:pt x="5400" y="12150"/>
                </a:lnTo>
                <a:lnTo>
                  <a:pt x="2700" y="12150"/>
                </a:lnTo>
                <a:lnTo>
                  <a:pt x="2700" y="13500"/>
                </a:lnTo>
                <a:lnTo>
                  <a:pt x="0" y="10800"/>
                </a:lnTo>
                <a:lnTo>
                  <a:pt x="2700" y="8100"/>
                </a:lnTo>
                <a:lnTo>
                  <a:pt x="2700" y="9450"/>
                </a:lnTo>
                <a:lnTo>
                  <a:pt x="5400" y="9450"/>
                </a:lnTo>
                <a:close/>
              </a:path>
            </a:pathLst>
          </a:custGeom>
          <a:noFill/>
          <a:ln w="31750"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60420" name="Slide Number Placeholder 1">
            <a:extLst>
              <a:ext uri="{FF2B5EF4-FFF2-40B4-BE49-F238E27FC236}">
                <a16:creationId xmlns:a16="http://schemas.microsoft.com/office/drawing/2014/main" id="{43B2A065-9255-FC90-4EF2-2E89CCD66A3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8CC152CD-4833-4208-9D1D-51E720559CD2}" type="slidenum">
              <a:rPr lang="en-AU" altLang="zh-CN" sz="1400" i="0">
                <a:latin typeface="Arial" panose="020B0604020202020204" pitchFamily="34" charset="0"/>
              </a:rPr>
              <a:pPr algn="r"/>
              <a:t>49</a:t>
            </a:fld>
            <a:endParaRPr lang="en-AU" altLang="zh-CN" sz="1400" i="0">
              <a:latin typeface="Arial" panose="020B0604020202020204" pitchFamily="34" charset="0"/>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1036291">
                                            <p:txEl>
                                              <p:pRg st="0" end="0"/>
                                            </p:txEl>
                                          </p:spTgt>
                                        </p:tgtEl>
                                        <p:attrNameLst>
                                          <p:attrName>style.visibility</p:attrName>
                                        </p:attrNameLst>
                                      </p:cBhvr>
                                      <p:to>
                                        <p:strVal val="visible"/>
                                      </p:to>
                                    </p:set>
                                    <p:anim calcmode="lin" valueType="num">
                                      <p:cBhvr>
                                        <p:cTn id="7" dur="1000" fill="hold"/>
                                        <p:tgtEl>
                                          <p:spTgt spid="1036291">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1036291">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1036291">
                                            <p:txEl>
                                              <p:pRg st="0" end="0"/>
                                            </p:txEl>
                                          </p:spTgt>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036291">
                                            <p:txEl>
                                              <p:pRg st="0" end="0"/>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5" presetClass="entr" presetSubtype="0" fill="hold" grpId="0" nodeType="clickEffect">
                                  <p:stCondLst>
                                    <p:cond delay="0"/>
                                  </p:stCondLst>
                                  <p:childTnLst>
                                    <p:set>
                                      <p:cBhvr>
                                        <p:cTn id="14" dur="1" fill="hold">
                                          <p:stCondLst>
                                            <p:cond delay="0"/>
                                          </p:stCondLst>
                                        </p:cTn>
                                        <p:tgtEl>
                                          <p:spTgt spid="1036291">
                                            <p:txEl>
                                              <p:pRg st="1" end="1"/>
                                            </p:txEl>
                                          </p:spTgt>
                                        </p:tgtEl>
                                        <p:attrNameLst>
                                          <p:attrName>style.visibility</p:attrName>
                                        </p:attrNameLst>
                                      </p:cBhvr>
                                      <p:to>
                                        <p:strVal val="visible"/>
                                      </p:to>
                                    </p:set>
                                    <p:anim calcmode="lin" valueType="num">
                                      <p:cBhvr>
                                        <p:cTn id="15" dur="1000" fill="hold"/>
                                        <p:tgtEl>
                                          <p:spTgt spid="1036291">
                                            <p:txEl>
                                              <p:pRg st="1" end="1"/>
                                            </p:txEl>
                                          </p:spTgt>
                                        </p:tgtEl>
                                        <p:attrNameLst>
                                          <p:attrName>ppt_w</p:attrName>
                                        </p:attrNameLst>
                                      </p:cBhvr>
                                      <p:tavLst>
                                        <p:tav tm="0">
                                          <p:val>
                                            <p:fltVal val="0"/>
                                          </p:val>
                                        </p:tav>
                                        <p:tav tm="100000">
                                          <p:val>
                                            <p:strVal val="#ppt_w"/>
                                          </p:val>
                                        </p:tav>
                                      </p:tavLst>
                                    </p:anim>
                                    <p:anim calcmode="lin" valueType="num">
                                      <p:cBhvr>
                                        <p:cTn id="16" dur="1000" fill="hold"/>
                                        <p:tgtEl>
                                          <p:spTgt spid="1036291">
                                            <p:txEl>
                                              <p:pRg st="1" end="1"/>
                                            </p:txEl>
                                          </p:spTgt>
                                        </p:tgtEl>
                                        <p:attrNameLst>
                                          <p:attrName>ppt_h</p:attrName>
                                        </p:attrNameLst>
                                      </p:cBhvr>
                                      <p:tavLst>
                                        <p:tav tm="0">
                                          <p:val>
                                            <p:fltVal val="0"/>
                                          </p:val>
                                        </p:tav>
                                        <p:tav tm="100000">
                                          <p:val>
                                            <p:strVal val="#ppt_h"/>
                                          </p:val>
                                        </p:tav>
                                      </p:tavLst>
                                    </p:anim>
                                    <p:anim calcmode="lin" valueType="num">
                                      <p:cBhvr>
                                        <p:cTn id="17" dur="1000" fill="hold"/>
                                        <p:tgtEl>
                                          <p:spTgt spid="1036291">
                                            <p:txEl>
                                              <p:pRg st="1" end="1"/>
                                            </p:txEl>
                                          </p:spTgt>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1036291">
                                            <p:txEl>
                                              <p:pRg st="1" end="1"/>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1036291">
                                            <p:txEl>
                                              <p:pRg st="2" end="2"/>
                                            </p:txEl>
                                          </p:spTgt>
                                        </p:tgtEl>
                                        <p:attrNameLst>
                                          <p:attrName>style.visibility</p:attrName>
                                        </p:attrNameLst>
                                      </p:cBhvr>
                                      <p:to>
                                        <p:strVal val="visible"/>
                                      </p:to>
                                    </p:set>
                                    <p:anim calcmode="lin" valueType="num">
                                      <p:cBhvr>
                                        <p:cTn id="23" dur="1000" fill="hold"/>
                                        <p:tgtEl>
                                          <p:spTgt spid="1036291">
                                            <p:txEl>
                                              <p:pRg st="2" end="2"/>
                                            </p:txEl>
                                          </p:spTgt>
                                        </p:tgtEl>
                                        <p:attrNameLst>
                                          <p:attrName>ppt_w</p:attrName>
                                        </p:attrNameLst>
                                      </p:cBhvr>
                                      <p:tavLst>
                                        <p:tav tm="0">
                                          <p:val>
                                            <p:fltVal val="0"/>
                                          </p:val>
                                        </p:tav>
                                        <p:tav tm="100000">
                                          <p:val>
                                            <p:strVal val="#ppt_w"/>
                                          </p:val>
                                        </p:tav>
                                      </p:tavLst>
                                    </p:anim>
                                    <p:anim calcmode="lin" valueType="num">
                                      <p:cBhvr>
                                        <p:cTn id="24" dur="1000" fill="hold"/>
                                        <p:tgtEl>
                                          <p:spTgt spid="1036291">
                                            <p:txEl>
                                              <p:pRg st="2" end="2"/>
                                            </p:txEl>
                                          </p:spTgt>
                                        </p:tgtEl>
                                        <p:attrNameLst>
                                          <p:attrName>ppt_h</p:attrName>
                                        </p:attrNameLst>
                                      </p:cBhvr>
                                      <p:tavLst>
                                        <p:tav tm="0">
                                          <p:val>
                                            <p:fltVal val="0"/>
                                          </p:val>
                                        </p:tav>
                                        <p:tav tm="100000">
                                          <p:val>
                                            <p:strVal val="#ppt_h"/>
                                          </p:val>
                                        </p:tav>
                                      </p:tavLst>
                                    </p:anim>
                                    <p:anim calcmode="lin" valueType="num">
                                      <p:cBhvr>
                                        <p:cTn id="25" dur="1000" fill="hold"/>
                                        <p:tgtEl>
                                          <p:spTgt spid="1036291">
                                            <p:txEl>
                                              <p:pRg st="2" end="2"/>
                                            </p:txEl>
                                          </p:spTgt>
                                        </p:tgtEl>
                                        <p:attrNameLst>
                                          <p:attrName>ppt_x</p:attrName>
                                        </p:attrNameLst>
                                      </p:cBhvr>
                                      <p:tavLst>
                                        <p:tav tm="0" fmla="#ppt_x+(cos(-2*pi*(1-$))*-#ppt_x-sin(-2*pi*(1-$))*(1-#ppt_y))*(1-$)">
                                          <p:val>
                                            <p:fltVal val="0"/>
                                          </p:val>
                                        </p:tav>
                                        <p:tav tm="100000">
                                          <p:val>
                                            <p:fltVal val="1"/>
                                          </p:val>
                                        </p:tav>
                                      </p:tavLst>
                                    </p:anim>
                                    <p:anim calcmode="lin" valueType="num">
                                      <p:cBhvr>
                                        <p:cTn id="26" dur="1000" fill="hold"/>
                                        <p:tgtEl>
                                          <p:spTgt spid="1036291">
                                            <p:txEl>
                                              <p:pRg st="2" end="2"/>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15" presetClass="entr" presetSubtype="0" fill="hold" grpId="0" nodeType="clickEffect">
                                  <p:stCondLst>
                                    <p:cond delay="0"/>
                                  </p:stCondLst>
                                  <p:childTnLst>
                                    <p:set>
                                      <p:cBhvr>
                                        <p:cTn id="30" dur="1" fill="hold">
                                          <p:stCondLst>
                                            <p:cond delay="0"/>
                                          </p:stCondLst>
                                        </p:cTn>
                                        <p:tgtEl>
                                          <p:spTgt spid="1036291">
                                            <p:txEl>
                                              <p:pRg st="3" end="3"/>
                                            </p:txEl>
                                          </p:spTgt>
                                        </p:tgtEl>
                                        <p:attrNameLst>
                                          <p:attrName>style.visibility</p:attrName>
                                        </p:attrNameLst>
                                      </p:cBhvr>
                                      <p:to>
                                        <p:strVal val="visible"/>
                                      </p:to>
                                    </p:set>
                                    <p:anim calcmode="lin" valueType="num">
                                      <p:cBhvr>
                                        <p:cTn id="31" dur="1000" fill="hold"/>
                                        <p:tgtEl>
                                          <p:spTgt spid="1036291">
                                            <p:txEl>
                                              <p:pRg st="3" end="3"/>
                                            </p:txEl>
                                          </p:spTgt>
                                        </p:tgtEl>
                                        <p:attrNameLst>
                                          <p:attrName>ppt_w</p:attrName>
                                        </p:attrNameLst>
                                      </p:cBhvr>
                                      <p:tavLst>
                                        <p:tav tm="0">
                                          <p:val>
                                            <p:fltVal val="0"/>
                                          </p:val>
                                        </p:tav>
                                        <p:tav tm="100000">
                                          <p:val>
                                            <p:strVal val="#ppt_w"/>
                                          </p:val>
                                        </p:tav>
                                      </p:tavLst>
                                    </p:anim>
                                    <p:anim calcmode="lin" valueType="num">
                                      <p:cBhvr>
                                        <p:cTn id="32" dur="1000" fill="hold"/>
                                        <p:tgtEl>
                                          <p:spTgt spid="1036291">
                                            <p:txEl>
                                              <p:pRg st="3" end="3"/>
                                            </p:txEl>
                                          </p:spTgt>
                                        </p:tgtEl>
                                        <p:attrNameLst>
                                          <p:attrName>ppt_h</p:attrName>
                                        </p:attrNameLst>
                                      </p:cBhvr>
                                      <p:tavLst>
                                        <p:tav tm="0">
                                          <p:val>
                                            <p:fltVal val="0"/>
                                          </p:val>
                                        </p:tav>
                                        <p:tav tm="100000">
                                          <p:val>
                                            <p:strVal val="#ppt_h"/>
                                          </p:val>
                                        </p:tav>
                                      </p:tavLst>
                                    </p:anim>
                                    <p:anim calcmode="lin" valueType="num">
                                      <p:cBhvr>
                                        <p:cTn id="33" dur="1000" fill="hold"/>
                                        <p:tgtEl>
                                          <p:spTgt spid="1036291">
                                            <p:txEl>
                                              <p:pRg st="3" end="3"/>
                                            </p:txEl>
                                          </p:spTgt>
                                        </p:tgtEl>
                                        <p:attrNameLst>
                                          <p:attrName>ppt_x</p:attrName>
                                        </p:attrNameLst>
                                      </p:cBhvr>
                                      <p:tavLst>
                                        <p:tav tm="0" fmla="#ppt_x+(cos(-2*pi*(1-$))*-#ppt_x-sin(-2*pi*(1-$))*(1-#ppt_y))*(1-$)">
                                          <p:val>
                                            <p:fltVal val="0"/>
                                          </p:val>
                                        </p:tav>
                                        <p:tav tm="100000">
                                          <p:val>
                                            <p:fltVal val="1"/>
                                          </p:val>
                                        </p:tav>
                                      </p:tavLst>
                                    </p:anim>
                                    <p:anim calcmode="lin" valueType="num">
                                      <p:cBhvr>
                                        <p:cTn id="34" dur="1000" fill="hold"/>
                                        <p:tgtEl>
                                          <p:spTgt spid="1036291">
                                            <p:txEl>
                                              <p:pRg st="3" end="3"/>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15" presetClass="entr" presetSubtype="0" fill="hold" grpId="0" nodeType="clickEffect">
                                  <p:stCondLst>
                                    <p:cond delay="0"/>
                                  </p:stCondLst>
                                  <p:childTnLst>
                                    <p:set>
                                      <p:cBhvr>
                                        <p:cTn id="38" dur="1" fill="hold">
                                          <p:stCondLst>
                                            <p:cond delay="0"/>
                                          </p:stCondLst>
                                        </p:cTn>
                                        <p:tgtEl>
                                          <p:spTgt spid="1036291">
                                            <p:txEl>
                                              <p:pRg st="4" end="4"/>
                                            </p:txEl>
                                          </p:spTgt>
                                        </p:tgtEl>
                                        <p:attrNameLst>
                                          <p:attrName>style.visibility</p:attrName>
                                        </p:attrNameLst>
                                      </p:cBhvr>
                                      <p:to>
                                        <p:strVal val="visible"/>
                                      </p:to>
                                    </p:set>
                                    <p:anim calcmode="lin" valueType="num">
                                      <p:cBhvr>
                                        <p:cTn id="39" dur="1000" fill="hold"/>
                                        <p:tgtEl>
                                          <p:spTgt spid="1036291">
                                            <p:txEl>
                                              <p:pRg st="4" end="4"/>
                                            </p:txEl>
                                          </p:spTgt>
                                        </p:tgtEl>
                                        <p:attrNameLst>
                                          <p:attrName>ppt_w</p:attrName>
                                        </p:attrNameLst>
                                      </p:cBhvr>
                                      <p:tavLst>
                                        <p:tav tm="0">
                                          <p:val>
                                            <p:fltVal val="0"/>
                                          </p:val>
                                        </p:tav>
                                        <p:tav tm="100000">
                                          <p:val>
                                            <p:strVal val="#ppt_w"/>
                                          </p:val>
                                        </p:tav>
                                      </p:tavLst>
                                    </p:anim>
                                    <p:anim calcmode="lin" valueType="num">
                                      <p:cBhvr>
                                        <p:cTn id="40" dur="1000" fill="hold"/>
                                        <p:tgtEl>
                                          <p:spTgt spid="1036291">
                                            <p:txEl>
                                              <p:pRg st="4" end="4"/>
                                            </p:txEl>
                                          </p:spTgt>
                                        </p:tgtEl>
                                        <p:attrNameLst>
                                          <p:attrName>ppt_h</p:attrName>
                                        </p:attrNameLst>
                                      </p:cBhvr>
                                      <p:tavLst>
                                        <p:tav tm="0">
                                          <p:val>
                                            <p:fltVal val="0"/>
                                          </p:val>
                                        </p:tav>
                                        <p:tav tm="100000">
                                          <p:val>
                                            <p:strVal val="#ppt_h"/>
                                          </p:val>
                                        </p:tav>
                                      </p:tavLst>
                                    </p:anim>
                                    <p:anim calcmode="lin" valueType="num">
                                      <p:cBhvr>
                                        <p:cTn id="41" dur="1000" fill="hold"/>
                                        <p:tgtEl>
                                          <p:spTgt spid="1036291">
                                            <p:txEl>
                                              <p:pRg st="4" end="4"/>
                                            </p:txEl>
                                          </p:spTgt>
                                        </p:tgtEl>
                                        <p:attrNameLst>
                                          <p:attrName>ppt_x</p:attrName>
                                        </p:attrNameLst>
                                      </p:cBhvr>
                                      <p:tavLst>
                                        <p:tav tm="0" fmla="#ppt_x+(cos(-2*pi*(1-$))*-#ppt_x-sin(-2*pi*(1-$))*(1-#ppt_y))*(1-$)">
                                          <p:val>
                                            <p:fltVal val="0"/>
                                          </p:val>
                                        </p:tav>
                                        <p:tav tm="100000">
                                          <p:val>
                                            <p:fltVal val="1"/>
                                          </p:val>
                                        </p:tav>
                                      </p:tavLst>
                                    </p:anim>
                                    <p:anim calcmode="lin" valueType="num">
                                      <p:cBhvr>
                                        <p:cTn id="42" dur="1000" fill="hold"/>
                                        <p:tgtEl>
                                          <p:spTgt spid="1036291">
                                            <p:txEl>
                                              <p:pRg st="4" end="4"/>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6291" grpId="0" build="p"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Title 1037313">
            <a:extLst>
              <a:ext uri="{FF2B5EF4-FFF2-40B4-BE49-F238E27FC236}">
                <a16:creationId xmlns:a16="http://schemas.microsoft.com/office/drawing/2014/main" id="{EA0416F1-D26E-A113-6A5C-7DADCE156616}"/>
              </a:ext>
            </a:extLst>
          </p:cNvPr>
          <p:cNvSpPr>
            <a:spLocks noGrp="1" noChangeArrowheads="1"/>
          </p:cNvSpPr>
          <p:nvPr>
            <p:ph type="title"/>
          </p:nvPr>
        </p:nvSpPr>
        <p:spPr/>
        <p:txBody>
          <a:bodyPr/>
          <a:lstStyle/>
          <a:p>
            <a:r>
              <a:rPr lang="en-US" altLang="zh-CN">
                <a:solidFill>
                  <a:srgbClr val="FFFF00"/>
                </a:solidFill>
              </a:rPr>
              <a:t>3.5 </a:t>
            </a:r>
            <a:r>
              <a:rPr lang="zh-CN" altLang="en-US">
                <a:solidFill>
                  <a:srgbClr val="FFFF00"/>
                </a:solidFill>
              </a:rPr>
              <a:t>三部门经济与财政政策效应</a:t>
            </a:r>
          </a:p>
        </p:txBody>
      </p:sp>
      <p:sp>
        <p:nvSpPr>
          <p:cNvPr id="61442" name="Text Placeholder 1037314">
            <a:extLst>
              <a:ext uri="{FF2B5EF4-FFF2-40B4-BE49-F238E27FC236}">
                <a16:creationId xmlns:a16="http://schemas.microsoft.com/office/drawing/2014/main" id="{5E424B4E-B215-5FD8-D4F5-347ECA62A8A5}"/>
              </a:ext>
            </a:extLst>
          </p:cNvPr>
          <p:cNvSpPr>
            <a:spLocks noGrp="1" noChangeArrowheads="1"/>
          </p:cNvSpPr>
          <p:nvPr>
            <p:ph type="body" idx="1"/>
          </p:nvPr>
        </p:nvSpPr>
        <p:spPr/>
        <p:txBody>
          <a:bodyPr/>
          <a:lstStyle/>
          <a:p>
            <a:r>
              <a:rPr lang="en-US" altLang="zh-CN" sz="2800"/>
              <a:t>3.5.1</a:t>
            </a:r>
            <a:r>
              <a:rPr lang="zh-CN" altLang="en-US" sz="2800">
                <a:hlinkClick r:id="" action="ppaction://noaction"/>
              </a:rPr>
              <a:t>乘数原理</a:t>
            </a:r>
            <a:endParaRPr lang="zh-CN" altLang="en-US" sz="2800"/>
          </a:p>
          <a:p>
            <a:r>
              <a:rPr lang="en-US" altLang="zh-CN" sz="2800"/>
              <a:t>3.5.2</a:t>
            </a:r>
            <a:r>
              <a:rPr lang="zh-CN" altLang="en-US" sz="2800">
                <a:hlinkClick r:id="" action="ppaction://noaction"/>
              </a:rPr>
              <a:t>三部门经济的国民收入决定</a:t>
            </a:r>
            <a:endParaRPr lang="zh-CN" altLang="en-US" sz="2800"/>
          </a:p>
          <a:p>
            <a:r>
              <a:rPr lang="en-US" altLang="zh-CN" sz="2800"/>
              <a:t>3.5.3</a:t>
            </a:r>
            <a:r>
              <a:rPr lang="zh-CN" altLang="en-US" sz="2800"/>
              <a:t>三部门经济中的各种乘数</a:t>
            </a:r>
          </a:p>
          <a:p>
            <a:r>
              <a:rPr lang="en-US" altLang="zh-CN" sz="2800"/>
              <a:t>3.5.4 </a:t>
            </a:r>
            <a:r>
              <a:rPr lang="zh-CN" altLang="en-US" sz="2800"/>
              <a:t>四部门经济中国民收入的决定</a:t>
            </a:r>
          </a:p>
          <a:p>
            <a:r>
              <a:rPr lang="en-US" altLang="zh-CN" sz="2800"/>
              <a:t>3.5.5 </a:t>
            </a:r>
            <a:r>
              <a:rPr lang="zh-CN" altLang="en-US" sz="2800">
                <a:hlinkClick r:id="" action="ppaction://noaction"/>
              </a:rPr>
              <a:t>总结</a:t>
            </a:r>
            <a:endParaRPr lang="zh-CN" altLang="en-US" sz="2800"/>
          </a:p>
        </p:txBody>
      </p:sp>
      <p:sp>
        <p:nvSpPr>
          <p:cNvPr id="61443" name="DRAWING2STR_FREEFORM 1037315">
            <a:hlinkClick r:id="" action="ppaction://noaction"/>
            <a:extLst>
              <a:ext uri="{FF2B5EF4-FFF2-40B4-BE49-F238E27FC236}">
                <a16:creationId xmlns:a16="http://schemas.microsoft.com/office/drawing/2014/main" id="{03805023-F0A9-C991-67F4-7E70938AE6A6}"/>
              </a:ext>
            </a:extLst>
          </p:cNvPr>
          <p:cNvSpPr>
            <a:spLocks noChangeArrowheads="1"/>
          </p:cNvSpPr>
          <p:nvPr/>
        </p:nvSpPr>
        <p:spPr bwMode="auto">
          <a:xfrm>
            <a:off x="7380288" y="5516563"/>
            <a:ext cx="1079500" cy="792162"/>
          </a:xfrm>
          <a:custGeom>
            <a:avLst/>
            <a:gdLst>
              <a:gd name="T0" fmla="*/ 10800 w 21600"/>
              <a:gd name="T1" fmla="*/ 0 h 21600"/>
              <a:gd name="T2" fmla="*/ 6480 w 21600"/>
              <a:gd name="T3" fmla="*/ 4320 h 21600"/>
              <a:gd name="T4" fmla="*/ 8640 w 21600"/>
              <a:gd name="T5" fmla="*/ 4320 h 21600"/>
              <a:gd name="T6" fmla="*/ 8640 w 21600"/>
              <a:gd name="T7" fmla="*/ 8640 h 21600"/>
              <a:gd name="T8" fmla="*/ 4320 w 21600"/>
              <a:gd name="T9" fmla="*/ 8640 h 21600"/>
              <a:gd name="T10" fmla="*/ 4320 w 21600"/>
              <a:gd name="T11" fmla="*/ 6480 h 21600"/>
              <a:gd name="T12" fmla="*/ 0 w 21600"/>
              <a:gd name="T13" fmla="*/ 10800 h 21600"/>
              <a:gd name="T14" fmla="*/ 4320 w 21600"/>
              <a:gd name="T15" fmla="*/ 15120 h 21600"/>
              <a:gd name="T16" fmla="*/ 4320 w 21600"/>
              <a:gd name="T17" fmla="*/ 12960 h 21600"/>
              <a:gd name="T18" fmla="*/ 8640 w 21600"/>
              <a:gd name="T19" fmla="*/ 12960 h 21600"/>
              <a:gd name="T20" fmla="*/ 8640 w 21600"/>
              <a:gd name="T21" fmla="*/ 17280 h 21600"/>
              <a:gd name="T22" fmla="*/ 6480 w 21600"/>
              <a:gd name="T23" fmla="*/ 17280 h 21600"/>
              <a:gd name="T24" fmla="*/ 10800 w 21600"/>
              <a:gd name="T25" fmla="*/ 21600 h 21600"/>
              <a:gd name="T26" fmla="*/ 15120 w 21600"/>
              <a:gd name="T27" fmla="*/ 17280 h 21600"/>
              <a:gd name="T28" fmla="*/ 12960 w 21600"/>
              <a:gd name="T29" fmla="*/ 17280 h 21600"/>
              <a:gd name="T30" fmla="*/ 12960 w 21600"/>
              <a:gd name="T31" fmla="*/ 12960 h 21600"/>
              <a:gd name="T32" fmla="*/ 17280 w 21600"/>
              <a:gd name="T33" fmla="*/ 12960 h 21600"/>
              <a:gd name="T34" fmla="*/ 17280 w 21600"/>
              <a:gd name="T35" fmla="*/ 15120 h 21600"/>
              <a:gd name="T36" fmla="*/ 21600 w 21600"/>
              <a:gd name="T37" fmla="*/ 10800 h 21600"/>
              <a:gd name="T38" fmla="*/ 17280 w 21600"/>
              <a:gd name="T39" fmla="*/ 6480 h 21600"/>
              <a:gd name="T40" fmla="*/ 17280 w 21600"/>
              <a:gd name="T41" fmla="*/ 8640 h 21600"/>
              <a:gd name="T42" fmla="*/ 12960 w 21600"/>
              <a:gd name="T43" fmla="*/ 8640 h 21600"/>
              <a:gd name="T44" fmla="*/ 12960 w 21600"/>
              <a:gd name="T45" fmla="*/ 4320 h 21600"/>
              <a:gd name="T46" fmla="*/ 15120 w 21600"/>
              <a:gd name="T47" fmla="*/ 432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1600" h="21600">
                <a:moveTo>
                  <a:pt x="10800" y="0"/>
                </a:moveTo>
                <a:lnTo>
                  <a:pt x="6480" y="4320"/>
                </a:lnTo>
                <a:lnTo>
                  <a:pt x="8640" y="4320"/>
                </a:lnTo>
                <a:lnTo>
                  <a:pt x="8640" y="8640"/>
                </a:lnTo>
                <a:lnTo>
                  <a:pt x="4320" y="8640"/>
                </a:lnTo>
                <a:lnTo>
                  <a:pt x="4320" y="6480"/>
                </a:lnTo>
                <a:lnTo>
                  <a:pt x="0" y="10800"/>
                </a:lnTo>
                <a:lnTo>
                  <a:pt x="4320" y="15120"/>
                </a:lnTo>
                <a:lnTo>
                  <a:pt x="4320" y="12960"/>
                </a:lnTo>
                <a:lnTo>
                  <a:pt x="8640" y="12960"/>
                </a:lnTo>
                <a:lnTo>
                  <a:pt x="8640" y="17280"/>
                </a:lnTo>
                <a:lnTo>
                  <a:pt x="6480" y="17280"/>
                </a:lnTo>
                <a:lnTo>
                  <a:pt x="10800" y="21600"/>
                </a:lnTo>
                <a:lnTo>
                  <a:pt x="15120" y="17280"/>
                </a:lnTo>
                <a:lnTo>
                  <a:pt x="12960" y="17280"/>
                </a:lnTo>
                <a:lnTo>
                  <a:pt x="12960" y="12960"/>
                </a:lnTo>
                <a:lnTo>
                  <a:pt x="17280" y="12960"/>
                </a:lnTo>
                <a:lnTo>
                  <a:pt x="17280" y="15120"/>
                </a:lnTo>
                <a:lnTo>
                  <a:pt x="21600" y="10800"/>
                </a:lnTo>
                <a:lnTo>
                  <a:pt x="17280" y="6480"/>
                </a:lnTo>
                <a:lnTo>
                  <a:pt x="17280" y="8640"/>
                </a:lnTo>
                <a:lnTo>
                  <a:pt x="12960" y="8640"/>
                </a:lnTo>
                <a:lnTo>
                  <a:pt x="12960" y="4320"/>
                </a:lnTo>
                <a:lnTo>
                  <a:pt x="15120" y="4320"/>
                </a:lnTo>
                <a:close/>
              </a:path>
            </a:pathLst>
          </a:custGeom>
          <a:solidFill>
            <a:schemeClr val="accent1"/>
          </a:solidFill>
          <a:ln w="31750" cap="sq">
            <a:solidFill>
              <a:schemeClr val="tx1"/>
            </a:solidFill>
            <a:miter lim="800000"/>
            <a:headEnd/>
            <a:tailEnd/>
          </a:ln>
        </p:spPr>
        <p:txBody>
          <a:bodyPr/>
          <a:lstStyle/>
          <a:p>
            <a:pPr algn="ctr" eaLnBrk="0" hangingPunct="0"/>
            <a:endParaRPr lang="zh-CN" altLang="en-US"/>
          </a:p>
        </p:txBody>
      </p:sp>
      <p:sp>
        <p:nvSpPr>
          <p:cNvPr id="61444" name="Slide Number Placeholder 1">
            <a:extLst>
              <a:ext uri="{FF2B5EF4-FFF2-40B4-BE49-F238E27FC236}">
                <a16:creationId xmlns:a16="http://schemas.microsoft.com/office/drawing/2014/main" id="{8C5AD4D0-9645-8A95-BCE4-24082082ACE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C2C461DD-93EB-4A6E-BB8F-BC1A3EE3D145}" type="slidenum">
              <a:rPr lang="en-AU" altLang="zh-CN" sz="1400" i="0">
                <a:latin typeface="Arial" panose="020B0604020202020204" pitchFamily="34" charset="0"/>
              </a:rPr>
              <a:pPr algn="r"/>
              <a:t>50</a:t>
            </a:fld>
            <a:endParaRPr lang="en-AU" altLang="zh-CN" sz="1400" i="0">
              <a:latin typeface="Arial" panose="020B0604020202020204" pitchFamily="34" charset="0"/>
            </a:endParaRPr>
          </a:p>
        </p:txBody>
      </p:sp>
    </p:spTree>
  </p:cSld>
  <p:clrMapOvr>
    <a:masterClrMapping/>
  </p:clrMapOvr>
  <p:transition spd="med">
    <p:zoom/>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Title 1127425">
            <a:extLst>
              <a:ext uri="{FF2B5EF4-FFF2-40B4-BE49-F238E27FC236}">
                <a16:creationId xmlns:a16="http://schemas.microsoft.com/office/drawing/2014/main" id="{E9D19669-3F2F-7855-62C5-D6A0C771B37A}"/>
              </a:ext>
            </a:extLst>
          </p:cNvPr>
          <p:cNvSpPr>
            <a:spLocks noGrp="1" noChangeArrowheads="1"/>
          </p:cNvSpPr>
          <p:nvPr>
            <p:ph type="title"/>
          </p:nvPr>
        </p:nvSpPr>
        <p:spPr>
          <a:xfrm>
            <a:off x="1116013" y="0"/>
            <a:ext cx="6096000" cy="1143000"/>
          </a:xfrm>
        </p:spPr>
        <p:txBody>
          <a:bodyPr/>
          <a:lstStyle/>
          <a:p>
            <a:r>
              <a:rPr lang="zh-CN" altLang="en-US">
                <a:solidFill>
                  <a:schemeClr val="folHlink"/>
                </a:solidFill>
              </a:rPr>
              <a:t>３</a:t>
            </a:r>
            <a:r>
              <a:rPr lang="en-US" altLang="zh-CN">
                <a:solidFill>
                  <a:schemeClr val="folHlink"/>
                </a:solidFill>
              </a:rPr>
              <a:t>.</a:t>
            </a:r>
            <a:r>
              <a:rPr lang="zh-CN" altLang="en-US">
                <a:solidFill>
                  <a:schemeClr val="folHlink"/>
                </a:solidFill>
              </a:rPr>
              <a:t>５</a:t>
            </a:r>
            <a:r>
              <a:rPr lang="en-US" altLang="zh-CN">
                <a:solidFill>
                  <a:schemeClr val="folHlink"/>
                </a:solidFill>
              </a:rPr>
              <a:t>.</a:t>
            </a:r>
            <a:r>
              <a:rPr lang="zh-CN" altLang="en-US">
                <a:solidFill>
                  <a:schemeClr val="folHlink"/>
                </a:solidFill>
              </a:rPr>
              <a:t>１乘数原理</a:t>
            </a:r>
          </a:p>
        </p:txBody>
      </p:sp>
      <p:sp>
        <p:nvSpPr>
          <p:cNvPr id="62466" name="Text Placeholder 1127426">
            <a:extLst>
              <a:ext uri="{FF2B5EF4-FFF2-40B4-BE49-F238E27FC236}">
                <a16:creationId xmlns:a16="http://schemas.microsoft.com/office/drawing/2014/main" id="{0CF2A887-4F0A-A293-81E1-72362E0DFF2E}"/>
              </a:ext>
            </a:extLst>
          </p:cNvPr>
          <p:cNvSpPr>
            <a:spLocks noGrp="1" noChangeArrowheads="1"/>
          </p:cNvSpPr>
          <p:nvPr>
            <p:ph type="body" idx="1"/>
          </p:nvPr>
        </p:nvSpPr>
        <p:spPr>
          <a:xfrm>
            <a:off x="1116013" y="1268413"/>
            <a:ext cx="7467600" cy="4570412"/>
          </a:xfrm>
        </p:spPr>
        <p:txBody>
          <a:bodyPr/>
          <a:lstStyle/>
          <a:p>
            <a:r>
              <a:rPr lang="en-US" altLang="zh-CN" sz="3600"/>
              <a:t>1</a:t>
            </a:r>
            <a:r>
              <a:rPr lang="zh-CN" altLang="en-US" sz="3600"/>
              <a:t>、什么是乘数效应？</a:t>
            </a:r>
          </a:p>
          <a:p>
            <a:r>
              <a:rPr lang="en-US" altLang="zh-CN" sz="3600"/>
              <a:t>2</a:t>
            </a:r>
            <a:r>
              <a:rPr lang="zh-CN" altLang="en-US" sz="3600"/>
              <a:t>、为什么有乘数效应？</a:t>
            </a:r>
          </a:p>
          <a:p>
            <a:r>
              <a:rPr lang="en-US" altLang="zh-CN" sz="3600"/>
              <a:t>3</a:t>
            </a:r>
            <a:r>
              <a:rPr lang="zh-CN" altLang="en-US" sz="3600"/>
              <a:t>、乘数的计算</a:t>
            </a:r>
          </a:p>
        </p:txBody>
      </p:sp>
      <p:sp>
        <p:nvSpPr>
          <p:cNvPr id="62467" name="Slide Number Placeholder 1">
            <a:extLst>
              <a:ext uri="{FF2B5EF4-FFF2-40B4-BE49-F238E27FC236}">
                <a16:creationId xmlns:a16="http://schemas.microsoft.com/office/drawing/2014/main" id="{E81A3C59-E7F9-4097-969F-32FA34741F2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2CF86FF4-F701-4EB1-B470-83FE940C4CB4}" type="slidenum">
              <a:rPr lang="en-AU" altLang="zh-CN" sz="1400" i="0">
                <a:latin typeface="Arial" panose="020B0604020202020204" pitchFamily="34" charset="0"/>
              </a:rPr>
              <a:pPr algn="r"/>
              <a:t>51</a:t>
            </a:fld>
            <a:endParaRPr lang="en-AU" altLang="zh-CN" sz="1400" i="0">
              <a:latin typeface="Arial" panose="020B0604020202020204" pitchFamily="34" charset="0"/>
            </a:endParaRPr>
          </a:p>
        </p:txBody>
      </p:sp>
    </p:spTree>
  </p:cSld>
  <p:clrMapOvr>
    <a:masterClrMapping/>
  </p:clrMapOvr>
  <p:transition spd="med">
    <p:zoom/>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直接连接符 1129473">
            <a:extLst>
              <a:ext uri="{FF2B5EF4-FFF2-40B4-BE49-F238E27FC236}">
                <a16:creationId xmlns:a16="http://schemas.microsoft.com/office/drawing/2014/main" id="{F8FAE4CF-17EF-409E-A8EC-0087C4F8E428}"/>
              </a:ext>
            </a:extLst>
          </p:cNvPr>
          <p:cNvSpPr>
            <a:spLocks noChangeShapeType="1"/>
          </p:cNvSpPr>
          <p:nvPr/>
        </p:nvSpPr>
        <p:spPr bwMode="auto">
          <a:xfrm>
            <a:off x="1752600" y="228600"/>
            <a:ext cx="0" cy="5257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490" name="直接连接符 1129474">
            <a:extLst>
              <a:ext uri="{FF2B5EF4-FFF2-40B4-BE49-F238E27FC236}">
                <a16:creationId xmlns:a16="http://schemas.microsoft.com/office/drawing/2014/main" id="{B612ED10-0BDB-567E-DE68-A19900BE573F}"/>
              </a:ext>
            </a:extLst>
          </p:cNvPr>
          <p:cNvSpPr>
            <a:spLocks noChangeShapeType="1"/>
          </p:cNvSpPr>
          <p:nvPr/>
        </p:nvSpPr>
        <p:spPr bwMode="auto">
          <a:xfrm>
            <a:off x="1447800" y="4876800"/>
            <a:ext cx="5943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491" name="直接连接符 1129475">
            <a:extLst>
              <a:ext uri="{FF2B5EF4-FFF2-40B4-BE49-F238E27FC236}">
                <a16:creationId xmlns:a16="http://schemas.microsoft.com/office/drawing/2014/main" id="{C11F2994-97AE-3A6B-6CD4-CD7E2E4A6253}"/>
              </a:ext>
            </a:extLst>
          </p:cNvPr>
          <p:cNvSpPr>
            <a:spLocks noChangeShapeType="1"/>
          </p:cNvSpPr>
          <p:nvPr/>
        </p:nvSpPr>
        <p:spPr bwMode="auto">
          <a:xfrm flipV="1">
            <a:off x="1752600" y="609600"/>
            <a:ext cx="4267200" cy="426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492" name="直接连接符 1129476">
            <a:extLst>
              <a:ext uri="{FF2B5EF4-FFF2-40B4-BE49-F238E27FC236}">
                <a16:creationId xmlns:a16="http://schemas.microsoft.com/office/drawing/2014/main" id="{B707DFED-855F-E9D4-9145-7ED3CDE473A2}"/>
              </a:ext>
            </a:extLst>
          </p:cNvPr>
          <p:cNvSpPr>
            <a:spLocks noChangeShapeType="1"/>
          </p:cNvSpPr>
          <p:nvPr/>
        </p:nvSpPr>
        <p:spPr bwMode="auto">
          <a:xfrm flipV="1">
            <a:off x="1752600" y="1752600"/>
            <a:ext cx="4876800" cy="2209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493" name="直接连接符 1129477">
            <a:extLst>
              <a:ext uri="{FF2B5EF4-FFF2-40B4-BE49-F238E27FC236}">
                <a16:creationId xmlns:a16="http://schemas.microsoft.com/office/drawing/2014/main" id="{595D39F0-61C3-6B08-C118-FB01B5BE7432}"/>
              </a:ext>
            </a:extLst>
          </p:cNvPr>
          <p:cNvSpPr>
            <a:spLocks noChangeShapeType="1"/>
          </p:cNvSpPr>
          <p:nvPr/>
        </p:nvSpPr>
        <p:spPr bwMode="auto">
          <a:xfrm flipV="1">
            <a:off x="1752600" y="1066800"/>
            <a:ext cx="4800600" cy="2209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494" name="DRAWING2STR_FREEFORM 1129478">
            <a:extLst>
              <a:ext uri="{FF2B5EF4-FFF2-40B4-BE49-F238E27FC236}">
                <a16:creationId xmlns:a16="http://schemas.microsoft.com/office/drawing/2014/main" id="{CE51B0D3-A89E-BA1C-307E-1EC3342F004D}"/>
              </a:ext>
            </a:extLst>
          </p:cNvPr>
          <p:cNvSpPr>
            <a:spLocks noChangeArrowheads="1"/>
          </p:cNvSpPr>
          <p:nvPr/>
        </p:nvSpPr>
        <p:spPr bwMode="auto">
          <a:xfrm>
            <a:off x="2209800" y="4419600"/>
            <a:ext cx="76200" cy="457200"/>
          </a:xfrm>
          <a:custGeom>
            <a:avLst/>
            <a:gdLst>
              <a:gd name="T0" fmla="*/ 0 w 21600"/>
              <a:gd name="T1" fmla="*/ 0 h 21600"/>
              <a:gd name="T2" fmla="*/ 21600 w 21600"/>
              <a:gd name="T3" fmla="*/ 21600 h 21600"/>
              <a:gd name="T4" fmla="*/ 0 w 21600"/>
              <a:gd name="T5" fmla="*/ 0 h 21600"/>
              <a:gd name="T6" fmla="*/ 21600 w 21600"/>
              <a:gd name="T7" fmla="*/ 21600 h 21600"/>
              <a:gd name="T8" fmla="*/ 0 w 21600"/>
              <a:gd name="T9" fmla="*/ 21600 h 21600"/>
            </a:gdLst>
            <a:ahLst/>
            <a:cxnLst>
              <a:cxn ang="0">
                <a:pos x="T0" y="T1"/>
              </a:cxn>
              <a:cxn ang="0">
                <a:pos x="T2" y="T3"/>
              </a:cxn>
              <a:cxn ang="0">
                <a:pos x="T4" y="T5"/>
              </a:cxn>
              <a:cxn ang="0">
                <a:pos x="T6" y="T7"/>
              </a:cxn>
              <a:cxn ang="0">
                <a:pos x="T8" y="T9"/>
              </a:cxn>
            </a:cxnLst>
            <a:rect l="0" t="0" r="r" b="b"/>
            <a:pathLst>
              <a:path w="21600" h="21600" fill="none">
                <a:moveTo>
                  <a:pt x="0" y="0"/>
                </a:moveTo>
                <a:cubicBezTo>
                  <a:pt x="11929" y="0"/>
                  <a:pt x="21600" y="9671"/>
                  <a:pt x="21600" y="21600"/>
                </a:cubicBezTo>
              </a:path>
              <a:path w="21600" h="21600" stroke="0">
                <a:moveTo>
                  <a:pt x="0" y="0"/>
                </a:moveTo>
                <a:cubicBezTo>
                  <a:pt x="11929" y="0"/>
                  <a:pt x="21600" y="9671"/>
                  <a:pt x="21600" y="21600"/>
                </a:cubicBezTo>
                <a:lnTo>
                  <a:pt x="0" y="21600"/>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63495" name="直接连接符 1129479">
            <a:extLst>
              <a:ext uri="{FF2B5EF4-FFF2-40B4-BE49-F238E27FC236}">
                <a16:creationId xmlns:a16="http://schemas.microsoft.com/office/drawing/2014/main" id="{083807E7-3739-98F8-5644-D66B759473D9}"/>
              </a:ext>
            </a:extLst>
          </p:cNvPr>
          <p:cNvSpPr>
            <a:spLocks noChangeShapeType="1"/>
          </p:cNvSpPr>
          <p:nvPr/>
        </p:nvSpPr>
        <p:spPr bwMode="auto">
          <a:xfrm>
            <a:off x="3429000" y="3200400"/>
            <a:ext cx="0" cy="167640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496" name="直接连接符 1129480">
            <a:extLst>
              <a:ext uri="{FF2B5EF4-FFF2-40B4-BE49-F238E27FC236}">
                <a16:creationId xmlns:a16="http://schemas.microsoft.com/office/drawing/2014/main" id="{C1CBF151-D3D4-9CE3-F65E-0F4671EAB4BA}"/>
              </a:ext>
            </a:extLst>
          </p:cNvPr>
          <p:cNvSpPr>
            <a:spLocks noChangeShapeType="1"/>
          </p:cNvSpPr>
          <p:nvPr/>
        </p:nvSpPr>
        <p:spPr bwMode="auto">
          <a:xfrm>
            <a:off x="4724400" y="1905000"/>
            <a:ext cx="0" cy="297180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497" name="直接连接符 1129481">
            <a:extLst>
              <a:ext uri="{FF2B5EF4-FFF2-40B4-BE49-F238E27FC236}">
                <a16:creationId xmlns:a16="http://schemas.microsoft.com/office/drawing/2014/main" id="{F293C0E9-3337-9D73-672F-05207380D1AC}"/>
              </a:ext>
            </a:extLst>
          </p:cNvPr>
          <p:cNvSpPr>
            <a:spLocks noChangeShapeType="1"/>
          </p:cNvSpPr>
          <p:nvPr/>
        </p:nvSpPr>
        <p:spPr bwMode="auto">
          <a:xfrm>
            <a:off x="3429000" y="3200400"/>
            <a:ext cx="1295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498" name="直接连接符 1129482">
            <a:extLst>
              <a:ext uri="{FF2B5EF4-FFF2-40B4-BE49-F238E27FC236}">
                <a16:creationId xmlns:a16="http://schemas.microsoft.com/office/drawing/2014/main" id="{237C92B0-26C5-7FEF-5602-8D7794FDD7A4}"/>
              </a:ext>
            </a:extLst>
          </p:cNvPr>
          <p:cNvSpPr>
            <a:spLocks noChangeShapeType="1"/>
          </p:cNvSpPr>
          <p:nvPr/>
        </p:nvSpPr>
        <p:spPr bwMode="auto">
          <a:xfrm>
            <a:off x="4724400" y="1905000"/>
            <a:ext cx="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499" name="直接连接符 1129483">
            <a:extLst>
              <a:ext uri="{FF2B5EF4-FFF2-40B4-BE49-F238E27FC236}">
                <a16:creationId xmlns:a16="http://schemas.microsoft.com/office/drawing/2014/main" id="{9036B501-AD11-DE8A-2DF1-CC46279981E0}"/>
              </a:ext>
            </a:extLst>
          </p:cNvPr>
          <p:cNvSpPr>
            <a:spLocks noChangeShapeType="1"/>
          </p:cNvSpPr>
          <p:nvPr/>
        </p:nvSpPr>
        <p:spPr bwMode="auto">
          <a:xfrm flipH="1" flipV="1">
            <a:off x="4800600" y="2209800"/>
            <a:ext cx="68580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500" name="直接连接符 1129484">
            <a:extLst>
              <a:ext uri="{FF2B5EF4-FFF2-40B4-BE49-F238E27FC236}">
                <a16:creationId xmlns:a16="http://schemas.microsoft.com/office/drawing/2014/main" id="{941E5DF9-6AB8-B406-B922-584E29F10A64}"/>
              </a:ext>
            </a:extLst>
          </p:cNvPr>
          <p:cNvSpPr>
            <a:spLocks noChangeShapeType="1"/>
          </p:cNvSpPr>
          <p:nvPr/>
        </p:nvSpPr>
        <p:spPr bwMode="auto">
          <a:xfrm flipH="1" flipV="1">
            <a:off x="4267200" y="3276600"/>
            <a:ext cx="68580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501" name="文本框 1129485">
            <a:extLst>
              <a:ext uri="{FF2B5EF4-FFF2-40B4-BE49-F238E27FC236}">
                <a16:creationId xmlns:a16="http://schemas.microsoft.com/office/drawing/2014/main" id="{3E9C4314-B75A-16CC-9BB0-5FE9DE7904B9}"/>
              </a:ext>
            </a:extLst>
          </p:cNvPr>
          <p:cNvSpPr txBox="1">
            <a:spLocks noChangeArrowheads="1"/>
          </p:cNvSpPr>
          <p:nvPr/>
        </p:nvSpPr>
        <p:spPr bwMode="auto">
          <a:xfrm>
            <a:off x="5546725" y="2403475"/>
            <a:ext cx="573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zh-CN" altLang="en-US" sz="2400" i="0">
                <a:solidFill>
                  <a:schemeClr val="tx1"/>
                </a:solidFill>
              </a:rPr>
              <a:t>△</a:t>
            </a:r>
            <a:r>
              <a:rPr lang="en-US" altLang="zh-CN" sz="2400" i="0">
                <a:solidFill>
                  <a:schemeClr val="tx1"/>
                </a:solidFill>
              </a:rPr>
              <a:t>i</a:t>
            </a:r>
          </a:p>
        </p:txBody>
      </p:sp>
      <p:sp>
        <p:nvSpPr>
          <p:cNvPr id="63502" name="文本框 1129486">
            <a:extLst>
              <a:ext uri="{FF2B5EF4-FFF2-40B4-BE49-F238E27FC236}">
                <a16:creationId xmlns:a16="http://schemas.microsoft.com/office/drawing/2014/main" id="{B9E31E75-C84C-E968-C73A-784FE0732042}"/>
              </a:ext>
            </a:extLst>
          </p:cNvPr>
          <p:cNvSpPr txBox="1">
            <a:spLocks noChangeArrowheads="1"/>
          </p:cNvSpPr>
          <p:nvPr/>
        </p:nvSpPr>
        <p:spPr bwMode="auto">
          <a:xfrm>
            <a:off x="5013325" y="3546475"/>
            <a:ext cx="641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zh-CN" altLang="en-US" sz="2400" i="0">
                <a:solidFill>
                  <a:schemeClr val="tx1"/>
                </a:solidFill>
              </a:rPr>
              <a:t>△</a:t>
            </a:r>
            <a:r>
              <a:rPr lang="en-US" altLang="zh-CN" sz="2400" i="0">
                <a:solidFill>
                  <a:schemeClr val="tx1"/>
                </a:solidFill>
              </a:rPr>
              <a:t>y</a:t>
            </a:r>
          </a:p>
        </p:txBody>
      </p:sp>
      <p:sp>
        <p:nvSpPr>
          <p:cNvPr id="63503" name="文本框 1129487">
            <a:extLst>
              <a:ext uri="{FF2B5EF4-FFF2-40B4-BE49-F238E27FC236}">
                <a16:creationId xmlns:a16="http://schemas.microsoft.com/office/drawing/2014/main" id="{679B9DB7-EEE8-7B59-BD40-41833E90A381}"/>
              </a:ext>
            </a:extLst>
          </p:cNvPr>
          <p:cNvSpPr txBox="1">
            <a:spLocks noChangeArrowheads="1"/>
          </p:cNvSpPr>
          <p:nvPr/>
        </p:nvSpPr>
        <p:spPr bwMode="auto">
          <a:xfrm>
            <a:off x="2270125" y="4384675"/>
            <a:ext cx="79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45°</a:t>
            </a:r>
          </a:p>
        </p:txBody>
      </p:sp>
      <p:sp>
        <p:nvSpPr>
          <p:cNvPr id="63504" name="文本框 1129488">
            <a:extLst>
              <a:ext uri="{FF2B5EF4-FFF2-40B4-BE49-F238E27FC236}">
                <a16:creationId xmlns:a16="http://schemas.microsoft.com/office/drawing/2014/main" id="{39BAF47D-83DB-BFA9-DE22-4C5EDABF20D1}"/>
              </a:ext>
            </a:extLst>
          </p:cNvPr>
          <p:cNvSpPr txBox="1">
            <a:spLocks noChangeArrowheads="1"/>
          </p:cNvSpPr>
          <p:nvPr/>
        </p:nvSpPr>
        <p:spPr bwMode="auto">
          <a:xfrm>
            <a:off x="1355725" y="48418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0</a:t>
            </a:r>
          </a:p>
        </p:txBody>
      </p:sp>
      <p:sp>
        <p:nvSpPr>
          <p:cNvPr id="63505" name="文本框 1129489">
            <a:extLst>
              <a:ext uri="{FF2B5EF4-FFF2-40B4-BE49-F238E27FC236}">
                <a16:creationId xmlns:a16="http://schemas.microsoft.com/office/drawing/2014/main" id="{5582BEBD-21DF-5424-43B1-0EABE6C66E3C}"/>
              </a:ext>
            </a:extLst>
          </p:cNvPr>
          <p:cNvSpPr txBox="1">
            <a:spLocks noChangeArrowheads="1"/>
          </p:cNvSpPr>
          <p:nvPr/>
        </p:nvSpPr>
        <p:spPr bwMode="auto">
          <a:xfrm>
            <a:off x="898525" y="269875"/>
            <a:ext cx="650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zh-CN" altLang="en-US" sz="2400" i="0">
                <a:solidFill>
                  <a:schemeClr val="tx1"/>
                </a:solidFill>
              </a:rPr>
              <a:t> </a:t>
            </a:r>
            <a:r>
              <a:rPr lang="en-US" altLang="zh-CN" sz="2400" i="0">
                <a:solidFill>
                  <a:schemeClr val="tx1"/>
                </a:solidFill>
              </a:rPr>
              <a:t>c+i</a:t>
            </a:r>
          </a:p>
        </p:txBody>
      </p:sp>
      <p:sp>
        <p:nvSpPr>
          <p:cNvPr id="63506" name="文本框 1129490">
            <a:extLst>
              <a:ext uri="{FF2B5EF4-FFF2-40B4-BE49-F238E27FC236}">
                <a16:creationId xmlns:a16="http://schemas.microsoft.com/office/drawing/2014/main" id="{16749733-4827-96F7-EFCC-EB3BA5BD6815}"/>
              </a:ext>
            </a:extLst>
          </p:cNvPr>
          <p:cNvSpPr txBox="1">
            <a:spLocks noChangeArrowheads="1"/>
          </p:cNvSpPr>
          <p:nvPr/>
        </p:nvSpPr>
        <p:spPr bwMode="auto">
          <a:xfrm>
            <a:off x="6765925" y="49942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y</a:t>
            </a:r>
          </a:p>
        </p:txBody>
      </p:sp>
      <p:sp>
        <p:nvSpPr>
          <p:cNvPr id="63507" name="文本框 1129491">
            <a:extLst>
              <a:ext uri="{FF2B5EF4-FFF2-40B4-BE49-F238E27FC236}">
                <a16:creationId xmlns:a16="http://schemas.microsoft.com/office/drawing/2014/main" id="{67CC3308-0E83-9F44-3C58-84258AC62A18}"/>
              </a:ext>
            </a:extLst>
          </p:cNvPr>
          <p:cNvSpPr txBox="1">
            <a:spLocks noChangeArrowheads="1"/>
          </p:cNvSpPr>
          <p:nvPr/>
        </p:nvSpPr>
        <p:spPr bwMode="auto">
          <a:xfrm>
            <a:off x="3184525" y="48418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y</a:t>
            </a:r>
          </a:p>
        </p:txBody>
      </p:sp>
      <p:sp>
        <p:nvSpPr>
          <p:cNvPr id="63508" name="文本框 1129492">
            <a:extLst>
              <a:ext uri="{FF2B5EF4-FFF2-40B4-BE49-F238E27FC236}">
                <a16:creationId xmlns:a16="http://schemas.microsoft.com/office/drawing/2014/main" id="{7F3A4310-D690-F33C-687B-1FFE0DC561B3}"/>
              </a:ext>
            </a:extLst>
          </p:cNvPr>
          <p:cNvSpPr txBox="1">
            <a:spLocks noChangeArrowheads="1"/>
          </p:cNvSpPr>
          <p:nvPr/>
        </p:nvSpPr>
        <p:spPr bwMode="auto">
          <a:xfrm>
            <a:off x="4479925" y="4918075"/>
            <a:ext cx="641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y′</a:t>
            </a:r>
          </a:p>
        </p:txBody>
      </p:sp>
      <p:sp>
        <p:nvSpPr>
          <p:cNvPr id="63509" name="文本框 1129493">
            <a:extLst>
              <a:ext uri="{FF2B5EF4-FFF2-40B4-BE49-F238E27FC236}">
                <a16:creationId xmlns:a16="http://schemas.microsoft.com/office/drawing/2014/main" id="{9E604433-D6E0-CE91-4B26-64E70AC5ABE4}"/>
              </a:ext>
            </a:extLst>
          </p:cNvPr>
          <p:cNvSpPr txBox="1">
            <a:spLocks noChangeArrowheads="1"/>
          </p:cNvSpPr>
          <p:nvPr/>
        </p:nvSpPr>
        <p:spPr bwMode="auto">
          <a:xfrm>
            <a:off x="6537325" y="1489075"/>
            <a:ext cx="574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c+i</a:t>
            </a:r>
          </a:p>
        </p:txBody>
      </p:sp>
      <p:sp>
        <p:nvSpPr>
          <p:cNvPr id="63510" name="文本框 1129494">
            <a:extLst>
              <a:ext uri="{FF2B5EF4-FFF2-40B4-BE49-F238E27FC236}">
                <a16:creationId xmlns:a16="http://schemas.microsoft.com/office/drawing/2014/main" id="{04D6C15E-869B-2C2E-97BE-1BF2FF526028}"/>
              </a:ext>
            </a:extLst>
          </p:cNvPr>
          <p:cNvSpPr txBox="1">
            <a:spLocks noChangeArrowheads="1"/>
          </p:cNvSpPr>
          <p:nvPr/>
        </p:nvSpPr>
        <p:spPr bwMode="auto">
          <a:xfrm>
            <a:off x="6537325" y="803275"/>
            <a:ext cx="879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c+i′</a:t>
            </a:r>
          </a:p>
        </p:txBody>
      </p:sp>
      <p:sp>
        <p:nvSpPr>
          <p:cNvPr id="63511" name="文本框 1129495">
            <a:extLst>
              <a:ext uri="{FF2B5EF4-FFF2-40B4-BE49-F238E27FC236}">
                <a16:creationId xmlns:a16="http://schemas.microsoft.com/office/drawing/2014/main" id="{9C5BA3C8-EC96-EB20-1E69-8DF96A5971EA}"/>
              </a:ext>
            </a:extLst>
          </p:cNvPr>
          <p:cNvSpPr txBox="1">
            <a:spLocks noChangeArrowheads="1"/>
          </p:cNvSpPr>
          <p:nvPr/>
        </p:nvSpPr>
        <p:spPr bwMode="auto">
          <a:xfrm>
            <a:off x="3429000" y="5943600"/>
            <a:ext cx="1403350" cy="4572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zh-CN" altLang="en-US" sz="2400" i="0">
                <a:solidFill>
                  <a:schemeClr val="tx1"/>
                </a:solidFill>
              </a:rPr>
              <a:t>乘数效应</a:t>
            </a:r>
          </a:p>
        </p:txBody>
      </p:sp>
      <p:sp>
        <p:nvSpPr>
          <p:cNvPr id="63512" name="直接连接符 1129496">
            <a:extLst>
              <a:ext uri="{FF2B5EF4-FFF2-40B4-BE49-F238E27FC236}">
                <a16:creationId xmlns:a16="http://schemas.microsoft.com/office/drawing/2014/main" id="{5FAA0C9A-BD9D-0860-2193-3AA0136B6137}"/>
              </a:ext>
            </a:extLst>
          </p:cNvPr>
          <p:cNvSpPr>
            <a:spLocks noChangeShapeType="1"/>
          </p:cNvSpPr>
          <p:nvPr/>
        </p:nvSpPr>
        <p:spPr bwMode="auto">
          <a:xfrm flipV="1">
            <a:off x="4787900" y="1916113"/>
            <a:ext cx="0" cy="649287"/>
          </a:xfrm>
          <a:prstGeom prst="line">
            <a:avLst/>
          </a:prstGeom>
          <a:noFill/>
          <a:ln w="41275">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513" name="直接连接符 1129497">
            <a:extLst>
              <a:ext uri="{FF2B5EF4-FFF2-40B4-BE49-F238E27FC236}">
                <a16:creationId xmlns:a16="http://schemas.microsoft.com/office/drawing/2014/main" id="{D8962EC2-218A-CD24-2490-E668B38F2A1E}"/>
              </a:ext>
            </a:extLst>
          </p:cNvPr>
          <p:cNvSpPr>
            <a:spLocks noChangeShapeType="1"/>
          </p:cNvSpPr>
          <p:nvPr/>
        </p:nvSpPr>
        <p:spPr bwMode="auto">
          <a:xfrm>
            <a:off x="3492500" y="4797425"/>
            <a:ext cx="1150938" cy="0"/>
          </a:xfrm>
          <a:prstGeom prst="line">
            <a:avLst/>
          </a:prstGeom>
          <a:noFill/>
          <a:ln w="41275">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514" name="直接连接符 1129498">
            <a:extLst>
              <a:ext uri="{FF2B5EF4-FFF2-40B4-BE49-F238E27FC236}">
                <a16:creationId xmlns:a16="http://schemas.microsoft.com/office/drawing/2014/main" id="{316FD308-FDB0-EB05-C5C9-5A9C620725FC}"/>
              </a:ext>
            </a:extLst>
          </p:cNvPr>
          <p:cNvSpPr>
            <a:spLocks noChangeShapeType="1"/>
          </p:cNvSpPr>
          <p:nvPr/>
        </p:nvSpPr>
        <p:spPr bwMode="auto">
          <a:xfrm>
            <a:off x="3492500" y="3284538"/>
            <a:ext cx="1150938" cy="0"/>
          </a:xfrm>
          <a:prstGeom prst="line">
            <a:avLst/>
          </a:prstGeom>
          <a:noFill/>
          <a:ln w="41275">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515" name="Slide Number Placeholder 1">
            <a:extLst>
              <a:ext uri="{FF2B5EF4-FFF2-40B4-BE49-F238E27FC236}">
                <a16:creationId xmlns:a16="http://schemas.microsoft.com/office/drawing/2014/main" id="{7A295AC8-2ADC-DFD3-FA3F-9E79AB8985E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FD629B80-70FA-494E-A9B7-5EFF55A1171A}" type="slidenum">
              <a:rPr lang="en-AU" altLang="zh-CN" sz="1400" i="0">
                <a:latin typeface="Arial" panose="020B0604020202020204" pitchFamily="34" charset="0"/>
              </a:rPr>
              <a:pPr algn="r"/>
              <a:t>52</a:t>
            </a:fld>
            <a:endParaRPr lang="en-AU" altLang="zh-CN" sz="1400" i="0">
              <a:latin typeface="Arial" panose="020B0604020202020204" pitchFamily="34" charset="0"/>
            </a:endParaRPr>
          </a:p>
        </p:txBody>
      </p:sp>
    </p:spTree>
  </p:cSld>
  <p:clrMapOvr>
    <a:masterClrMapping/>
  </p:clrMapOvr>
  <p:transition spd="med">
    <p:zoom/>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文本框 1128449">
            <a:extLst>
              <a:ext uri="{FF2B5EF4-FFF2-40B4-BE49-F238E27FC236}">
                <a16:creationId xmlns:a16="http://schemas.microsoft.com/office/drawing/2014/main" id="{89DCF4B4-A38B-3998-0B8E-DA74655272FB}"/>
              </a:ext>
            </a:extLst>
          </p:cNvPr>
          <p:cNvSpPr txBox="1">
            <a:spLocks noChangeArrowheads="1"/>
          </p:cNvSpPr>
          <p:nvPr/>
        </p:nvSpPr>
        <p:spPr bwMode="auto">
          <a:xfrm>
            <a:off x="1295400" y="1219200"/>
            <a:ext cx="7494588" cy="398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zh-CN" altLang="en-US" sz="2400" i="0">
                <a:solidFill>
                  <a:schemeClr val="tx1"/>
                </a:solidFill>
              </a:rPr>
              <a:t>假设一社会的边际消费倾向是</a:t>
            </a:r>
            <a:r>
              <a:rPr lang="en-US" altLang="zh-CN" sz="2400" i="0">
                <a:solidFill>
                  <a:schemeClr val="tx1"/>
                </a:solidFill>
              </a:rPr>
              <a:t>0.8(c=1000+0.8y),</a:t>
            </a:r>
            <a:r>
              <a:rPr lang="zh-CN" altLang="en-US" sz="2400" i="0">
                <a:solidFill>
                  <a:schemeClr val="tx1"/>
                </a:solidFill>
              </a:rPr>
              <a:t>增加</a:t>
            </a:r>
            <a:r>
              <a:rPr lang="en-US" altLang="zh-CN" sz="2400" i="0">
                <a:solidFill>
                  <a:schemeClr val="tx1"/>
                </a:solidFill>
              </a:rPr>
              <a:t>100</a:t>
            </a:r>
          </a:p>
          <a:p>
            <a:pPr>
              <a:lnSpc>
                <a:spcPct val="100000"/>
              </a:lnSpc>
              <a:spcBef>
                <a:spcPct val="0"/>
              </a:spcBef>
            </a:pPr>
            <a:r>
              <a:rPr lang="zh-CN" altLang="en-US" sz="2400" i="0">
                <a:solidFill>
                  <a:schemeClr val="tx1"/>
                </a:solidFill>
              </a:rPr>
              <a:t>亿美元的投资，则收入增加：</a:t>
            </a:r>
          </a:p>
          <a:p>
            <a:pPr>
              <a:lnSpc>
                <a:spcPct val="100000"/>
              </a:lnSpc>
              <a:spcBef>
                <a:spcPct val="0"/>
              </a:spcBef>
            </a:pPr>
            <a:endParaRPr lang="zh-CN" altLang="en-US" sz="2400" i="0">
              <a:solidFill>
                <a:schemeClr val="tx1"/>
              </a:solidFill>
            </a:endParaRPr>
          </a:p>
          <a:p>
            <a:pPr>
              <a:lnSpc>
                <a:spcPct val="100000"/>
              </a:lnSpc>
              <a:spcBef>
                <a:spcPct val="0"/>
              </a:spcBef>
            </a:pPr>
            <a:r>
              <a:rPr lang="en-US" altLang="zh-CN" sz="2400" i="0">
                <a:solidFill>
                  <a:schemeClr val="tx1"/>
                </a:solidFill>
              </a:rPr>
              <a:t>100+100×0.8+100 ×0.8 × 0.8+…+100 ×0.8</a:t>
            </a:r>
            <a:r>
              <a:rPr lang="en-US" altLang="zh-CN" sz="2400" i="0" baseline="30000">
                <a:solidFill>
                  <a:schemeClr val="tx1"/>
                </a:solidFill>
              </a:rPr>
              <a:t>n-1</a:t>
            </a:r>
            <a:endParaRPr lang="en-US" altLang="zh-CN" sz="2400" i="0">
              <a:solidFill>
                <a:schemeClr val="tx1"/>
              </a:solidFill>
            </a:endParaRPr>
          </a:p>
          <a:p>
            <a:pPr>
              <a:lnSpc>
                <a:spcPct val="100000"/>
              </a:lnSpc>
              <a:spcBef>
                <a:spcPct val="0"/>
              </a:spcBef>
            </a:pPr>
            <a:r>
              <a:rPr lang="en-US" altLang="zh-CN" sz="2400" i="0">
                <a:solidFill>
                  <a:schemeClr val="tx1"/>
                </a:solidFill>
              </a:rPr>
              <a:t>=100× (1+0.8+0.8</a:t>
            </a:r>
            <a:r>
              <a:rPr lang="en-US" altLang="zh-CN" sz="2400" i="0" baseline="30000">
                <a:solidFill>
                  <a:schemeClr val="tx1"/>
                </a:solidFill>
              </a:rPr>
              <a:t>2</a:t>
            </a:r>
            <a:r>
              <a:rPr lang="en-US" altLang="zh-CN" sz="2400" i="0">
                <a:solidFill>
                  <a:schemeClr val="tx1"/>
                </a:solidFill>
              </a:rPr>
              <a:t>+ …+ 0.8</a:t>
            </a:r>
            <a:r>
              <a:rPr lang="en-US" altLang="zh-CN" sz="2400" i="0" baseline="30000">
                <a:solidFill>
                  <a:schemeClr val="tx1"/>
                </a:solidFill>
              </a:rPr>
              <a:t>n-1</a:t>
            </a:r>
            <a:r>
              <a:rPr lang="en-US" altLang="zh-CN" sz="2400" i="0">
                <a:solidFill>
                  <a:schemeClr val="tx1"/>
                </a:solidFill>
              </a:rPr>
              <a:t>)</a:t>
            </a:r>
          </a:p>
          <a:p>
            <a:pPr>
              <a:lnSpc>
                <a:spcPct val="100000"/>
              </a:lnSpc>
              <a:spcBef>
                <a:spcPct val="0"/>
              </a:spcBef>
            </a:pPr>
            <a:r>
              <a:rPr lang="en-US" altLang="zh-CN" sz="2400" i="0">
                <a:solidFill>
                  <a:schemeClr val="tx1"/>
                </a:solidFill>
              </a:rPr>
              <a:t>=100×1/(1-0.8)</a:t>
            </a:r>
          </a:p>
          <a:p>
            <a:pPr>
              <a:lnSpc>
                <a:spcPct val="100000"/>
              </a:lnSpc>
              <a:spcBef>
                <a:spcPct val="0"/>
              </a:spcBef>
            </a:pPr>
            <a:r>
              <a:rPr lang="en-US" altLang="zh-CN" sz="2400" i="0">
                <a:solidFill>
                  <a:schemeClr val="tx1"/>
                </a:solidFill>
              </a:rPr>
              <a:t>=500</a:t>
            </a:r>
          </a:p>
          <a:p>
            <a:pPr>
              <a:lnSpc>
                <a:spcPct val="100000"/>
              </a:lnSpc>
              <a:spcBef>
                <a:spcPct val="0"/>
              </a:spcBef>
            </a:pPr>
            <a:endParaRPr lang="en-US" altLang="zh-CN" sz="2400" i="0">
              <a:solidFill>
                <a:schemeClr val="tx1"/>
              </a:solidFill>
            </a:endParaRPr>
          </a:p>
          <a:p>
            <a:pPr>
              <a:lnSpc>
                <a:spcPct val="100000"/>
              </a:lnSpc>
              <a:spcBef>
                <a:spcPct val="0"/>
              </a:spcBef>
            </a:pPr>
            <a:r>
              <a:rPr lang="en-US" altLang="zh-CN" sz="3200" i="0">
                <a:solidFill>
                  <a:schemeClr val="tx1"/>
                </a:solidFill>
              </a:rPr>
              <a:t>∴△y=k△I</a:t>
            </a:r>
          </a:p>
          <a:p>
            <a:pPr>
              <a:lnSpc>
                <a:spcPct val="100000"/>
              </a:lnSpc>
              <a:spcBef>
                <a:spcPct val="0"/>
              </a:spcBef>
            </a:pPr>
            <a:r>
              <a:rPr lang="en-US" altLang="zh-CN" sz="3200" i="0">
                <a:solidFill>
                  <a:schemeClr val="tx1"/>
                </a:solidFill>
              </a:rPr>
              <a:t> k=1/(1-b)=1/(1-MPC)=1/MPS</a:t>
            </a:r>
          </a:p>
        </p:txBody>
      </p:sp>
      <p:sp>
        <p:nvSpPr>
          <p:cNvPr id="64514" name="Slide Number Placeholder 1">
            <a:extLst>
              <a:ext uri="{FF2B5EF4-FFF2-40B4-BE49-F238E27FC236}">
                <a16:creationId xmlns:a16="http://schemas.microsoft.com/office/drawing/2014/main" id="{F965A722-0F0E-3774-A548-448EF1B71D1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E6AF95CB-A9D8-404D-853D-1CD6EC638063}" type="slidenum">
              <a:rPr lang="en-AU" altLang="zh-CN" sz="1400" i="0">
                <a:latin typeface="Arial" panose="020B0604020202020204" pitchFamily="34" charset="0"/>
              </a:rPr>
              <a:pPr algn="r"/>
              <a:t>53</a:t>
            </a:fld>
            <a:endParaRPr lang="en-AU" altLang="zh-CN" sz="1400" i="0">
              <a:latin typeface="Arial" panose="020B0604020202020204" pitchFamily="34" charset="0"/>
            </a:endParaRPr>
          </a:p>
        </p:txBody>
      </p:sp>
    </p:spTree>
  </p:cSld>
  <p:clrMapOvr>
    <a:masterClrMapping/>
  </p:clrMapOvr>
  <p:transition spd="med">
    <p:zoom/>
  </p:transition>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44483" name="Text Placeholder 1044482">
            <a:extLst>
              <a:ext uri="{FF2B5EF4-FFF2-40B4-BE49-F238E27FC236}">
                <a16:creationId xmlns:a16="http://schemas.microsoft.com/office/drawing/2014/main" id="{028EB4DA-009F-6B2E-D8A2-804AEFDFE18F}"/>
              </a:ext>
            </a:extLst>
          </p:cNvPr>
          <p:cNvSpPr>
            <a:spLocks noGrp="1" noChangeArrowheads="1"/>
          </p:cNvSpPr>
          <p:nvPr>
            <p:ph type="body" sz="half" idx="1"/>
          </p:nvPr>
        </p:nvSpPr>
        <p:spPr>
          <a:xfrm>
            <a:off x="838200" y="1219200"/>
            <a:ext cx="3657600" cy="4570413"/>
          </a:xfrm>
        </p:spPr>
        <p:txBody>
          <a:bodyPr/>
          <a:lstStyle/>
          <a:p>
            <a:pPr>
              <a:lnSpc>
                <a:spcPct val="90000"/>
              </a:lnSpc>
            </a:pPr>
            <a:r>
              <a:rPr lang="zh-CN" altLang="en-US" b="1"/>
              <a:t>乘数概念：一般的地定义为两个相关变量的增量之比。</a:t>
            </a:r>
          </a:p>
          <a:p>
            <a:pPr>
              <a:lnSpc>
                <a:spcPct val="90000"/>
              </a:lnSpc>
            </a:pPr>
            <a:r>
              <a:rPr lang="zh-CN" altLang="en-US" b="1"/>
              <a:t>在宏观经济学中主要是指国民收入变化与带来这种变化的支出的初始变化之间的比率。</a:t>
            </a:r>
          </a:p>
          <a:p>
            <a:pPr>
              <a:lnSpc>
                <a:spcPct val="90000"/>
              </a:lnSpc>
            </a:pPr>
            <a:r>
              <a:rPr lang="zh-CN" altLang="en-US" b="1"/>
              <a:t>一般有投资乘数、政府支持乘数、转移支付乘数、税收乘数、平衡预算乘数、出口乘数等。</a:t>
            </a:r>
          </a:p>
        </p:txBody>
      </p:sp>
      <p:sp>
        <p:nvSpPr>
          <p:cNvPr id="65539" name="Slide Number Placeholder 1">
            <a:extLst>
              <a:ext uri="{FF2B5EF4-FFF2-40B4-BE49-F238E27FC236}">
                <a16:creationId xmlns:a16="http://schemas.microsoft.com/office/drawing/2014/main" id="{3229FCED-0E4E-7E98-A008-591E4F7132A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E02F4142-64E0-4CB2-87A7-29FCA1081966}" type="slidenum">
              <a:rPr lang="en-AU" altLang="zh-CN" sz="1400" i="0">
                <a:latin typeface="Arial" panose="020B0604020202020204" pitchFamily="34" charset="0"/>
              </a:rPr>
              <a:pPr algn="r"/>
              <a:t>54</a:t>
            </a:fld>
            <a:endParaRPr lang="en-AU" altLang="zh-CN" sz="1400" i="0">
              <a:latin typeface="Arial" panose="020B0604020202020204" pitchFamily="34" charset="0"/>
            </a:endParaRPr>
          </a:p>
        </p:txBody>
      </p:sp>
    </p:spTree>
    <p:controls>
      <mc:AlternateContent xmlns:mc="http://schemas.openxmlformats.org/markup-compatibility/2006">
        <mc:Choice xmlns:v="urn:schemas-microsoft-com:vml" Requires="v">
          <p:control name="TextBox1" r:id="rId1" imgW="4030920" imgH="5402520"/>
        </mc:Choice>
        <mc:Fallback>
          <p:control name="TextBox1" r:id="rId1" imgW="4030920" imgH="5402520">
            <p:pic>
              <p:nvPicPr>
                <p:cNvPr id="65538" name="TextBox1">
                  <a:extLst>
                    <a:ext uri="{FF2B5EF4-FFF2-40B4-BE49-F238E27FC236}">
                      <a16:creationId xmlns:a16="http://schemas.microsoft.com/office/drawing/2014/main" id="{6CE41DF4-781C-686F-E964-225F1714C120}"/>
                    </a:ext>
                  </a:extLst>
                </p:cNvPr>
                <p:cNvPicPr>
                  <a:picLocks noChangeArrowheads="1" noChangeShapeType="1"/>
                </p:cNvPicPr>
                <p:nvPr/>
              </p:nvPicPr>
              <p:blipFill>
                <a:blip r:embed="rId3"/>
                <a:srcRect/>
                <a:stretch>
                  <a:fillRect/>
                </a:stretch>
              </p:blipFill>
              <p:spPr bwMode="auto">
                <a:xfrm>
                  <a:off x="4787900" y="1125538"/>
                  <a:ext cx="4033838" cy="5400675"/>
                </a:xfrm>
                <a:prstGeom prst="rect">
                  <a:avLst/>
                </a:prstGeom>
                <a:ln>
                  <a:noFill/>
                </a:ln>
                <a:extLst>
                  <a:ext uri="{91240B29-F687-4F45-9708-019B960494DF}">
                    <a14:hiddenLine xmlns:a14="http://schemas.microsoft.com/office/drawing/2010/main">
                      <a:noFill/>
                    </a14:hiddenLine>
                  </a:ext>
                </a:extLst>
              </p:spPr>
            </p:pic>
          </p:control>
        </mc:Fallback>
      </mc:AlternateContent>
    </p:controls>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1044483">
                                            <p:txEl>
                                              <p:pRg st="0" end="0"/>
                                            </p:txEl>
                                          </p:spTgt>
                                        </p:tgtEl>
                                        <p:attrNameLst>
                                          <p:attrName>style.visibility</p:attrName>
                                        </p:attrNameLst>
                                      </p:cBhvr>
                                      <p:to>
                                        <p:strVal val="visible"/>
                                      </p:to>
                                    </p:set>
                                    <p:anim calcmode="lin" valueType="num">
                                      <p:cBhvr>
                                        <p:cTn id="7" dur="1000" fill="hold"/>
                                        <p:tgtEl>
                                          <p:spTgt spid="1044483">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1044483">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1044483">
                                            <p:txEl>
                                              <p:pRg st="0" end="0"/>
                                            </p:txEl>
                                          </p:spTgt>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044483">
                                            <p:txEl>
                                              <p:pRg st="0" end="0"/>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5" presetClass="entr" presetSubtype="0" fill="hold" grpId="0" nodeType="clickEffect">
                                  <p:stCondLst>
                                    <p:cond delay="0"/>
                                  </p:stCondLst>
                                  <p:childTnLst>
                                    <p:set>
                                      <p:cBhvr>
                                        <p:cTn id="14" dur="1" fill="hold">
                                          <p:stCondLst>
                                            <p:cond delay="0"/>
                                          </p:stCondLst>
                                        </p:cTn>
                                        <p:tgtEl>
                                          <p:spTgt spid="1044483">
                                            <p:txEl>
                                              <p:pRg st="1" end="1"/>
                                            </p:txEl>
                                          </p:spTgt>
                                        </p:tgtEl>
                                        <p:attrNameLst>
                                          <p:attrName>style.visibility</p:attrName>
                                        </p:attrNameLst>
                                      </p:cBhvr>
                                      <p:to>
                                        <p:strVal val="visible"/>
                                      </p:to>
                                    </p:set>
                                    <p:anim calcmode="lin" valueType="num">
                                      <p:cBhvr>
                                        <p:cTn id="15" dur="1000" fill="hold"/>
                                        <p:tgtEl>
                                          <p:spTgt spid="1044483">
                                            <p:txEl>
                                              <p:pRg st="1" end="1"/>
                                            </p:txEl>
                                          </p:spTgt>
                                        </p:tgtEl>
                                        <p:attrNameLst>
                                          <p:attrName>ppt_w</p:attrName>
                                        </p:attrNameLst>
                                      </p:cBhvr>
                                      <p:tavLst>
                                        <p:tav tm="0">
                                          <p:val>
                                            <p:fltVal val="0"/>
                                          </p:val>
                                        </p:tav>
                                        <p:tav tm="100000">
                                          <p:val>
                                            <p:strVal val="#ppt_w"/>
                                          </p:val>
                                        </p:tav>
                                      </p:tavLst>
                                    </p:anim>
                                    <p:anim calcmode="lin" valueType="num">
                                      <p:cBhvr>
                                        <p:cTn id="16" dur="1000" fill="hold"/>
                                        <p:tgtEl>
                                          <p:spTgt spid="1044483">
                                            <p:txEl>
                                              <p:pRg st="1" end="1"/>
                                            </p:txEl>
                                          </p:spTgt>
                                        </p:tgtEl>
                                        <p:attrNameLst>
                                          <p:attrName>ppt_h</p:attrName>
                                        </p:attrNameLst>
                                      </p:cBhvr>
                                      <p:tavLst>
                                        <p:tav tm="0">
                                          <p:val>
                                            <p:fltVal val="0"/>
                                          </p:val>
                                        </p:tav>
                                        <p:tav tm="100000">
                                          <p:val>
                                            <p:strVal val="#ppt_h"/>
                                          </p:val>
                                        </p:tav>
                                      </p:tavLst>
                                    </p:anim>
                                    <p:anim calcmode="lin" valueType="num">
                                      <p:cBhvr>
                                        <p:cTn id="17" dur="1000" fill="hold"/>
                                        <p:tgtEl>
                                          <p:spTgt spid="1044483">
                                            <p:txEl>
                                              <p:pRg st="1" end="1"/>
                                            </p:txEl>
                                          </p:spTgt>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1044483">
                                            <p:txEl>
                                              <p:pRg st="1" end="1"/>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1044483">
                                            <p:txEl>
                                              <p:pRg st="2" end="2"/>
                                            </p:txEl>
                                          </p:spTgt>
                                        </p:tgtEl>
                                        <p:attrNameLst>
                                          <p:attrName>style.visibility</p:attrName>
                                        </p:attrNameLst>
                                      </p:cBhvr>
                                      <p:to>
                                        <p:strVal val="visible"/>
                                      </p:to>
                                    </p:set>
                                    <p:anim calcmode="lin" valueType="num">
                                      <p:cBhvr>
                                        <p:cTn id="23" dur="1000" fill="hold"/>
                                        <p:tgtEl>
                                          <p:spTgt spid="1044483">
                                            <p:txEl>
                                              <p:pRg st="2" end="2"/>
                                            </p:txEl>
                                          </p:spTgt>
                                        </p:tgtEl>
                                        <p:attrNameLst>
                                          <p:attrName>ppt_w</p:attrName>
                                        </p:attrNameLst>
                                      </p:cBhvr>
                                      <p:tavLst>
                                        <p:tav tm="0">
                                          <p:val>
                                            <p:fltVal val="0"/>
                                          </p:val>
                                        </p:tav>
                                        <p:tav tm="100000">
                                          <p:val>
                                            <p:strVal val="#ppt_w"/>
                                          </p:val>
                                        </p:tav>
                                      </p:tavLst>
                                    </p:anim>
                                    <p:anim calcmode="lin" valueType="num">
                                      <p:cBhvr>
                                        <p:cTn id="24" dur="1000" fill="hold"/>
                                        <p:tgtEl>
                                          <p:spTgt spid="1044483">
                                            <p:txEl>
                                              <p:pRg st="2" end="2"/>
                                            </p:txEl>
                                          </p:spTgt>
                                        </p:tgtEl>
                                        <p:attrNameLst>
                                          <p:attrName>ppt_h</p:attrName>
                                        </p:attrNameLst>
                                      </p:cBhvr>
                                      <p:tavLst>
                                        <p:tav tm="0">
                                          <p:val>
                                            <p:fltVal val="0"/>
                                          </p:val>
                                        </p:tav>
                                        <p:tav tm="100000">
                                          <p:val>
                                            <p:strVal val="#ppt_h"/>
                                          </p:val>
                                        </p:tav>
                                      </p:tavLst>
                                    </p:anim>
                                    <p:anim calcmode="lin" valueType="num">
                                      <p:cBhvr>
                                        <p:cTn id="25" dur="1000" fill="hold"/>
                                        <p:tgtEl>
                                          <p:spTgt spid="1044483">
                                            <p:txEl>
                                              <p:pRg st="2" end="2"/>
                                            </p:txEl>
                                          </p:spTgt>
                                        </p:tgtEl>
                                        <p:attrNameLst>
                                          <p:attrName>ppt_x</p:attrName>
                                        </p:attrNameLst>
                                      </p:cBhvr>
                                      <p:tavLst>
                                        <p:tav tm="0" fmla="#ppt_x+(cos(-2*pi*(1-$))*-#ppt_x-sin(-2*pi*(1-$))*(1-#ppt_y))*(1-$)">
                                          <p:val>
                                            <p:fltVal val="0"/>
                                          </p:val>
                                        </p:tav>
                                        <p:tav tm="100000">
                                          <p:val>
                                            <p:fltVal val="1"/>
                                          </p:val>
                                        </p:tav>
                                      </p:tavLst>
                                    </p:anim>
                                    <p:anim calcmode="lin" valueType="num">
                                      <p:cBhvr>
                                        <p:cTn id="26" dur="1000" fill="hold"/>
                                        <p:tgtEl>
                                          <p:spTgt spid="1044483">
                                            <p:txEl>
                                              <p:pRg st="2" end="2"/>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483" grpId="0" build="p"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6561" name="Title 1038337">
            <a:extLst>
              <a:ext uri="{FF2B5EF4-FFF2-40B4-BE49-F238E27FC236}">
                <a16:creationId xmlns:a16="http://schemas.microsoft.com/office/drawing/2014/main" id="{D0D86E42-2F76-7731-0AA8-8803DB9B3306}"/>
              </a:ext>
            </a:extLst>
          </p:cNvPr>
          <p:cNvSpPr>
            <a:spLocks noGrp="1" noChangeArrowheads="1"/>
          </p:cNvSpPr>
          <p:nvPr>
            <p:ph type="title"/>
          </p:nvPr>
        </p:nvSpPr>
        <p:spPr/>
        <p:txBody>
          <a:bodyPr/>
          <a:lstStyle/>
          <a:p>
            <a:r>
              <a:rPr lang="en-US" altLang="zh-CN">
                <a:solidFill>
                  <a:srgbClr val="FFFF00"/>
                </a:solidFill>
              </a:rPr>
              <a:t>3.5.2 </a:t>
            </a:r>
            <a:r>
              <a:rPr lang="zh-CN" altLang="en-US">
                <a:solidFill>
                  <a:srgbClr val="FFFF00"/>
                </a:solidFill>
              </a:rPr>
              <a:t>三部门经济的国民收入决定</a:t>
            </a:r>
          </a:p>
        </p:txBody>
      </p:sp>
      <p:sp>
        <p:nvSpPr>
          <p:cNvPr id="1038339" name="Text Placeholder 1038338">
            <a:extLst>
              <a:ext uri="{FF2B5EF4-FFF2-40B4-BE49-F238E27FC236}">
                <a16:creationId xmlns:a16="http://schemas.microsoft.com/office/drawing/2014/main" id="{60F7C660-1513-9DDF-27D3-C594E167F4A1}"/>
              </a:ext>
            </a:extLst>
          </p:cNvPr>
          <p:cNvSpPr>
            <a:spLocks noGrp="1" noChangeArrowheads="1"/>
          </p:cNvSpPr>
          <p:nvPr>
            <p:ph type="body" sz="half" idx="1"/>
          </p:nvPr>
        </p:nvSpPr>
        <p:spPr>
          <a:xfrm>
            <a:off x="395288" y="1484313"/>
            <a:ext cx="3657600" cy="4570412"/>
          </a:xfrm>
        </p:spPr>
        <p:txBody>
          <a:bodyPr/>
          <a:lstStyle/>
          <a:p>
            <a:r>
              <a:rPr lang="zh-CN" altLang="en-US" b="1"/>
              <a:t>总支出：</a:t>
            </a:r>
            <a:r>
              <a:rPr lang="en-US" altLang="zh-CN" b="1"/>
              <a:t>C+I+G</a:t>
            </a:r>
          </a:p>
          <a:p>
            <a:r>
              <a:rPr lang="zh-CN" altLang="en-US" b="1"/>
              <a:t>总收入：</a:t>
            </a:r>
            <a:r>
              <a:rPr lang="en-US" altLang="zh-CN" b="1"/>
              <a:t>C+S+T</a:t>
            </a:r>
          </a:p>
          <a:p>
            <a:r>
              <a:rPr lang="zh-CN" altLang="en-US" b="1"/>
              <a:t>均衡条件：</a:t>
            </a:r>
            <a:r>
              <a:rPr lang="en-US" altLang="zh-CN" b="1"/>
              <a:t>I+G=S+T</a:t>
            </a:r>
          </a:p>
          <a:p>
            <a:pPr>
              <a:buFont typeface="Arial" panose="020B0604020202020204" pitchFamily="34" charset="0"/>
              <a:buNone/>
            </a:pPr>
            <a:endParaRPr lang="zh-CN" altLang="en-US" b="1"/>
          </a:p>
        </p:txBody>
      </p:sp>
      <p:sp>
        <p:nvSpPr>
          <p:cNvPr id="66564" name="Slide Number Placeholder 1">
            <a:extLst>
              <a:ext uri="{FF2B5EF4-FFF2-40B4-BE49-F238E27FC236}">
                <a16:creationId xmlns:a16="http://schemas.microsoft.com/office/drawing/2014/main" id="{F2BE1E5D-9AFB-C305-F975-F60170F36DC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B616220E-30CF-480E-BCB0-7C80036B7356}" type="slidenum">
              <a:rPr lang="en-AU" altLang="zh-CN" sz="1400" i="0">
                <a:latin typeface="Arial" panose="020B0604020202020204" pitchFamily="34" charset="0"/>
              </a:rPr>
              <a:pPr algn="r"/>
              <a:t>55</a:t>
            </a:fld>
            <a:endParaRPr lang="en-AU" altLang="zh-CN" sz="1400" i="0">
              <a:latin typeface="Arial" panose="020B0604020202020204" pitchFamily="34" charset="0"/>
            </a:endParaRPr>
          </a:p>
        </p:txBody>
      </p:sp>
    </p:spTree>
    <p:controls>
      <mc:AlternateContent xmlns:mc="http://schemas.openxmlformats.org/markup-compatibility/2006">
        <mc:Choice xmlns:v="urn:schemas-microsoft-com:vml" Requires="v">
          <p:control name="TextBox1" r:id="rId1" imgW="4107240" imgH="5517000"/>
        </mc:Choice>
        <mc:Fallback>
          <p:control name="TextBox1" r:id="rId1" imgW="4107240" imgH="5517000">
            <p:pic>
              <p:nvPicPr>
                <p:cNvPr id="66563" name="TextBox1">
                  <a:extLst>
                    <a:ext uri="{FF2B5EF4-FFF2-40B4-BE49-F238E27FC236}">
                      <a16:creationId xmlns:a16="http://schemas.microsoft.com/office/drawing/2014/main" id="{EDEB1785-C630-D482-143C-0326DB0803DD}"/>
                    </a:ext>
                  </a:extLst>
                </p:cNvPr>
                <p:cNvPicPr>
                  <a:picLocks noChangeArrowheads="1" noChangeShapeType="1"/>
                </p:cNvPicPr>
                <p:nvPr/>
              </p:nvPicPr>
              <p:blipFill>
                <a:blip r:embed="rId3"/>
                <a:srcRect/>
                <a:stretch>
                  <a:fillRect/>
                </a:stretch>
              </p:blipFill>
              <p:spPr bwMode="auto">
                <a:xfrm>
                  <a:off x="4643438" y="1341438"/>
                  <a:ext cx="4105275" cy="5516562"/>
                </a:xfrm>
                <a:prstGeom prst="rect">
                  <a:avLst/>
                </a:prstGeom>
                <a:ln>
                  <a:noFill/>
                </a:ln>
                <a:extLst>
                  <a:ext uri="{91240B29-F687-4F45-9708-019B960494DF}">
                    <a14:hiddenLine xmlns:a14="http://schemas.microsoft.com/office/drawing/2010/main">
                      <a:noFill/>
                    </a14:hiddenLine>
                  </a:ext>
                </a:extLst>
              </p:spPr>
            </p:pic>
          </p:control>
        </mc:Fallback>
      </mc:AlternateContent>
    </p:controls>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1038339">
                                            <p:txEl>
                                              <p:pRg st="0" end="0"/>
                                            </p:txEl>
                                          </p:spTgt>
                                        </p:tgtEl>
                                        <p:attrNameLst>
                                          <p:attrName>style.visibility</p:attrName>
                                        </p:attrNameLst>
                                      </p:cBhvr>
                                      <p:to>
                                        <p:strVal val="visible"/>
                                      </p:to>
                                    </p:set>
                                    <p:anim calcmode="lin" valueType="num">
                                      <p:cBhvr>
                                        <p:cTn id="7" dur="1000" fill="hold"/>
                                        <p:tgtEl>
                                          <p:spTgt spid="1038339">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1038339">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1038339">
                                            <p:txEl>
                                              <p:pRg st="0" end="0"/>
                                            </p:txEl>
                                          </p:spTgt>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038339">
                                            <p:txEl>
                                              <p:pRg st="0" end="0"/>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5" presetClass="entr" presetSubtype="0" fill="hold" grpId="0" nodeType="clickEffect">
                                  <p:stCondLst>
                                    <p:cond delay="0"/>
                                  </p:stCondLst>
                                  <p:childTnLst>
                                    <p:set>
                                      <p:cBhvr>
                                        <p:cTn id="14" dur="1" fill="hold">
                                          <p:stCondLst>
                                            <p:cond delay="0"/>
                                          </p:stCondLst>
                                        </p:cTn>
                                        <p:tgtEl>
                                          <p:spTgt spid="1038339">
                                            <p:txEl>
                                              <p:pRg st="1" end="1"/>
                                            </p:txEl>
                                          </p:spTgt>
                                        </p:tgtEl>
                                        <p:attrNameLst>
                                          <p:attrName>style.visibility</p:attrName>
                                        </p:attrNameLst>
                                      </p:cBhvr>
                                      <p:to>
                                        <p:strVal val="visible"/>
                                      </p:to>
                                    </p:set>
                                    <p:anim calcmode="lin" valueType="num">
                                      <p:cBhvr>
                                        <p:cTn id="15" dur="1000" fill="hold"/>
                                        <p:tgtEl>
                                          <p:spTgt spid="1038339">
                                            <p:txEl>
                                              <p:pRg st="1" end="1"/>
                                            </p:txEl>
                                          </p:spTgt>
                                        </p:tgtEl>
                                        <p:attrNameLst>
                                          <p:attrName>ppt_w</p:attrName>
                                        </p:attrNameLst>
                                      </p:cBhvr>
                                      <p:tavLst>
                                        <p:tav tm="0">
                                          <p:val>
                                            <p:fltVal val="0"/>
                                          </p:val>
                                        </p:tav>
                                        <p:tav tm="100000">
                                          <p:val>
                                            <p:strVal val="#ppt_w"/>
                                          </p:val>
                                        </p:tav>
                                      </p:tavLst>
                                    </p:anim>
                                    <p:anim calcmode="lin" valueType="num">
                                      <p:cBhvr>
                                        <p:cTn id="16" dur="1000" fill="hold"/>
                                        <p:tgtEl>
                                          <p:spTgt spid="1038339">
                                            <p:txEl>
                                              <p:pRg st="1" end="1"/>
                                            </p:txEl>
                                          </p:spTgt>
                                        </p:tgtEl>
                                        <p:attrNameLst>
                                          <p:attrName>ppt_h</p:attrName>
                                        </p:attrNameLst>
                                      </p:cBhvr>
                                      <p:tavLst>
                                        <p:tav tm="0">
                                          <p:val>
                                            <p:fltVal val="0"/>
                                          </p:val>
                                        </p:tav>
                                        <p:tav tm="100000">
                                          <p:val>
                                            <p:strVal val="#ppt_h"/>
                                          </p:val>
                                        </p:tav>
                                      </p:tavLst>
                                    </p:anim>
                                    <p:anim calcmode="lin" valueType="num">
                                      <p:cBhvr>
                                        <p:cTn id="17" dur="1000" fill="hold"/>
                                        <p:tgtEl>
                                          <p:spTgt spid="1038339">
                                            <p:txEl>
                                              <p:pRg st="1" end="1"/>
                                            </p:txEl>
                                          </p:spTgt>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1038339">
                                            <p:txEl>
                                              <p:pRg st="1" end="1"/>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1038339">
                                            <p:txEl>
                                              <p:pRg st="2" end="2"/>
                                            </p:txEl>
                                          </p:spTgt>
                                        </p:tgtEl>
                                        <p:attrNameLst>
                                          <p:attrName>style.visibility</p:attrName>
                                        </p:attrNameLst>
                                      </p:cBhvr>
                                      <p:to>
                                        <p:strVal val="visible"/>
                                      </p:to>
                                    </p:set>
                                    <p:anim calcmode="lin" valueType="num">
                                      <p:cBhvr>
                                        <p:cTn id="23" dur="1000" fill="hold"/>
                                        <p:tgtEl>
                                          <p:spTgt spid="1038339">
                                            <p:txEl>
                                              <p:pRg st="2" end="2"/>
                                            </p:txEl>
                                          </p:spTgt>
                                        </p:tgtEl>
                                        <p:attrNameLst>
                                          <p:attrName>ppt_w</p:attrName>
                                        </p:attrNameLst>
                                      </p:cBhvr>
                                      <p:tavLst>
                                        <p:tav tm="0">
                                          <p:val>
                                            <p:fltVal val="0"/>
                                          </p:val>
                                        </p:tav>
                                        <p:tav tm="100000">
                                          <p:val>
                                            <p:strVal val="#ppt_w"/>
                                          </p:val>
                                        </p:tav>
                                      </p:tavLst>
                                    </p:anim>
                                    <p:anim calcmode="lin" valueType="num">
                                      <p:cBhvr>
                                        <p:cTn id="24" dur="1000" fill="hold"/>
                                        <p:tgtEl>
                                          <p:spTgt spid="1038339">
                                            <p:txEl>
                                              <p:pRg st="2" end="2"/>
                                            </p:txEl>
                                          </p:spTgt>
                                        </p:tgtEl>
                                        <p:attrNameLst>
                                          <p:attrName>ppt_h</p:attrName>
                                        </p:attrNameLst>
                                      </p:cBhvr>
                                      <p:tavLst>
                                        <p:tav tm="0">
                                          <p:val>
                                            <p:fltVal val="0"/>
                                          </p:val>
                                        </p:tav>
                                        <p:tav tm="100000">
                                          <p:val>
                                            <p:strVal val="#ppt_h"/>
                                          </p:val>
                                        </p:tav>
                                      </p:tavLst>
                                    </p:anim>
                                    <p:anim calcmode="lin" valueType="num">
                                      <p:cBhvr>
                                        <p:cTn id="25" dur="1000" fill="hold"/>
                                        <p:tgtEl>
                                          <p:spTgt spid="1038339">
                                            <p:txEl>
                                              <p:pRg st="2" end="2"/>
                                            </p:txEl>
                                          </p:spTgt>
                                        </p:tgtEl>
                                        <p:attrNameLst>
                                          <p:attrName>ppt_x</p:attrName>
                                        </p:attrNameLst>
                                      </p:cBhvr>
                                      <p:tavLst>
                                        <p:tav tm="0" fmla="#ppt_x+(cos(-2*pi*(1-$))*-#ppt_x-sin(-2*pi*(1-$))*(1-#ppt_y))*(1-$)">
                                          <p:val>
                                            <p:fltVal val="0"/>
                                          </p:val>
                                        </p:tav>
                                        <p:tav tm="100000">
                                          <p:val>
                                            <p:fltVal val="1"/>
                                          </p:val>
                                        </p:tav>
                                      </p:tavLst>
                                    </p:anim>
                                    <p:anim calcmode="lin" valueType="num">
                                      <p:cBhvr>
                                        <p:cTn id="26" dur="1000" fill="hold"/>
                                        <p:tgtEl>
                                          <p:spTgt spid="1038339">
                                            <p:txEl>
                                              <p:pRg st="2" end="2"/>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8339" grpId="0" build="p"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直接连接符 1039362">
            <a:extLst>
              <a:ext uri="{FF2B5EF4-FFF2-40B4-BE49-F238E27FC236}">
                <a16:creationId xmlns:a16="http://schemas.microsoft.com/office/drawing/2014/main" id="{839631F0-61AE-D5F6-EFD5-36AC263C18C2}"/>
              </a:ext>
            </a:extLst>
          </p:cNvPr>
          <p:cNvSpPr>
            <a:spLocks noChangeShapeType="1"/>
          </p:cNvSpPr>
          <p:nvPr/>
        </p:nvSpPr>
        <p:spPr bwMode="auto">
          <a:xfrm flipV="1">
            <a:off x="1081088" y="1376363"/>
            <a:ext cx="0" cy="3048000"/>
          </a:xfrm>
          <a:prstGeom prst="line">
            <a:avLst/>
          </a:prstGeom>
          <a:noFill/>
          <a:ln w="31750" cap="sq">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7586" name="直接连接符 1039363">
            <a:extLst>
              <a:ext uri="{FF2B5EF4-FFF2-40B4-BE49-F238E27FC236}">
                <a16:creationId xmlns:a16="http://schemas.microsoft.com/office/drawing/2014/main" id="{97218692-A2C7-3E4E-AFFA-8F0DA9A2C1D8}"/>
              </a:ext>
            </a:extLst>
          </p:cNvPr>
          <p:cNvSpPr>
            <a:spLocks noChangeShapeType="1"/>
          </p:cNvSpPr>
          <p:nvPr/>
        </p:nvSpPr>
        <p:spPr bwMode="auto">
          <a:xfrm>
            <a:off x="1157288" y="4424363"/>
            <a:ext cx="2895600" cy="0"/>
          </a:xfrm>
          <a:prstGeom prst="line">
            <a:avLst/>
          </a:prstGeom>
          <a:noFill/>
          <a:ln w="31750" cap="sq">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7587" name="直接连接符 1039364">
            <a:extLst>
              <a:ext uri="{FF2B5EF4-FFF2-40B4-BE49-F238E27FC236}">
                <a16:creationId xmlns:a16="http://schemas.microsoft.com/office/drawing/2014/main" id="{7EB98737-352B-2B3E-72FC-BA25E5FF77E4}"/>
              </a:ext>
            </a:extLst>
          </p:cNvPr>
          <p:cNvSpPr>
            <a:spLocks noChangeShapeType="1"/>
          </p:cNvSpPr>
          <p:nvPr/>
        </p:nvSpPr>
        <p:spPr bwMode="auto">
          <a:xfrm flipV="1">
            <a:off x="1081088" y="1376363"/>
            <a:ext cx="2819400" cy="3048000"/>
          </a:xfrm>
          <a:prstGeom prst="line">
            <a:avLst/>
          </a:prstGeom>
          <a:noFill/>
          <a:ln w="31750"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588" name="直接连接符 1039365">
            <a:extLst>
              <a:ext uri="{FF2B5EF4-FFF2-40B4-BE49-F238E27FC236}">
                <a16:creationId xmlns:a16="http://schemas.microsoft.com/office/drawing/2014/main" id="{C0AD700A-B7AC-0BDF-69B5-09C4AC82E80F}"/>
              </a:ext>
            </a:extLst>
          </p:cNvPr>
          <p:cNvSpPr>
            <a:spLocks noChangeShapeType="1"/>
          </p:cNvSpPr>
          <p:nvPr/>
        </p:nvSpPr>
        <p:spPr bwMode="auto">
          <a:xfrm flipV="1">
            <a:off x="1081088" y="3357563"/>
            <a:ext cx="2971800" cy="609600"/>
          </a:xfrm>
          <a:prstGeom prst="line">
            <a:avLst/>
          </a:prstGeom>
          <a:noFill/>
          <a:ln w="31750" cap="sq">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589" name="直接连接符 1039366">
            <a:extLst>
              <a:ext uri="{FF2B5EF4-FFF2-40B4-BE49-F238E27FC236}">
                <a16:creationId xmlns:a16="http://schemas.microsoft.com/office/drawing/2014/main" id="{8EFF5D7D-7B36-70F4-CB04-CA3C871AA47E}"/>
              </a:ext>
            </a:extLst>
          </p:cNvPr>
          <p:cNvSpPr>
            <a:spLocks noChangeShapeType="1"/>
          </p:cNvSpPr>
          <p:nvPr/>
        </p:nvSpPr>
        <p:spPr bwMode="auto">
          <a:xfrm flipV="1">
            <a:off x="1081088" y="2671763"/>
            <a:ext cx="2895600" cy="685800"/>
          </a:xfrm>
          <a:prstGeom prst="line">
            <a:avLst/>
          </a:prstGeom>
          <a:noFill/>
          <a:ln w="31750" cap="sq">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9368" name="直接连接符 1039367">
            <a:extLst>
              <a:ext uri="{FF2B5EF4-FFF2-40B4-BE49-F238E27FC236}">
                <a16:creationId xmlns:a16="http://schemas.microsoft.com/office/drawing/2014/main" id="{73B79DBF-A1A4-2EF8-E343-E7ED1DACCCD5}"/>
              </a:ext>
            </a:extLst>
          </p:cNvPr>
          <p:cNvSpPr>
            <a:spLocks noChangeShapeType="1"/>
          </p:cNvSpPr>
          <p:nvPr/>
        </p:nvSpPr>
        <p:spPr bwMode="auto">
          <a:xfrm flipV="1">
            <a:off x="1081088" y="1909763"/>
            <a:ext cx="2895600" cy="685800"/>
          </a:xfrm>
          <a:prstGeom prst="line">
            <a:avLst/>
          </a:prstGeom>
          <a:noFill/>
          <a:ln w="31750" cap="sq">
            <a:solidFill>
              <a:srgbClr val="FF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591" name="文本框 1039368">
            <a:extLst>
              <a:ext uri="{FF2B5EF4-FFF2-40B4-BE49-F238E27FC236}">
                <a16:creationId xmlns:a16="http://schemas.microsoft.com/office/drawing/2014/main" id="{F5AA00B7-35A8-994E-6E19-5048C47BE512}"/>
              </a:ext>
            </a:extLst>
          </p:cNvPr>
          <p:cNvSpPr txBox="1">
            <a:spLocks noChangeArrowheads="1"/>
          </p:cNvSpPr>
          <p:nvPr/>
        </p:nvSpPr>
        <p:spPr bwMode="auto">
          <a:xfrm>
            <a:off x="3671888" y="4424363"/>
            <a:ext cx="4048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Y</a:t>
            </a:r>
          </a:p>
        </p:txBody>
      </p:sp>
      <p:sp>
        <p:nvSpPr>
          <p:cNvPr id="67592" name="文本框 1039369">
            <a:extLst>
              <a:ext uri="{FF2B5EF4-FFF2-40B4-BE49-F238E27FC236}">
                <a16:creationId xmlns:a16="http://schemas.microsoft.com/office/drawing/2014/main" id="{722B7C7D-FDF3-4148-7BDD-D682A99D67A1}"/>
              </a:ext>
            </a:extLst>
          </p:cNvPr>
          <p:cNvSpPr txBox="1">
            <a:spLocks noChangeArrowheads="1"/>
          </p:cNvSpPr>
          <p:nvPr/>
        </p:nvSpPr>
        <p:spPr bwMode="auto">
          <a:xfrm>
            <a:off x="90488" y="1300163"/>
            <a:ext cx="10525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C+I+G</a:t>
            </a:r>
          </a:p>
        </p:txBody>
      </p:sp>
      <p:sp>
        <p:nvSpPr>
          <p:cNvPr id="1039371" name="文本框 1039370">
            <a:extLst>
              <a:ext uri="{FF2B5EF4-FFF2-40B4-BE49-F238E27FC236}">
                <a16:creationId xmlns:a16="http://schemas.microsoft.com/office/drawing/2014/main" id="{789E28A4-4C5D-E61F-EBD4-438B59E081FF}"/>
              </a:ext>
            </a:extLst>
          </p:cNvPr>
          <p:cNvSpPr txBox="1">
            <a:spLocks noChangeArrowheads="1"/>
          </p:cNvSpPr>
          <p:nvPr/>
        </p:nvSpPr>
        <p:spPr bwMode="auto">
          <a:xfrm>
            <a:off x="3290888" y="2062163"/>
            <a:ext cx="10525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C+I+G</a:t>
            </a:r>
          </a:p>
        </p:txBody>
      </p:sp>
      <p:sp>
        <p:nvSpPr>
          <p:cNvPr id="67594" name="文本框 1039371">
            <a:extLst>
              <a:ext uri="{FF2B5EF4-FFF2-40B4-BE49-F238E27FC236}">
                <a16:creationId xmlns:a16="http://schemas.microsoft.com/office/drawing/2014/main" id="{4B235AC3-7C43-3E4A-65C6-33B4305CCADC}"/>
              </a:ext>
            </a:extLst>
          </p:cNvPr>
          <p:cNvSpPr txBox="1">
            <a:spLocks noChangeArrowheads="1"/>
          </p:cNvSpPr>
          <p:nvPr/>
        </p:nvSpPr>
        <p:spPr bwMode="auto">
          <a:xfrm>
            <a:off x="3351213" y="2713038"/>
            <a:ext cx="66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C+I</a:t>
            </a:r>
          </a:p>
        </p:txBody>
      </p:sp>
      <p:sp>
        <p:nvSpPr>
          <p:cNvPr id="67595" name="文本框 1039372">
            <a:extLst>
              <a:ext uri="{FF2B5EF4-FFF2-40B4-BE49-F238E27FC236}">
                <a16:creationId xmlns:a16="http://schemas.microsoft.com/office/drawing/2014/main" id="{77145A4B-4332-F423-E3C1-AF9AD375D896}"/>
              </a:ext>
            </a:extLst>
          </p:cNvPr>
          <p:cNvSpPr txBox="1">
            <a:spLocks noChangeArrowheads="1"/>
          </p:cNvSpPr>
          <p:nvPr/>
        </p:nvSpPr>
        <p:spPr bwMode="auto">
          <a:xfrm>
            <a:off x="2208213" y="36068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p>
            <a:pPr>
              <a:lnSpc>
                <a:spcPct val="100000"/>
              </a:lnSpc>
              <a:spcBef>
                <a:spcPct val="0"/>
              </a:spcBef>
            </a:pPr>
            <a:endParaRPr lang="zh-CN" altLang="en-US" sz="2400" i="0">
              <a:solidFill>
                <a:schemeClr val="tx1"/>
              </a:solidFill>
            </a:endParaRPr>
          </a:p>
        </p:txBody>
      </p:sp>
      <p:sp>
        <p:nvSpPr>
          <p:cNvPr id="67596" name="文本框 1039373">
            <a:extLst>
              <a:ext uri="{FF2B5EF4-FFF2-40B4-BE49-F238E27FC236}">
                <a16:creationId xmlns:a16="http://schemas.microsoft.com/office/drawing/2014/main" id="{CC80BF49-1429-76BC-11FC-E87543ECC347}"/>
              </a:ext>
            </a:extLst>
          </p:cNvPr>
          <p:cNvSpPr txBox="1">
            <a:spLocks noChangeArrowheads="1"/>
          </p:cNvSpPr>
          <p:nvPr/>
        </p:nvSpPr>
        <p:spPr bwMode="auto">
          <a:xfrm>
            <a:off x="2224088" y="3662363"/>
            <a:ext cx="1974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p>
            <a:pPr>
              <a:lnSpc>
                <a:spcPct val="100000"/>
              </a:lnSpc>
              <a:spcBef>
                <a:spcPct val="0"/>
              </a:spcBef>
            </a:pPr>
            <a:r>
              <a:rPr lang="en-US" altLang="zh-CN" sz="2400" b="1" i="0">
                <a:solidFill>
                  <a:schemeClr val="tx1"/>
                </a:solidFill>
              </a:rPr>
              <a:t>C </a:t>
            </a:r>
            <a:r>
              <a:rPr lang="zh-CN" altLang="en-US" sz="2400" b="1" i="0">
                <a:solidFill>
                  <a:schemeClr val="tx1"/>
                </a:solidFill>
              </a:rPr>
              <a:t>＝ </a:t>
            </a:r>
            <a:r>
              <a:rPr lang="en-US" altLang="zh-CN" sz="2400" b="1" i="0">
                <a:solidFill>
                  <a:schemeClr val="tx1"/>
                </a:solidFill>
              </a:rPr>
              <a:t>a </a:t>
            </a:r>
            <a:r>
              <a:rPr lang="zh-CN" altLang="en-US" sz="2400" b="1" i="0">
                <a:solidFill>
                  <a:schemeClr val="tx1"/>
                </a:solidFill>
              </a:rPr>
              <a:t>＋ </a:t>
            </a:r>
            <a:r>
              <a:rPr lang="en-US" altLang="zh-CN" sz="2400" b="1" i="0">
                <a:solidFill>
                  <a:schemeClr val="tx1"/>
                </a:solidFill>
              </a:rPr>
              <a:t>bY</a:t>
            </a:r>
            <a:r>
              <a:rPr lang="en-US" altLang="zh-CN" sz="2400" b="1" i="0" baseline="-25000">
                <a:solidFill>
                  <a:schemeClr val="tx1"/>
                </a:solidFill>
              </a:rPr>
              <a:t>d</a:t>
            </a:r>
          </a:p>
        </p:txBody>
      </p:sp>
      <p:sp>
        <p:nvSpPr>
          <p:cNvPr id="1039375" name="直接连接符 1039374">
            <a:extLst>
              <a:ext uri="{FF2B5EF4-FFF2-40B4-BE49-F238E27FC236}">
                <a16:creationId xmlns:a16="http://schemas.microsoft.com/office/drawing/2014/main" id="{75B2F4A7-A512-C65F-4F07-4BC98B809558}"/>
              </a:ext>
            </a:extLst>
          </p:cNvPr>
          <p:cNvSpPr>
            <a:spLocks noChangeShapeType="1"/>
          </p:cNvSpPr>
          <p:nvPr/>
        </p:nvSpPr>
        <p:spPr bwMode="auto">
          <a:xfrm>
            <a:off x="3290888" y="2062163"/>
            <a:ext cx="0" cy="2362200"/>
          </a:xfrm>
          <a:prstGeom prst="line">
            <a:avLst/>
          </a:prstGeom>
          <a:noFill/>
          <a:ln w="31750">
            <a:solidFill>
              <a:srgbClr val="FF00FF"/>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9376" name="文本框 1039375">
            <a:extLst>
              <a:ext uri="{FF2B5EF4-FFF2-40B4-BE49-F238E27FC236}">
                <a16:creationId xmlns:a16="http://schemas.microsoft.com/office/drawing/2014/main" id="{A10FB57C-6165-BE8A-7D67-061B96A56A4A}"/>
              </a:ext>
            </a:extLst>
          </p:cNvPr>
          <p:cNvSpPr txBox="1">
            <a:spLocks noChangeArrowheads="1"/>
          </p:cNvSpPr>
          <p:nvPr/>
        </p:nvSpPr>
        <p:spPr bwMode="auto">
          <a:xfrm>
            <a:off x="3046413" y="4389438"/>
            <a:ext cx="5064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Y</a:t>
            </a:r>
            <a:r>
              <a:rPr lang="en-US" altLang="zh-CN" sz="2400" i="0" baseline="-25000">
                <a:solidFill>
                  <a:schemeClr val="tx1"/>
                </a:solidFill>
              </a:rPr>
              <a:t>0</a:t>
            </a:r>
            <a:endParaRPr lang="en-US" altLang="zh-CN" sz="2400" i="0">
              <a:solidFill>
                <a:schemeClr val="tx1"/>
              </a:solidFill>
            </a:endParaRPr>
          </a:p>
        </p:txBody>
      </p:sp>
      <p:sp>
        <p:nvSpPr>
          <p:cNvPr id="1039377" name="左大括号 1039376">
            <a:extLst>
              <a:ext uri="{FF2B5EF4-FFF2-40B4-BE49-F238E27FC236}">
                <a16:creationId xmlns:a16="http://schemas.microsoft.com/office/drawing/2014/main" id="{4BC045B7-05DC-10F3-7209-D089D72DA070}"/>
              </a:ext>
            </a:extLst>
          </p:cNvPr>
          <p:cNvSpPr>
            <a:spLocks/>
          </p:cNvSpPr>
          <p:nvPr/>
        </p:nvSpPr>
        <p:spPr bwMode="auto">
          <a:xfrm>
            <a:off x="700088" y="2595563"/>
            <a:ext cx="381000" cy="762000"/>
          </a:xfrm>
          <a:prstGeom prst="leftBrace">
            <a:avLst>
              <a:gd name="adj1" fmla="val 16657"/>
              <a:gd name="adj2" fmla="val 50000"/>
            </a:avLst>
          </a:prstGeom>
          <a:noFill/>
          <a:ln w="31750"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67600" name="左大括号 1039377">
            <a:extLst>
              <a:ext uri="{FF2B5EF4-FFF2-40B4-BE49-F238E27FC236}">
                <a16:creationId xmlns:a16="http://schemas.microsoft.com/office/drawing/2014/main" id="{D4C4457C-60CD-DCA7-BE12-BA8B30FDD6FC}"/>
              </a:ext>
            </a:extLst>
          </p:cNvPr>
          <p:cNvSpPr>
            <a:spLocks/>
          </p:cNvSpPr>
          <p:nvPr/>
        </p:nvSpPr>
        <p:spPr bwMode="auto">
          <a:xfrm>
            <a:off x="700088" y="3357563"/>
            <a:ext cx="381000" cy="609600"/>
          </a:xfrm>
          <a:prstGeom prst="leftBrace">
            <a:avLst>
              <a:gd name="adj1" fmla="val 13326"/>
              <a:gd name="adj2" fmla="val 50000"/>
            </a:avLst>
          </a:prstGeom>
          <a:noFill/>
          <a:ln w="31750"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67601" name="文本框 1039378">
            <a:extLst>
              <a:ext uri="{FF2B5EF4-FFF2-40B4-BE49-F238E27FC236}">
                <a16:creationId xmlns:a16="http://schemas.microsoft.com/office/drawing/2014/main" id="{85FAC903-75E0-9855-2F10-294AEE1F5679}"/>
              </a:ext>
            </a:extLst>
          </p:cNvPr>
          <p:cNvSpPr txBox="1">
            <a:spLocks noChangeArrowheads="1"/>
          </p:cNvSpPr>
          <p:nvPr/>
        </p:nvSpPr>
        <p:spPr bwMode="auto">
          <a:xfrm>
            <a:off x="303213" y="3475038"/>
            <a:ext cx="285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I</a:t>
            </a:r>
          </a:p>
        </p:txBody>
      </p:sp>
      <p:sp>
        <p:nvSpPr>
          <p:cNvPr id="1039380" name="文本框 1039379">
            <a:extLst>
              <a:ext uri="{FF2B5EF4-FFF2-40B4-BE49-F238E27FC236}">
                <a16:creationId xmlns:a16="http://schemas.microsoft.com/office/drawing/2014/main" id="{8048ED54-BAFA-E779-FE22-561D02712512}"/>
              </a:ext>
            </a:extLst>
          </p:cNvPr>
          <p:cNvSpPr txBox="1">
            <a:spLocks noChangeArrowheads="1"/>
          </p:cNvSpPr>
          <p:nvPr/>
        </p:nvSpPr>
        <p:spPr bwMode="auto">
          <a:xfrm>
            <a:off x="303213" y="2713038"/>
            <a:ext cx="4048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G</a:t>
            </a:r>
          </a:p>
        </p:txBody>
      </p:sp>
      <p:sp>
        <p:nvSpPr>
          <p:cNvPr id="67603" name="直接连接符 1039380">
            <a:extLst>
              <a:ext uri="{FF2B5EF4-FFF2-40B4-BE49-F238E27FC236}">
                <a16:creationId xmlns:a16="http://schemas.microsoft.com/office/drawing/2014/main" id="{2B3B78DB-744D-D0F7-71B5-B735216796BE}"/>
              </a:ext>
            </a:extLst>
          </p:cNvPr>
          <p:cNvSpPr>
            <a:spLocks noChangeShapeType="1"/>
          </p:cNvSpPr>
          <p:nvPr/>
        </p:nvSpPr>
        <p:spPr bwMode="auto">
          <a:xfrm>
            <a:off x="2376488" y="3052763"/>
            <a:ext cx="0" cy="1371600"/>
          </a:xfrm>
          <a:prstGeom prst="line">
            <a:avLst/>
          </a:prstGeom>
          <a:noFill/>
          <a:ln w="31750">
            <a:solidFill>
              <a:srgbClr val="00FF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04" name="文本框 1039381">
            <a:extLst>
              <a:ext uri="{FF2B5EF4-FFF2-40B4-BE49-F238E27FC236}">
                <a16:creationId xmlns:a16="http://schemas.microsoft.com/office/drawing/2014/main" id="{796BFEC6-3DD3-E114-A086-766E0384A71B}"/>
              </a:ext>
            </a:extLst>
          </p:cNvPr>
          <p:cNvSpPr txBox="1">
            <a:spLocks noChangeArrowheads="1"/>
          </p:cNvSpPr>
          <p:nvPr/>
        </p:nvSpPr>
        <p:spPr bwMode="auto">
          <a:xfrm>
            <a:off x="2132013" y="4465638"/>
            <a:ext cx="5064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Y</a:t>
            </a:r>
            <a:r>
              <a:rPr lang="en-US" altLang="zh-CN" sz="2400" i="0" baseline="-25000">
                <a:solidFill>
                  <a:schemeClr val="tx1"/>
                </a:solidFill>
              </a:rPr>
              <a:t>1</a:t>
            </a:r>
            <a:endParaRPr lang="en-US" altLang="zh-CN" sz="2400" i="0">
              <a:solidFill>
                <a:schemeClr val="tx1"/>
              </a:solidFill>
            </a:endParaRPr>
          </a:p>
        </p:txBody>
      </p:sp>
      <p:sp>
        <p:nvSpPr>
          <p:cNvPr id="1039383" name="文本框 1039382">
            <a:extLst>
              <a:ext uri="{FF2B5EF4-FFF2-40B4-BE49-F238E27FC236}">
                <a16:creationId xmlns:a16="http://schemas.microsoft.com/office/drawing/2014/main" id="{C435E570-36EB-73C6-26EA-D1C930364286}"/>
              </a:ext>
            </a:extLst>
          </p:cNvPr>
          <p:cNvSpPr txBox="1">
            <a:spLocks noChangeArrowheads="1"/>
          </p:cNvSpPr>
          <p:nvPr/>
        </p:nvSpPr>
        <p:spPr bwMode="auto">
          <a:xfrm>
            <a:off x="2970213" y="1646238"/>
            <a:ext cx="3698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E</a:t>
            </a:r>
          </a:p>
        </p:txBody>
      </p:sp>
      <p:sp>
        <p:nvSpPr>
          <p:cNvPr id="67606" name="文本框 1039383">
            <a:extLst>
              <a:ext uri="{FF2B5EF4-FFF2-40B4-BE49-F238E27FC236}">
                <a16:creationId xmlns:a16="http://schemas.microsoft.com/office/drawing/2014/main" id="{96DF4A94-3932-EB6F-3588-034DFF3244C0}"/>
              </a:ext>
            </a:extLst>
          </p:cNvPr>
          <p:cNvSpPr txBox="1">
            <a:spLocks noChangeArrowheads="1"/>
          </p:cNvSpPr>
          <p:nvPr/>
        </p:nvSpPr>
        <p:spPr bwMode="auto">
          <a:xfrm>
            <a:off x="1979613" y="2636838"/>
            <a:ext cx="4714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E</a:t>
            </a:r>
            <a:r>
              <a:rPr lang="en-US" altLang="zh-CN" sz="2400" i="0" baseline="-25000">
                <a:solidFill>
                  <a:schemeClr val="tx1"/>
                </a:solidFill>
              </a:rPr>
              <a:t>1</a:t>
            </a:r>
            <a:endParaRPr lang="en-US" altLang="zh-CN" sz="2400" i="0">
              <a:solidFill>
                <a:schemeClr val="tx1"/>
              </a:solidFill>
            </a:endParaRPr>
          </a:p>
        </p:txBody>
      </p:sp>
      <p:sp>
        <p:nvSpPr>
          <p:cNvPr id="67607" name="文本框 1039385">
            <a:extLst>
              <a:ext uri="{FF2B5EF4-FFF2-40B4-BE49-F238E27FC236}">
                <a16:creationId xmlns:a16="http://schemas.microsoft.com/office/drawing/2014/main" id="{453A3D80-5347-FF4A-7CE1-A4AAE467A371}"/>
              </a:ext>
            </a:extLst>
          </p:cNvPr>
          <p:cNvSpPr txBox="1">
            <a:spLocks noChangeArrowheads="1"/>
          </p:cNvSpPr>
          <p:nvPr/>
        </p:nvSpPr>
        <p:spPr bwMode="auto">
          <a:xfrm>
            <a:off x="971550" y="5300663"/>
            <a:ext cx="2736850" cy="1187450"/>
          </a:xfrm>
          <a:prstGeom prst="rect">
            <a:avLst/>
          </a:prstGeom>
          <a:solidFill>
            <a:srgbClr val="FFFFFF"/>
          </a:solidFill>
          <a:ln>
            <a:noFill/>
          </a:ln>
          <a:extLst>
            <a:ext uri="{91240B29-F687-4F45-9708-019B960494DF}">
              <a14:hiddenLine xmlns:a14="http://schemas.microsoft.com/office/drawing/2010/main" w="31750">
                <a:solidFill>
                  <a:srgbClr val="000000"/>
                </a:solidFill>
                <a:miter lim="800000"/>
                <a:headEnd/>
                <a:tailEnd/>
              </a14:hiddenLine>
            </a:ext>
          </a:extLst>
        </p:spPr>
        <p:txBody>
          <a:bodyPr>
            <a:spAutoFit/>
          </a:bodyPr>
          <a:lstStyle/>
          <a:p>
            <a:pPr>
              <a:lnSpc>
                <a:spcPct val="100000"/>
              </a:lnSpc>
              <a:spcBef>
                <a:spcPct val="0"/>
              </a:spcBef>
            </a:pPr>
            <a:r>
              <a:rPr lang="zh-CN" altLang="en-US" sz="2400" i="0">
                <a:solidFill>
                  <a:srgbClr val="FF0000"/>
                </a:solidFill>
              </a:rPr>
              <a:t>三部门经济中用总支出等于总产出的角度得到国民收入</a:t>
            </a:r>
          </a:p>
        </p:txBody>
      </p:sp>
      <p:sp>
        <p:nvSpPr>
          <p:cNvPr id="67609" name="矩形 1039388">
            <a:extLst>
              <a:ext uri="{FF2B5EF4-FFF2-40B4-BE49-F238E27FC236}">
                <a16:creationId xmlns:a16="http://schemas.microsoft.com/office/drawing/2014/main" id="{F3AA9E5B-E0F0-52BE-7159-649C5D0C62F1}"/>
              </a:ext>
            </a:extLst>
          </p:cNvPr>
          <p:cNvSpPr>
            <a:spLocks noChangeArrowheads="1"/>
          </p:cNvSpPr>
          <p:nvPr/>
        </p:nvSpPr>
        <p:spPr bwMode="auto">
          <a:xfrm>
            <a:off x="684213" y="0"/>
            <a:ext cx="8231187" cy="989013"/>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lstStyle/>
          <a:p>
            <a:pPr eaLnBrk="0" hangingPunct="0">
              <a:lnSpc>
                <a:spcPct val="100000"/>
              </a:lnSpc>
              <a:spcBef>
                <a:spcPct val="0"/>
              </a:spcBef>
            </a:pPr>
            <a:r>
              <a:rPr lang="en-US" altLang="zh-CN" sz="3600" i="0">
                <a:solidFill>
                  <a:srgbClr val="FFFF00"/>
                </a:solidFill>
                <a:latin typeface="Arial" panose="020B0604020202020204" pitchFamily="34" charset="0"/>
              </a:rPr>
              <a:t>3.5.2</a:t>
            </a:r>
            <a:r>
              <a:rPr lang="zh-CN" altLang="en-US" sz="3600" i="0">
                <a:solidFill>
                  <a:srgbClr val="FFFF00"/>
                </a:solidFill>
                <a:ea typeface="方正姚体" panose="02010601030101010101" pitchFamily="2" charset="-122"/>
              </a:rPr>
              <a:t>三部门经济的国民收入决定</a:t>
            </a:r>
          </a:p>
        </p:txBody>
      </p:sp>
      <p:sp>
        <p:nvSpPr>
          <p:cNvPr id="67610" name="Slide Number Placeholder 1">
            <a:extLst>
              <a:ext uri="{FF2B5EF4-FFF2-40B4-BE49-F238E27FC236}">
                <a16:creationId xmlns:a16="http://schemas.microsoft.com/office/drawing/2014/main" id="{CDD4CF6D-B16A-593F-33AF-7CC8969267E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1242E5F6-2723-4C4F-A245-590A9D6F6F77}" type="slidenum">
              <a:rPr lang="en-AU" altLang="zh-CN" sz="1400" i="0">
                <a:latin typeface="Arial" panose="020B0604020202020204" pitchFamily="34" charset="0"/>
              </a:rPr>
              <a:pPr algn="r"/>
              <a:t>56</a:t>
            </a:fld>
            <a:endParaRPr lang="en-AU" altLang="zh-CN" sz="1400" i="0">
              <a:latin typeface="Arial" panose="020B0604020202020204" pitchFamily="34" charset="0"/>
            </a:endParaRPr>
          </a:p>
        </p:txBody>
      </p:sp>
    </p:spTree>
    <p:controls>
      <mc:AlternateContent xmlns:mc="http://schemas.openxmlformats.org/markup-compatibility/2006">
        <mc:Choice xmlns:v="urn:schemas-microsoft-com:vml" Requires="v">
          <p:control name="TextBox1" r:id="rId1" imgW="4175640" imgH="5257800"/>
        </mc:Choice>
        <mc:Fallback>
          <p:control name="TextBox1" r:id="rId1" imgW="4175640" imgH="5257800">
            <p:pic>
              <p:nvPicPr>
                <p:cNvPr id="67608" name="TextBox1">
                  <a:extLst>
                    <a:ext uri="{FF2B5EF4-FFF2-40B4-BE49-F238E27FC236}">
                      <a16:creationId xmlns:a16="http://schemas.microsoft.com/office/drawing/2014/main" id="{79286E69-204D-5BD2-3FA8-F1C0F2FC98BE}"/>
                    </a:ext>
                  </a:extLst>
                </p:cNvPr>
                <p:cNvPicPr>
                  <a:picLocks noChangeArrowheads="1" noChangeShapeType="1"/>
                </p:cNvPicPr>
                <p:nvPr/>
              </p:nvPicPr>
              <p:blipFill>
                <a:blip r:embed="rId3"/>
                <a:srcRect/>
                <a:stretch>
                  <a:fillRect/>
                </a:stretch>
              </p:blipFill>
              <p:spPr bwMode="auto">
                <a:xfrm>
                  <a:off x="4500563" y="1268413"/>
                  <a:ext cx="4176712" cy="5256212"/>
                </a:xfrm>
                <a:prstGeom prst="rect">
                  <a:avLst/>
                </a:prstGeom>
                <a:ln>
                  <a:noFill/>
                </a:ln>
                <a:extLst>
                  <a:ext uri="{91240B29-F687-4F45-9708-019B960494DF}">
                    <a14:hiddenLine xmlns:a14="http://schemas.microsoft.com/office/drawing/2010/main">
                      <a:noFill/>
                    </a14:hiddenLine>
                  </a:ext>
                </a:extLst>
              </p:spPr>
            </p:pic>
          </p:control>
        </mc:Fallback>
      </mc:AlternateContent>
    </p:controls>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039368"/>
                                        </p:tgtEl>
                                        <p:attrNameLst>
                                          <p:attrName>style.visibility</p:attrName>
                                        </p:attrNameLst>
                                      </p:cBhvr>
                                      <p:to>
                                        <p:strVal val="visible"/>
                                      </p:to>
                                    </p:set>
                                    <p:animEffect transition="in" filter="blinds(horizontal)">
                                      <p:cBhvr>
                                        <p:cTn id="7" dur="500"/>
                                        <p:tgtEl>
                                          <p:spTgt spid="103936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39377"/>
                                        </p:tgtEl>
                                        <p:attrNameLst>
                                          <p:attrName>style.visibility</p:attrName>
                                        </p:attrNameLst>
                                      </p:cBhvr>
                                      <p:to>
                                        <p:strVal val="visible"/>
                                      </p:to>
                                    </p:set>
                                    <p:animEffect transition="in" filter="blinds(horizontal)">
                                      <p:cBhvr>
                                        <p:cTn id="12" dur="500"/>
                                        <p:tgtEl>
                                          <p:spTgt spid="103937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39380">
                                            <p:txEl>
                                              <p:pRg st="0" end="0"/>
                                            </p:txEl>
                                          </p:spTgt>
                                        </p:tgtEl>
                                        <p:attrNameLst>
                                          <p:attrName>style.visibility</p:attrName>
                                        </p:attrNameLst>
                                      </p:cBhvr>
                                      <p:to>
                                        <p:strVal val="visible"/>
                                      </p:to>
                                    </p:set>
                                    <p:animEffect transition="in" filter="blinds(horizontal)">
                                      <p:cBhvr>
                                        <p:cTn id="17" dur="500"/>
                                        <p:tgtEl>
                                          <p:spTgt spid="1039380">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039371">
                                            <p:txEl>
                                              <p:pRg st="0" end="0"/>
                                            </p:txEl>
                                          </p:spTgt>
                                        </p:tgtEl>
                                        <p:attrNameLst>
                                          <p:attrName>style.visibility</p:attrName>
                                        </p:attrNameLst>
                                      </p:cBhvr>
                                      <p:to>
                                        <p:strVal val="visible"/>
                                      </p:to>
                                    </p:set>
                                    <p:animEffect transition="in" filter="blinds(horizontal)">
                                      <p:cBhvr>
                                        <p:cTn id="22" dur="500"/>
                                        <p:tgtEl>
                                          <p:spTgt spid="1039371">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039383">
                                            <p:txEl>
                                              <p:pRg st="0" end="0"/>
                                            </p:txEl>
                                          </p:spTgt>
                                        </p:tgtEl>
                                        <p:attrNameLst>
                                          <p:attrName>style.visibility</p:attrName>
                                        </p:attrNameLst>
                                      </p:cBhvr>
                                      <p:to>
                                        <p:strVal val="visible"/>
                                      </p:to>
                                    </p:set>
                                    <p:animEffect transition="in" filter="blinds(horizontal)">
                                      <p:cBhvr>
                                        <p:cTn id="27" dur="500"/>
                                        <p:tgtEl>
                                          <p:spTgt spid="1039383">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1039375"/>
                                        </p:tgtEl>
                                        <p:attrNameLst>
                                          <p:attrName>style.visibility</p:attrName>
                                        </p:attrNameLst>
                                      </p:cBhvr>
                                      <p:to>
                                        <p:strVal val="visible"/>
                                      </p:to>
                                    </p:set>
                                    <p:animEffect transition="in" filter="blinds(horizontal)">
                                      <p:cBhvr>
                                        <p:cTn id="32" dur="500"/>
                                        <p:tgtEl>
                                          <p:spTgt spid="103937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039376">
                                            <p:txEl>
                                              <p:pRg st="0" end="0"/>
                                            </p:txEl>
                                          </p:spTgt>
                                        </p:tgtEl>
                                        <p:attrNameLst>
                                          <p:attrName>style.visibility</p:attrName>
                                        </p:attrNameLst>
                                      </p:cBhvr>
                                      <p:to>
                                        <p:strVal val="visible"/>
                                      </p:to>
                                    </p:set>
                                    <p:animEffect transition="in" filter="blinds(horizontal)">
                                      <p:cBhvr>
                                        <p:cTn id="37" dur="500"/>
                                        <p:tgtEl>
                                          <p:spTgt spid="103937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9371" grpId="0" build="p" autoUpdateAnimBg="0"/>
      <p:bldP spid="1039376" grpId="0" build="p" autoUpdateAnimBg="0"/>
      <p:bldP spid="1039377" grpId="0" animBg="1" autoUpdateAnimBg="0"/>
      <p:bldP spid="1039380" grpId="0" build="p" autoUpdateAnimBg="0"/>
      <p:bldP spid="1039383" grpId="0" build="p"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Title 1130497">
            <a:extLst>
              <a:ext uri="{FF2B5EF4-FFF2-40B4-BE49-F238E27FC236}">
                <a16:creationId xmlns:a16="http://schemas.microsoft.com/office/drawing/2014/main" id="{4AE041D1-A024-9AE7-60C4-ED5DA5A33431}"/>
              </a:ext>
            </a:extLst>
          </p:cNvPr>
          <p:cNvSpPr>
            <a:spLocks noGrp="1" noChangeArrowheads="1"/>
          </p:cNvSpPr>
          <p:nvPr>
            <p:ph type="title"/>
          </p:nvPr>
        </p:nvSpPr>
        <p:spPr>
          <a:xfrm>
            <a:off x="762000" y="304800"/>
            <a:ext cx="6096000" cy="1143000"/>
          </a:xfrm>
        </p:spPr>
        <p:txBody>
          <a:bodyPr/>
          <a:lstStyle/>
          <a:p>
            <a:r>
              <a:rPr lang="en-US" altLang="zh-CN" sz="1800"/>
              <a:t>1</a:t>
            </a:r>
            <a:r>
              <a:rPr lang="zh-CN" altLang="en-US" sz="1800"/>
              <a:t>）定量税</a:t>
            </a:r>
          </a:p>
        </p:txBody>
      </p:sp>
      <p:sp>
        <p:nvSpPr>
          <p:cNvPr id="68610" name="Text Placeholder 1130498">
            <a:extLst>
              <a:ext uri="{FF2B5EF4-FFF2-40B4-BE49-F238E27FC236}">
                <a16:creationId xmlns:a16="http://schemas.microsoft.com/office/drawing/2014/main" id="{055BE523-82AC-9B9A-9CEF-4AC48BC89515}"/>
              </a:ext>
            </a:extLst>
          </p:cNvPr>
          <p:cNvSpPr>
            <a:spLocks noGrp="1" noChangeArrowheads="1"/>
          </p:cNvSpPr>
          <p:nvPr>
            <p:ph type="body" idx="1"/>
          </p:nvPr>
        </p:nvSpPr>
        <p:spPr>
          <a:xfrm>
            <a:off x="1066800" y="1600200"/>
            <a:ext cx="7770813" cy="4191000"/>
          </a:xfrm>
        </p:spPr>
        <p:txBody>
          <a:bodyPr/>
          <a:lstStyle/>
          <a:p>
            <a:pPr>
              <a:lnSpc>
                <a:spcPct val="90000"/>
              </a:lnSpc>
              <a:buFont typeface="Arial" panose="020B0604020202020204" pitchFamily="34" charset="0"/>
              <a:buNone/>
            </a:pPr>
            <a:r>
              <a:rPr lang="zh-CN" altLang="en-US" sz="2000"/>
              <a:t>假设消费函数为</a:t>
            </a:r>
            <a:r>
              <a:rPr lang="en-US" altLang="zh-CN" sz="2000"/>
              <a:t>c=160+0.75y</a:t>
            </a:r>
            <a:r>
              <a:rPr lang="en-US" altLang="zh-CN" sz="2000" baseline="-25000"/>
              <a:t>d</a:t>
            </a:r>
            <a:r>
              <a:rPr lang="en-US" altLang="zh-CN" sz="2000"/>
              <a:t>,t=80,i=100,g=200</a:t>
            </a:r>
          </a:p>
          <a:p>
            <a:pPr>
              <a:lnSpc>
                <a:spcPct val="90000"/>
              </a:lnSpc>
              <a:buFont typeface="Arial" panose="020B0604020202020204" pitchFamily="34" charset="0"/>
              <a:buNone/>
            </a:pPr>
            <a:r>
              <a:rPr lang="zh-CN" altLang="en-US" sz="2000"/>
              <a:t>则：</a:t>
            </a:r>
            <a:r>
              <a:rPr lang="en-US" altLang="zh-CN" sz="2000"/>
              <a:t>y</a:t>
            </a:r>
            <a:r>
              <a:rPr lang="en-US" altLang="zh-CN" sz="2000" baseline="-25000"/>
              <a:t>d</a:t>
            </a:r>
            <a:r>
              <a:rPr lang="en-US" altLang="zh-CN" sz="2000"/>
              <a:t>=y-t=y-80</a:t>
            </a:r>
          </a:p>
          <a:p>
            <a:pPr>
              <a:lnSpc>
                <a:spcPct val="90000"/>
              </a:lnSpc>
              <a:buFont typeface="Arial" panose="020B0604020202020204" pitchFamily="34" charset="0"/>
              <a:buNone/>
            </a:pPr>
            <a:r>
              <a:rPr lang="en-US" altLang="zh-CN" sz="2000"/>
              <a:t>        s=yd-c=-a+(1-b) y</a:t>
            </a:r>
            <a:r>
              <a:rPr lang="en-US" altLang="zh-CN" sz="2000" baseline="-25000"/>
              <a:t>d</a:t>
            </a:r>
            <a:r>
              <a:rPr lang="en-US" altLang="zh-CN" sz="2000"/>
              <a:t>=-160+0.25(y-80)</a:t>
            </a:r>
          </a:p>
          <a:p>
            <a:pPr>
              <a:lnSpc>
                <a:spcPct val="90000"/>
              </a:lnSpc>
              <a:buFont typeface="Arial" panose="020B0604020202020204" pitchFamily="34" charset="0"/>
              <a:buNone/>
            </a:pPr>
            <a:r>
              <a:rPr lang="en-US" altLang="zh-CN" sz="2000"/>
              <a:t>                                         =0.25y-180</a:t>
            </a:r>
          </a:p>
          <a:p>
            <a:pPr>
              <a:lnSpc>
                <a:spcPct val="90000"/>
              </a:lnSpc>
              <a:buFont typeface="Arial" panose="020B0604020202020204" pitchFamily="34" charset="0"/>
              <a:buNone/>
            </a:pPr>
            <a:r>
              <a:rPr lang="zh-CN" altLang="en-US" sz="2000"/>
              <a:t>将</a:t>
            </a:r>
            <a:r>
              <a:rPr lang="en-US" altLang="zh-CN" sz="2000"/>
              <a:t>i</a:t>
            </a:r>
            <a:r>
              <a:rPr lang="zh-CN" altLang="en-US" sz="2000"/>
              <a:t>、</a:t>
            </a:r>
            <a:r>
              <a:rPr lang="en-US" altLang="zh-CN" sz="2000"/>
              <a:t>s</a:t>
            </a:r>
            <a:r>
              <a:rPr lang="zh-CN" altLang="en-US" sz="2000"/>
              <a:t>、</a:t>
            </a:r>
            <a:r>
              <a:rPr lang="en-US" altLang="zh-CN" sz="2000"/>
              <a:t>g</a:t>
            </a:r>
            <a:r>
              <a:rPr lang="zh-CN" altLang="en-US" sz="2000"/>
              <a:t>、</a:t>
            </a:r>
            <a:r>
              <a:rPr lang="en-US" altLang="zh-CN" sz="2000"/>
              <a:t>t</a:t>
            </a:r>
            <a:r>
              <a:rPr lang="zh-CN" altLang="en-US" sz="2000"/>
              <a:t>分别代入公式： </a:t>
            </a:r>
            <a:r>
              <a:rPr lang="en-US" altLang="zh-CN" sz="2000"/>
              <a:t>i+g=s+t,</a:t>
            </a:r>
            <a:r>
              <a:rPr lang="zh-CN" altLang="en-US" sz="2000"/>
              <a:t>得：</a:t>
            </a:r>
          </a:p>
          <a:p>
            <a:pPr>
              <a:lnSpc>
                <a:spcPct val="90000"/>
              </a:lnSpc>
              <a:buFont typeface="Arial" panose="020B0604020202020204" pitchFamily="34" charset="0"/>
              <a:buNone/>
            </a:pPr>
            <a:r>
              <a:rPr lang="zh-CN" altLang="en-US" sz="2000"/>
              <a:t>                                   </a:t>
            </a:r>
            <a:r>
              <a:rPr lang="en-US" altLang="zh-CN" sz="2000"/>
              <a:t>100+200=0.25y-180+80</a:t>
            </a:r>
          </a:p>
          <a:p>
            <a:pPr>
              <a:lnSpc>
                <a:spcPct val="90000"/>
              </a:lnSpc>
              <a:buFont typeface="Arial" panose="020B0604020202020204" pitchFamily="34" charset="0"/>
              <a:buNone/>
            </a:pPr>
            <a:r>
              <a:rPr lang="en-US" altLang="zh-CN" sz="2000"/>
              <a:t>           ∴y=400/0.25=1600</a:t>
            </a:r>
          </a:p>
        </p:txBody>
      </p:sp>
      <p:sp>
        <p:nvSpPr>
          <p:cNvPr id="68611" name="Slide Number Placeholder 1">
            <a:extLst>
              <a:ext uri="{FF2B5EF4-FFF2-40B4-BE49-F238E27FC236}">
                <a16:creationId xmlns:a16="http://schemas.microsoft.com/office/drawing/2014/main" id="{706056EA-7828-C661-9960-E5F0D516B83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69E30BC5-B595-4F1B-A945-460ED4DC7948}" type="slidenum">
              <a:rPr lang="en-AU" altLang="zh-CN" sz="1400" i="0">
                <a:latin typeface="Arial" panose="020B0604020202020204" pitchFamily="34" charset="0"/>
              </a:rPr>
              <a:pPr algn="r"/>
              <a:t>57</a:t>
            </a:fld>
            <a:endParaRPr lang="en-AU" altLang="zh-CN" sz="1400" i="0">
              <a:latin typeface="Arial" panose="020B0604020202020204" pitchFamily="34" charset="0"/>
            </a:endParaRPr>
          </a:p>
        </p:txBody>
      </p:sp>
    </p:spTree>
  </p:cSld>
  <p:clrMapOvr>
    <a:masterClrMapping/>
  </p:clrMapOvr>
  <p:transition spd="med">
    <p:zoom/>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Title 1131521">
            <a:extLst>
              <a:ext uri="{FF2B5EF4-FFF2-40B4-BE49-F238E27FC236}">
                <a16:creationId xmlns:a16="http://schemas.microsoft.com/office/drawing/2014/main" id="{86CD7852-2DAE-3A6A-C0BA-21D00CC6497A}"/>
              </a:ext>
            </a:extLst>
          </p:cNvPr>
          <p:cNvSpPr>
            <a:spLocks noGrp="1" noChangeArrowheads="1"/>
          </p:cNvSpPr>
          <p:nvPr>
            <p:ph type="title"/>
          </p:nvPr>
        </p:nvSpPr>
        <p:spPr>
          <a:xfrm>
            <a:off x="1066800" y="533400"/>
            <a:ext cx="6096000" cy="1143000"/>
          </a:xfrm>
        </p:spPr>
        <p:txBody>
          <a:bodyPr/>
          <a:lstStyle/>
          <a:p>
            <a:r>
              <a:rPr lang="en-US" altLang="zh-CN" sz="2400"/>
              <a:t>2)</a:t>
            </a:r>
            <a:r>
              <a:rPr lang="zh-CN" altLang="en-US" sz="2400"/>
              <a:t>比例税</a:t>
            </a:r>
          </a:p>
        </p:txBody>
      </p:sp>
      <p:sp>
        <p:nvSpPr>
          <p:cNvPr id="69634" name="Text Placeholder 1131522">
            <a:extLst>
              <a:ext uri="{FF2B5EF4-FFF2-40B4-BE49-F238E27FC236}">
                <a16:creationId xmlns:a16="http://schemas.microsoft.com/office/drawing/2014/main" id="{192447B6-DC6A-B5DC-C87C-F02CDE880D87}"/>
              </a:ext>
            </a:extLst>
          </p:cNvPr>
          <p:cNvSpPr>
            <a:spLocks noGrp="1" noChangeArrowheads="1"/>
          </p:cNvSpPr>
          <p:nvPr>
            <p:ph type="body" idx="1"/>
          </p:nvPr>
        </p:nvSpPr>
        <p:spPr>
          <a:xfrm>
            <a:off x="914400" y="1905000"/>
            <a:ext cx="7848600" cy="4114800"/>
          </a:xfrm>
        </p:spPr>
        <p:txBody>
          <a:bodyPr/>
          <a:lstStyle/>
          <a:p>
            <a:pPr>
              <a:buFont typeface="Arial" panose="020B0604020202020204" pitchFamily="34" charset="0"/>
              <a:buNone/>
            </a:pPr>
            <a:r>
              <a:rPr lang="zh-CN" altLang="en-US" sz="2000"/>
              <a:t>假设消费函数为</a:t>
            </a:r>
            <a:r>
              <a:rPr lang="en-US" altLang="zh-CN" sz="2000"/>
              <a:t>c=160+0.75y</a:t>
            </a:r>
            <a:r>
              <a:rPr lang="en-US" altLang="zh-CN" sz="2000" baseline="-25000"/>
              <a:t>d</a:t>
            </a:r>
            <a:r>
              <a:rPr lang="en-US" altLang="zh-CN" sz="2000"/>
              <a:t>,i=100,g=200</a:t>
            </a:r>
          </a:p>
          <a:p>
            <a:pPr>
              <a:buFont typeface="Arial" panose="020B0604020202020204" pitchFamily="34" charset="0"/>
              <a:buNone/>
            </a:pPr>
            <a:r>
              <a:rPr lang="en-US" altLang="zh-CN" sz="2000"/>
              <a:t>     t=0.2y,</a:t>
            </a:r>
            <a:r>
              <a:rPr lang="zh-CN" altLang="en-US" sz="2000"/>
              <a:t>则</a:t>
            </a:r>
            <a:r>
              <a:rPr lang="en-US" altLang="zh-CN" sz="2000"/>
              <a:t>y</a:t>
            </a:r>
            <a:r>
              <a:rPr lang="en-US" altLang="zh-CN" sz="2000" baseline="-25000"/>
              <a:t>d</a:t>
            </a:r>
            <a:r>
              <a:rPr lang="en-US" altLang="zh-CN" sz="2000"/>
              <a:t>=y-t(y)=y-0.2y=0.8y</a:t>
            </a:r>
          </a:p>
          <a:p>
            <a:pPr>
              <a:buFont typeface="Arial" panose="020B0604020202020204" pitchFamily="34" charset="0"/>
              <a:buNone/>
            </a:pPr>
            <a:r>
              <a:rPr lang="en-US" altLang="zh-CN" sz="2000"/>
              <a:t>    s=-a+(1-b)y</a:t>
            </a:r>
            <a:r>
              <a:rPr lang="en-US" altLang="zh-CN" sz="2000" baseline="-25000"/>
              <a:t>d</a:t>
            </a:r>
            <a:r>
              <a:rPr lang="en-US" altLang="zh-CN" sz="2000"/>
              <a:t>=-160+(1-0.75)0.8y=-160+0.2y</a:t>
            </a:r>
          </a:p>
          <a:p>
            <a:pPr>
              <a:buFont typeface="Arial" panose="020B0604020202020204" pitchFamily="34" charset="0"/>
              <a:buNone/>
            </a:pPr>
            <a:r>
              <a:rPr lang="zh-CN" altLang="en-US" sz="2000"/>
              <a:t>再将</a:t>
            </a:r>
            <a:r>
              <a:rPr lang="en-US" altLang="zh-CN" sz="2000"/>
              <a:t>s</a:t>
            </a:r>
            <a:r>
              <a:rPr lang="zh-CN" altLang="en-US" sz="2000"/>
              <a:t>、</a:t>
            </a:r>
            <a:r>
              <a:rPr lang="en-US" altLang="zh-CN" sz="2000"/>
              <a:t>i</a:t>
            </a:r>
            <a:r>
              <a:rPr lang="zh-CN" altLang="en-US" sz="2000"/>
              <a:t>、</a:t>
            </a:r>
            <a:r>
              <a:rPr lang="en-US" altLang="zh-CN" sz="2000"/>
              <a:t>g</a:t>
            </a:r>
            <a:r>
              <a:rPr lang="zh-CN" altLang="en-US" sz="2000"/>
              <a:t>、</a:t>
            </a:r>
            <a:r>
              <a:rPr lang="en-US" altLang="zh-CN" sz="2000"/>
              <a:t>t</a:t>
            </a:r>
            <a:r>
              <a:rPr lang="zh-CN" altLang="en-US" sz="2000"/>
              <a:t>代入公式</a:t>
            </a:r>
            <a:r>
              <a:rPr lang="en-US" altLang="zh-CN" sz="2000"/>
              <a:t>i+g=s+t(y),</a:t>
            </a:r>
            <a:r>
              <a:rPr lang="zh-CN" altLang="en-US" sz="2000"/>
              <a:t>得：</a:t>
            </a:r>
          </a:p>
          <a:p>
            <a:pPr>
              <a:buFont typeface="Arial" panose="020B0604020202020204" pitchFamily="34" charset="0"/>
              <a:buNone/>
            </a:pPr>
            <a:r>
              <a:rPr lang="zh-CN" altLang="en-US" sz="2000"/>
              <a:t>                              </a:t>
            </a:r>
            <a:r>
              <a:rPr lang="en-US" altLang="zh-CN" sz="2000"/>
              <a:t>100+200=-160+0.2y+0.2y</a:t>
            </a:r>
          </a:p>
          <a:p>
            <a:pPr>
              <a:buFont typeface="Arial" panose="020B0604020202020204" pitchFamily="34" charset="0"/>
              <a:buNone/>
            </a:pPr>
            <a:r>
              <a:rPr lang="en-US" altLang="zh-CN" sz="2000"/>
              <a:t>             ∴y=460/0.4=1150</a:t>
            </a:r>
          </a:p>
        </p:txBody>
      </p:sp>
      <p:sp>
        <p:nvSpPr>
          <p:cNvPr id="69635" name="Slide Number Placeholder 1">
            <a:extLst>
              <a:ext uri="{FF2B5EF4-FFF2-40B4-BE49-F238E27FC236}">
                <a16:creationId xmlns:a16="http://schemas.microsoft.com/office/drawing/2014/main" id="{76A0E824-0EAF-6FA2-3EA1-8A81CC32A23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78D403A5-9287-4784-95EC-77CFAC35750C}" type="slidenum">
              <a:rPr lang="en-AU" altLang="zh-CN" sz="1400" i="0">
                <a:latin typeface="Arial" panose="020B0604020202020204" pitchFamily="34" charset="0"/>
              </a:rPr>
              <a:pPr algn="r"/>
              <a:t>58</a:t>
            </a:fld>
            <a:endParaRPr lang="en-AU" altLang="zh-CN" sz="1400" i="0">
              <a:latin typeface="Arial" panose="020B0604020202020204" pitchFamily="34" charset="0"/>
            </a:endParaRPr>
          </a:p>
        </p:txBody>
      </p:sp>
    </p:spTree>
  </p:cSld>
  <p:clrMapOvr>
    <a:masterClrMapping/>
  </p:clrMapOvr>
  <p:transition spd="med">
    <p:zoom/>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直接连接符 1132545">
            <a:extLst>
              <a:ext uri="{FF2B5EF4-FFF2-40B4-BE49-F238E27FC236}">
                <a16:creationId xmlns:a16="http://schemas.microsoft.com/office/drawing/2014/main" id="{2CCFB0FF-3D77-596C-4E5C-29FA7B797D0C}"/>
              </a:ext>
            </a:extLst>
          </p:cNvPr>
          <p:cNvSpPr>
            <a:spLocks noChangeShapeType="1"/>
          </p:cNvSpPr>
          <p:nvPr/>
        </p:nvSpPr>
        <p:spPr bwMode="auto">
          <a:xfrm>
            <a:off x="1905000" y="0"/>
            <a:ext cx="0" cy="5486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658" name="直接连接符 1132546">
            <a:extLst>
              <a:ext uri="{FF2B5EF4-FFF2-40B4-BE49-F238E27FC236}">
                <a16:creationId xmlns:a16="http://schemas.microsoft.com/office/drawing/2014/main" id="{C0768DA2-E715-EF62-497A-71BC7DC38F5F}"/>
              </a:ext>
            </a:extLst>
          </p:cNvPr>
          <p:cNvSpPr>
            <a:spLocks noChangeShapeType="1"/>
          </p:cNvSpPr>
          <p:nvPr/>
        </p:nvSpPr>
        <p:spPr bwMode="auto">
          <a:xfrm>
            <a:off x="1752600" y="3825875"/>
            <a:ext cx="6400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659" name="直接连接符 1132547">
            <a:extLst>
              <a:ext uri="{FF2B5EF4-FFF2-40B4-BE49-F238E27FC236}">
                <a16:creationId xmlns:a16="http://schemas.microsoft.com/office/drawing/2014/main" id="{8302E3C5-6D9E-98A7-AE94-9ABC963F1AE7}"/>
              </a:ext>
            </a:extLst>
          </p:cNvPr>
          <p:cNvSpPr>
            <a:spLocks noChangeShapeType="1"/>
          </p:cNvSpPr>
          <p:nvPr/>
        </p:nvSpPr>
        <p:spPr bwMode="auto">
          <a:xfrm>
            <a:off x="1905000" y="2225675"/>
            <a:ext cx="57912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660" name="直接连接符 1132548">
            <a:extLst>
              <a:ext uri="{FF2B5EF4-FFF2-40B4-BE49-F238E27FC236}">
                <a16:creationId xmlns:a16="http://schemas.microsoft.com/office/drawing/2014/main" id="{A05A2A08-0FF0-729F-4636-8BC5B4B9B29B}"/>
              </a:ext>
            </a:extLst>
          </p:cNvPr>
          <p:cNvSpPr>
            <a:spLocks noChangeShapeType="1"/>
          </p:cNvSpPr>
          <p:nvPr/>
        </p:nvSpPr>
        <p:spPr bwMode="auto">
          <a:xfrm flipV="1">
            <a:off x="1905000" y="1768475"/>
            <a:ext cx="6019800" cy="2819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661" name="直接连接符 1132549">
            <a:extLst>
              <a:ext uri="{FF2B5EF4-FFF2-40B4-BE49-F238E27FC236}">
                <a16:creationId xmlns:a16="http://schemas.microsoft.com/office/drawing/2014/main" id="{3258AF9E-65D7-FC63-8BAF-4BC1268004DB}"/>
              </a:ext>
            </a:extLst>
          </p:cNvPr>
          <p:cNvSpPr>
            <a:spLocks noChangeShapeType="1"/>
          </p:cNvSpPr>
          <p:nvPr/>
        </p:nvSpPr>
        <p:spPr bwMode="auto">
          <a:xfrm flipV="1">
            <a:off x="1905000" y="1463675"/>
            <a:ext cx="4724400" cy="3581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662" name="直接连接符 1132550">
            <a:extLst>
              <a:ext uri="{FF2B5EF4-FFF2-40B4-BE49-F238E27FC236}">
                <a16:creationId xmlns:a16="http://schemas.microsoft.com/office/drawing/2014/main" id="{C5BB8AC2-3460-9C72-DD47-8E051285C502}"/>
              </a:ext>
            </a:extLst>
          </p:cNvPr>
          <p:cNvSpPr>
            <a:spLocks noChangeShapeType="1"/>
          </p:cNvSpPr>
          <p:nvPr/>
        </p:nvSpPr>
        <p:spPr bwMode="auto">
          <a:xfrm>
            <a:off x="5638800" y="2225675"/>
            <a:ext cx="0" cy="160020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663" name="直接连接符 1132551">
            <a:extLst>
              <a:ext uri="{FF2B5EF4-FFF2-40B4-BE49-F238E27FC236}">
                <a16:creationId xmlns:a16="http://schemas.microsoft.com/office/drawing/2014/main" id="{AFC86D12-196F-2760-A0B0-039EADAC3EDE}"/>
              </a:ext>
            </a:extLst>
          </p:cNvPr>
          <p:cNvSpPr>
            <a:spLocks noChangeShapeType="1"/>
          </p:cNvSpPr>
          <p:nvPr/>
        </p:nvSpPr>
        <p:spPr bwMode="auto">
          <a:xfrm>
            <a:off x="6934200" y="2225675"/>
            <a:ext cx="0" cy="160020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664" name="文本框 1132552">
            <a:extLst>
              <a:ext uri="{FF2B5EF4-FFF2-40B4-BE49-F238E27FC236}">
                <a16:creationId xmlns:a16="http://schemas.microsoft.com/office/drawing/2014/main" id="{412D9C82-5D0B-1C4E-D9A9-56D99449A793}"/>
              </a:ext>
            </a:extLst>
          </p:cNvPr>
          <p:cNvSpPr txBox="1">
            <a:spLocks noChangeArrowheads="1"/>
          </p:cNvSpPr>
          <p:nvPr/>
        </p:nvSpPr>
        <p:spPr bwMode="auto">
          <a:xfrm>
            <a:off x="1050925" y="590550"/>
            <a:ext cx="592138"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s+t</a:t>
            </a:r>
          </a:p>
          <a:p>
            <a:pPr>
              <a:lnSpc>
                <a:spcPct val="100000"/>
              </a:lnSpc>
              <a:spcBef>
                <a:spcPct val="0"/>
              </a:spcBef>
            </a:pPr>
            <a:r>
              <a:rPr lang="en-US" altLang="zh-CN" sz="2400" i="0">
                <a:solidFill>
                  <a:schemeClr val="tx1"/>
                </a:solidFill>
              </a:rPr>
              <a:t>i+g</a:t>
            </a:r>
          </a:p>
        </p:txBody>
      </p:sp>
      <p:sp>
        <p:nvSpPr>
          <p:cNvPr id="70665" name="文本框 1132553">
            <a:extLst>
              <a:ext uri="{FF2B5EF4-FFF2-40B4-BE49-F238E27FC236}">
                <a16:creationId xmlns:a16="http://schemas.microsoft.com/office/drawing/2014/main" id="{FEB10A45-214E-0EC9-FCB1-2C379AB952C1}"/>
              </a:ext>
            </a:extLst>
          </p:cNvPr>
          <p:cNvSpPr txBox="1">
            <a:spLocks noChangeArrowheads="1"/>
          </p:cNvSpPr>
          <p:nvPr/>
        </p:nvSpPr>
        <p:spPr bwMode="auto">
          <a:xfrm>
            <a:off x="1203325" y="1962150"/>
            <a:ext cx="641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300</a:t>
            </a:r>
          </a:p>
        </p:txBody>
      </p:sp>
      <p:sp>
        <p:nvSpPr>
          <p:cNvPr id="70666" name="文本框 1132554">
            <a:extLst>
              <a:ext uri="{FF2B5EF4-FFF2-40B4-BE49-F238E27FC236}">
                <a16:creationId xmlns:a16="http://schemas.microsoft.com/office/drawing/2014/main" id="{1FD6D4AF-92CB-2A10-3FF6-E04FD8A921F1}"/>
              </a:ext>
            </a:extLst>
          </p:cNvPr>
          <p:cNvSpPr txBox="1">
            <a:spLocks noChangeArrowheads="1"/>
          </p:cNvSpPr>
          <p:nvPr/>
        </p:nvSpPr>
        <p:spPr bwMode="auto">
          <a:xfrm>
            <a:off x="1508125" y="371475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0</a:t>
            </a:r>
          </a:p>
        </p:txBody>
      </p:sp>
      <p:sp>
        <p:nvSpPr>
          <p:cNvPr id="70667" name="文本框 1132555">
            <a:extLst>
              <a:ext uri="{FF2B5EF4-FFF2-40B4-BE49-F238E27FC236}">
                <a16:creationId xmlns:a16="http://schemas.microsoft.com/office/drawing/2014/main" id="{87B5C1EE-2422-360A-DDC2-F7AD80B0F465}"/>
              </a:ext>
            </a:extLst>
          </p:cNvPr>
          <p:cNvSpPr txBox="1">
            <a:spLocks noChangeArrowheads="1"/>
          </p:cNvSpPr>
          <p:nvPr/>
        </p:nvSpPr>
        <p:spPr bwMode="auto">
          <a:xfrm>
            <a:off x="1143000" y="4435475"/>
            <a:ext cx="74295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-100</a:t>
            </a:r>
          </a:p>
          <a:p>
            <a:pPr>
              <a:lnSpc>
                <a:spcPct val="100000"/>
              </a:lnSpc>
              <a:spcBef>
                <a:spcPct val="0"/>
              </a:spcBef>
            </a:pPr>
            <a:r>
              <a:rPr lang="en-US" altLang="zh-CN" sz="2400" i="0">
                <a:solidFill>
                  <a:schemeClr val="tx1"/>
                </a:solidFill>
              </a:rPr>
              <a:t>-160</a:t>
            </a:r>
          </a:p>
        </p:txBody>
      </p:sp>
      <p:sp>
        <p:nvSpPr>
          <p:cNvPr id="70668" name="文本框 1132556">
            <a:extLst>
              <a:ext uri="{FF2B5EF4-FFF2-40B4-BE49-F238E27FC236}">
                <a16:creationId xmlns:a16="http://schemas.microsoft.com/office/drawing/2014/main" id="{8A792583-5B88-D7AF-53FE-2069898C257C}"/>
              </a:ext>
            </a:extLst>
          </p:cNvPr>
          <p:cNvSpPr txBox="1">
            <a:spLocks noChangeArrowheads="1"/>
          </p:cNvSpPr>
          <p:nvPr/>
        </p:nvSpPr>
        <p:spPr bwMode="auto">
          <a:xfrm>
            <a:off x="7223125" y="2190750"/>
            <a:ext cx="5921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i+g</a:t>
            </a:r>
          </a:p>
        </p:txBody>
      </p:sp>
      <p:sp>
        <p:nvSpPr>
          <p:cNvPr id="70669" name="文本框 1132557">
            <a:extLst>
              <a:ext uri="{FF2B5EF4-FFF2-40B4-BE49-F238E27FC236}">
                <a16:creationId xmlns:a16="http://schemas.microsoft.com/office/drawing/2014/main" id="{04EA260D-7F4F-1689-658B-B881F79C8DF4}"/>
              </a:ext>
            </a:extLst>
          </p:cNvPr>
          <p:cNvSpPr txBox="1">
            <a:spLocks noChangeArrowheads="1"/>
          </p:cNvSpPr>
          <p:nvPr/>
        </p:nvSpPr>
        <p:spPr bwMode="auto">
          <a:xfrm>
            <a:off x="6994525" y="1504950"/>
            <a:ext cx="2146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s+t=-100+0.25y</a:t>
            </a:r>
          </a:p>
        </p:txBody>
      </p:sp>
      <p:sp>
        <p:nvSpPr>
          <p:cNvPr id="70670" name="文本框 1132558">
            <a:extLst>
              <a:ext uri="{FF2B5EF4-FFF2-40B4-BE49-F238E27FC236}">
                <a16:creationId xmlns:a16="http://schemas.microsoft.com/office/drawing/2014/main" id="{7698E139-5B4B-9A6E-3D99-55CCBFE665D6}"/>
              </a:ext>
            </a:extLst>
          </p:cNvPr>
          <p:cNvSpPr txBox="1">
            <a:spLocks noChangeArrowheads="1"/>
          </p:cNvSpPr>
          <p:nvPr/>
        </p:nvSpPr>
        <p:spPr bwMode="auto">
          <a:xfrm>
            <a:off x="5775325" y="1123950"/>
            <a:ext cx="2349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s+t(y)=-160+0.4y</a:t>
            </a:r>
          </a:p>
        </p:txBody>
      </p:sp>
      <p:sp>
        <p:nvSpPr>
          <p:cNvPr id="70671" name="文本框 1132559">
            <a:extLst>
              <a:ext uri="{FF2B5EF4-FFF2-40B4-BE49-F238E27FC236}">
                <a16:creationId xmlns:a16="http://schemas.microsoft.com/office/drawing/2014/main" id="{DA306EFA-B2C2-3E93-153D-1447B659BA96}"/>
              </a:ext>
            </a:extLst>
          </p:cNvPr>
          <p:cNvSpPr txBox="1">
            <a:spLocks noChangeArrowheads="1"/>
          </p:cNvSpPr>
          <p:nvPr/>
        </p:nvSpPr>
        <p:spPr bwMode="auto">
          <a:xfrm>
            <a:off x="4708525" y="3867150"/>
            <a:ext cx="2940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y</a:t>
            </a:r>
            <a:r>
              <a:rPr lang="en-US" altLang="zh-CN" sz="2400" i="0" baseline="-25000">
                <a:solidFill>
                  <a:schemeClr val="tx1"/>
                </a:solidFill>
              </a:rPr>
              <a:t>2</a:t>
            </a:r>
            <a:r>
              <a:rPr lang="en-US" altLang="zh-CN" sz="2400" i="0">
                <a:solidFill>
                  <a:schemeClr val="tx1"/>
                </a:solidFill>
              </a:rPr>
              <a:t>=1150         y</a:t>
            </a:r>
            <a:r>
              <a:rPr lang="en-US" altLang="zh-CN" sz="2400" i="0" baseline="-25000">
                <a:solidFill>
                  <a:schemeClr val="tx1"/>
                </a:solidFill>
              </a:rPr>
              <a:t>1</a:t>
            </a:r>
            <a:r>
              <a:rPr lang="en-US" altLang="zh-CN" sz="2400" i="0">
                <a:solidFill>
                  <a:schemeClr val="tx1"/>
                </a:solidFill>
              </a:rPr>
              <a:t>=1600</a:t>
            </a:r>
          </a:p>
        </p:txBody>
      </p:sp>
      <p:sp>
        <p:nvSpPr>
          <p:cNvPr id="70672" name="文本框 1132560">
            <a:extLst>
              <a:ext uri="{FF2B5EF4-FFF2-40B4-BE49-F238E27FC236}">
                <a16:creationId xmlns:a16="http://schemas.microsoft.com/office/drawing/2014/main" id="{E7FE6A9C-DDEB-4185-9D25-910035D84C6D}"/>
              </a:ext>
            </a:extLst>
          </p:cNvPr>
          <p:cNvSpPr txBox="1">
            <a:spLocks noChangeArrowheads="1"/>
          </p:cNvSpPr>
          <p:nvPr/>
        </p:nvSpPr>
        <p:spPr bwMode="auto">
          <a:xfrm>
            <a:off x="7985125" y="386715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y</a:t>
            </a:r>
          </a:p>
        </p:txBody>
      </p:sp>
      <p:sp>
        <p:nvSpPr>
          <p:cNvPr id="70673" name="文本框 1132561">
            <a:extLst>
              <a:ext uri="{FF2B5EF4-FFF2-40B4-BE49-F238E27FC236}">
                <a16:creationId xmlns:a16="http://schemas.microsoft.com/office/drawing/2014/main" id="{76D3454C-9F7D-D003-1A5A-EB70120265DF}"/>
              </a:ext>
            </a:extLst>
          </p:cNvPr>
          <p:cNvSpPr txBox="1">
            <a:spLocks noChangeArrowheads="1"/>
          </p:cNvSpPr>
          <p:nvPr/>
        </p:nvSpPr>
        <p:spPr bwMode="auto">
          <a:xfrm>
            <a:off x="6751638" y="1768475"/>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en-US" altLang="zh-CN" sz="2400" i="0">
                <a:solidFill>
                  <a:schemeClr val="tx1"/>
                </a:solidFill>
              </a:rPr>
              <a:t>E</a:t>
            </a:r>
          </a:p>
        </p:txBody>
      </p:sp>
      <p:sp>
        <p:nvSpPr>
          <p:cNvPr id="70674" name="文本框 1132562">
            <a:extLst>
              <a:ext uri="{FF2B5EF4-FFF2-40B4-BE49-F238E27FC236}">
                <a16:creationId xmlns:a16="http://schemas.microsoft.com/office/drawing/2014/main" id="{0D6C3E53-440D-0BE9-1971-DE5886DAAA52}"/>
              </a:ext>
            </a:extLst>
          </p:cNvPr>
          <p:cNvSpPr txBox="1">
            <a:spLocks noChangeArrowheads="1"/>
          </p:cNvSpPr>
          <p:nvPr/>
        </p:nvSpPr>
        <p:spPr bwMode="auto">
          <a:xfrm>
            <a:off x="5241925" y="1809750"/>
            <a:ext cx="6746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2400" i="0">
                <a:solidFill>
                  <a:schemeClr val="tx1"/>
                </a:solidFill>
              </a:rPr>
              <a:t>E′</a:t>
            </a:r>
          </a:p>
        </p:txBody>
      </p:sp>
      <p:sp>
        <p:nvSpPr>
          <p:cNvPr id="70675" name="文本框 1132563">
            <a:extLst>
              <a:ext uri="{FF2B5EF4-FFF2-40B4-BE49-F238E27FC236}">
                <a16:creationId xmlns:a16="http://schemas.microsoft.com/office/drawing/2014/main" id="{369A7D5C-C007-B608-A3F4-84B91F3090D5}"/>
              </a:ext>
            </a:extLst>
          </p:cNvPr>
          <p:cNvSpPr txBox="1">
            <a:spLocks noChangeArrowheads="1"/>
          </p:cNvSpPr>
          <p:nvPr/>
        </p:nvSpPr>
        <p:spPr bwMode="auto">
          <a:xfrm>
            <a:off x="1981200" y="5867400"/>
            <a:ext cx="5975350" cy="4572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zh-CN" altLang="en-US" sz="2400" i="0">
                <a:solidFill>
                  <a:schemeClr val="tx1"/>
                </a:solidFill>
              </a:rPr>
              <a:t>三部门经济收入的决定（单位：</a:t>
            </a:r>
            <a:r>
              <a:rPr lang="en-US" altLang="zh-CN" sz="2400" i="0">
                <a:solidFill>
                  <a:schemeClr val="tx1"/>
                </a:solidFill>
              </a:rPr>
              <a:t>10</a:t>
            </a:r>
            <a:r>
              <a:rPr lang="zh-CN" altLang="en-US" sz="2400" i="0">
                <a:solidFill>
                  <a:schemeClr val="tx1"/>
                </a:solidFill>
              </a:rPr>
              <a:t>亿美元）</a:t>
            </a:r>
          </a:p>
        </p:txBody>
      </p:sp>
      <p:sp>
        <p:nvSpPr>
          <p:cNvPr id="70676" name="Slide Number Placeholder 1">
            <a:extLst>
              <a:ext uri="{FF2B5EF4-FFF2-40B4-BE49-F238E27FC236}">
                <a16:creationId xmlns:a16="http://schemas.microsoft.com/office/drawing/2014/main" id="{52C961C1-A84B-9F4C-BFA3-1819AF630CD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86E8F92B-FDE4-4A05-A996-7E3343A30BBE}" type="slidenum">
              <a:rPr lang="en-AU" altLang="zh-CN" sz="1400" i="0">
                <a:latin typeface="Arial" panose="020B0604020202020204" pitchFamily="34" charset="0"/>
              </a:rPr>
              <a:pPr algn="r"/>
              <a:t>59</a:t>
            </a:fld>
            <a:endParaRPr lang="en-AU" altLang="zh-CN" sz="1400" i="0">
              <a:latin typeface="Arial" panose="020B0604020202020204" pitchFamily="34" charset="0"/>
            </a:endParaRPr>
          </a:p>
        </p:txBody>
      </p:sp>
    </p:spTree>
  </p:cSld>
  <p:clrMapOvr>
    <a:masterClrMapping/>
  </p:clrMapOvr>
  <p:transition spd="med">
    <p:zoom/>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Title 1133569">
            <a:extLst>
              <a:ext uri="{FF2B5EF4-FFF2-40B4-BE49-F238E27FC236}">
                <a16:creationId xmlns:a16="http://schemas.microsoft.com/office/drawing/2014/main" id="{F234634D-52BF-4A17-15F9-87A3251787D7}"/>
              </a:ext>
            </a:extLst>
          </p:cNvPr>
          <p:cNvSpPr>
            <a:spLocks noGrp="1" noChangeArrowheads="1"/>
          </p:cNvSpPr>
          <p:nvPr>
            <p:ph type="title"/>
          </p:nvPr>
        </p:nvSpPr>
        <p:spPr>
          <a:xfrm>
            <a:off x="971550" y="476250"/>
            <a:ext cx="7200900" cy="649288"/>
          </a:xfrm>
        </p:spPr>
        <p:txBody>
          <a:bodyPr/>
          <a:lstStyle/>
          <a:p>
            <a:r>
              <a:rPr lang="en-US" altLang="zh-CN"/>
              <a:t>3.5.3</a:t>
            </a:r>
            <a:r>
              <a:rPr lang="zh-CN" altLang="en-US"/>
              <a:t>三部门经济中的各种乘数</a:t>
            </a:r>
            <a:br>
              <a:rPr lang="zh-CN" altLang="en-US"/>
            </a:br>
            <a:endParaRPr lang="zh-CN" altLang="en-US"/>
          </a:p>
        </p:txBody>
      </p:sp>
      <p:sp>
        <p:nvSpPr>
          <p:cNvPr id="71682" name="Text Placeholder 1133570">
            <a:extLst>
              <a:ext uri="{FF2B5EF4-FFF2-40B4-BE49-F238E27FC236}">
                <a16:creationId xmlns:a16="http://schemas.microsoft.com/office/drawing/2014/main" id="{731C18D7-14CC-1A72-2024-3EBFB2B7BBB5}"/>
              </a:ext>
            </a:extLst>
          </p:cNvPr>
          <p:cNvSpPr>
            <a:spLocks noGrp="1" noChangeArrowheads="1"/>
          </p:cNvSpPr>
          <p:nvPr>
            <p:ph type="body" idx="1"/>
          </p:nvPr>
        </p:nvSpPr>
        <p:spPr>
          <a:xfrm>
            <a:off x="1258888" y="1341438"/>
            <a:ext cx="7129462" cy="4392612"/>
          </a:xfrm>
        </p:spPr>
        <p:txBody>
          <a:bodyPr/>
          <a:lstStyle/>
          <a:p>
            <a:pPr>
              <a:lnSpc>
                <a:spcPct val="90000"/>
              </a:lnSpc>
              <a:buFont typeface="Arial" panose="020B0604020202020204" pitchFamily="34" charset="0"/>
              <a:buNone/>
            </a:pPr>
            <a:r>
              <a:rPr lang="zh-CN" altLang="en-US" sz="3200" b="1"/>
              <a:t>设</a:t>
            </a:r>
            <a:r>
              <a:rPr lang="en-US" altLang="zh-CN" sz="3200" b="1"/>
              <a:t>t</a:t>
            </a:r>
            <a:r>
              <a:rPr lang="zh-CN" altLang="en-US" sz="3200" b="1"/>
              <a:t>为定量税，</a:t>
            </a:r>
            <a:r>
              <a:rPr lang="en-US" altLang="zh-CN" sz="3200" b="1"/>
              <a:t>y=c+i+g=a+b(y-t)+i+g,</a:t>
            </a:r>
          </a:p>
          <a:p>
            <a:pPr>
              <a:lnSpc>
                <a:spcPct val="90000"/>
              </a:lnSpc>
              <a:buFont typeface="Arial" panose="020B0604020202020204" pitchFamily="34" charset="0"/>
              <a:buNone/>
            </a:pPr>
            <a:r>
              <a:rPr lang="zh-CN" altLang="en-US" sz="3200" b="1"/>
              <a:t>则，</a:t>
            </a:r>
            <a:r>
              <a:rPr lang="en-US" altLang="zh-CN" sz="3200" b="1"/>
              <a:t>y=(a+i+g-bt)/(1-b)</a:t>
            </a:r>
          </a:p>
          <a:p>
            <a:pPr>
              <a:lnSpc>
                <a:spcPct val="90000"/>
              </a:lnSpc>
              <a:buFont typeface="Arial" panose="020B0604020202020204" pitchFamily="34" charset="0"/>
              <a:buNone/>
            </a:pPr>
            <a:endParaRPr lang="en-US" altLang="zh-CN" sz="3200" b="1"/>
          </a:p>
          <a:p>
            <a:pPr>
              <a:lnSpc>
                <a:spcPct val="90000"/>
              </a:lnSpc>
              <a:buFont typeface="Arial" panose="020B0604020202020204" pitchFamily="34" charset="0"/>
              <a:buNone/>
            </a:pPr>
            <a:r>
              <a:rPr lang="en-US" altLang="zh-CN" sz="3200" b="1"/>
              <a:t>1</a:t>
            </a:r>
            <a:r>
              <a:rPr lang="zh-CN" altLang="en-US" sz="3200" b="1"/>
              <a:t>、政府购买支出乘数</a:t>
            </a:r>
          </a:p>
          <a:p>
            <a:pPr>
              <a:lnSpc>
                <a:spcPct val="90000"/>
              </a:lnSpc>
              <a:buFont typeface="Arial" panose="020B0604020202020204" pitchFamily="34" charset="0"/>
              <a:buNone/>
            </a:pPr>
            <a:r>
              <a:rPr lang="en-US" altLang="zh-CN" sz="3200" b="1"/>
              <a:t>y</a:t>
            </a:r>
            <a:r>
              <a:rPr lang="en-US" altLang="zh-CN" sz="3200" b="1" baseline="-25000"/>
              <a:t>0</a:t>
            </a:r>
            <a:r>
              <a:rPr lang="en-US" altLang="zh-CN" sz="3200" b="1"/>
              <a:t>=(a</a:t>
            </a:r>
            <a:r>
              <a:rPr lang="en-US" altLang="zh-CN" sz="3200" b="1" baseline="-25000"/>
              <a:t>0</a:t>
            </a:r>
            <a:r>
              <a:rPr lang="en-US" altLang="zh-CN" sz="3200" b="1"/>
              <a:t>+i</a:t>
            </a:r>
            <a:r>
              <a:rPr lang="en-US" altLang="zh-CN" sz="3200" b="1" baseline="-25000"/>
              <a:t>0</a:t>
            </a:r>
            <a:r>
              <a:rPr lang="en-US" altLang="zh-CN" sz="3200" b="1"/>
              <a:t>+g</a:t>
            </a:r>
            <a:r>
              <a:rPr lang="en-US" altLang="zh-CN" sz="3200" b="1" baseline="-25000"/>
              <a:t>0</a:t>
            </a:r>
            <a:r>
              <a:rPr lang="en-US" altLang="zh-CN" sz="3200" b="1"/>
              <a:t>-bt</a:t>
            </a:r>
            <a:r>
              <a:rPr lang="en-US" altLang="zh-CN" sz="3200" b="1" baseline="-25000"/>
              <a:t>0</a:t>
            </a:r>
            <a:r>
              <a:rPr lang="en-US" altLang="zh-CN" sz="3200" b="1"/>
              <a:t>)/(1-b)</a:t>
            </a:r>
          </a:p>
          <a:p>
            <a:pPr>
              <a:lnSpc>
                <a:spcPct val="90000"/>
              </a:lnSpc>
              <a:buFont typeface="Arial" panose="020B0604020202020204" pitchFamily="34" charset="0"/>
              <a:buNone/>
            </a:pPr>
            <a:r>
              <a:rPr lang="en-US" altLang="zh-CN" sz="3200" b="1"/>
              <a:t>y</a:t>
            </a:r>
            <a:r>
              <a:rPr lang="en-US" altLang="zh-CN" sz="3200" b="1" baseline="-25000"/>
              <a:t>1</a:t>
            </a:r>
            <a:r>
              <a:rPr lang="en-US" altLang="zh-CN" sz="3200" b="1"/>
              <a:t>=(a</a:t>
            </a:r>
            <a:r>
              <a:rPr lang="en-US" altLang="zh-CN" sz="3200" b="1" baseline="-25000"/>
              <a:t>0</a:t>
            </a:r>
            <a:r>
              <a:rPr lang="en-US" altLang="zh-CN" sz="3200" b="1"/>
              <a:t>+i</a:t>
            </a:r>
            <a:r>
              <a:rPr lang="en-US" altLang="zh-CN" sz="3200" b="1" baseline="-25000"/>
              <a:t>0</a:t>
            </a:r>
            <a:r>
              <a:rPr lang="en-US" altLang="zh-CN" sz="3200" b="1"/>
              <a:t>+g</a:t>
            </a:r>
            <a:r>
              <a:rPr lang="en-US" altLang="zh-CN" sz="3200" b="1" baseline="-25000"/>
              <a:t>1</a:t>
            </a:r>
            <a:r>
              <a:rPr lang="en-US" altLang="zh-CN" sz="3200" b="1"/>
              <a:t>-bt</a:t>
            </a:r>
            <a:r>
              <a:rPr lang="en-US" altLang="zh-CN" sz="3200" b="1" baseline="-25000"/>
              <a:t>0</a:t>
            </a:r>
            <a:r>
              <a:rPr lang="en-US" altLang="zh-CN" sz="3200" b="1"/>
              <a:t>)/(1-b)</a:t>
            </a:r>
          </a:p>
          <a:p>
            <a:pPr>
              <a:lnSpc>
                <a:spcPct val="90000"/>
              </a:lnSpc>
              <a:buFont typeface="Arial" panose="020B0604020202020204" pitchFamily="34" charset="0"/>
              <a:buNone/>
            </a:pPr>
            <a:r>
              <a:rPr lang="en-US" altLang="zh-CN" sz="3200" b="1"/>
              <a:t>y</a:t>
            </a:r>
            <a:r>
              <a:rPr lang="en-US" altLang="zh-CN" sz="3200" b="1" baseline="-25000"/>
              <a:t>1</a:t>
            </a:r>
            <a:r>
              <a:rPr lang="en-US" altLang="zh-CN" sz="3200" b="1"/>
              <a:t>-y</a:t>
            </a:r>
            <a:r>
              <a:rPr lang="en-US" altLang="zh-CN" sz="3200" b="1" baseline="-25000"/>
              <a:t>0</a:t>
            </a:r>
            <a:r>
              <a:rPr lang="en-US" altLang="zh-CN" sz="3200" b="1"/>
              <a:t>=△y=(g</a:t>
            </a:r>
            <a:r>
              <a:rPr lang="en-US" altLang="zh-CN" sz="3200" b="1" baseline="-25000"/>
              <a:t>1</a:t>
            </a:r>
            <a:r>
              <a:rPr lang="en-US" altLang="zh-CN" sz="3200" b="1"/>
              <a:t>-g</a:t>
            </a:r>
            <a:r>
              <a:rPr lang="en-US" altLang="zh-CN" sz="3200" b="1" baseline="-25000"/>
              <a:t>0</a:t>
            </a:r>
            <a:r>
              <a:rPr lang="en-US" altLang="zh-CN" sz="3200" b="1"/>
              <a:t>)/(1-b)=△g/(1-b)</a:t>
            </a:r>
          </a:p>
          <a:p>
            <a:pPr>
              <a:lnSpc>
                <a:spcPct val="90000"/>
              </a:lnSpc>
              <a:buFont typeface="Arial" panose="020B0604020202020204" pitchFamily="34" charset="0"/>
              <a:buNone/>
            </a:pPr>
            <a:r>
              <a:rPr lang="en-US" altLang="zh-CN" sz="3200" b="1"/>
              <a:t>∴k</a:t>
            </a:r>
            <a:r>
              <a:rPr lang="en-US" altLang="zh-CN" sz="3200" b="1" baseline="-25000"/>
              <a:t>g</a:t>
            </a:r>
            <a:r>
              <a:rPr lang="en-US" altLang="zh-CN" sz="3200" b="1"/>
              <a:t>= △y/ △g=1/(1-b)</a:t>
            </a:r>
          </a:p>
        </p:txBody>
      </p:sp>
      <p:sp>
        <p:nvSpPr>
          <p:cNvPr id="71683" name="矩形 1133571">
            <a:extLst>
              <a:ext uri="{FF2B5EF4-FFF2-40B4-BE49-F238E27FC236}">
                <a16:creationId xmlns:a16="http://schemas.microsoft.com/office/drawing/2014/main" id="{8CABCEFA-0774-64C0-CEAC-867E9DB0AF22}"/>
              </a:ext>
            </a:extLst>
          </p:cNvPr>
          <p:cNvSpPr>
            <a:spLocks noChangeArrowheads="1"/>
          </p:cNvSpPr>
          <p:nvPr/>
        </p:nvSpPr>
        <p:spPr bwMode="auto">
          <a:xfrm>
            <a:off x="1331913" y="5949950"/>
            <a:ext cx="4319587" cy="647700"/>
          </a:xfrm>
          <a:prstGeom prst="rect">
            <a:avLst/>
          </a:prstGeom>
          <a:noFill/>
          <a:ln w="4127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71684" name="Slide Number Placeholder 1">
            <a:extLst>
              <a:ext uri="{FF2B5EF4-FFF2-40B4-BE49-F238E27FC236}">
                <a16:creationId xmlns:a16="http://schemas.microsoft.com/office/drawing/2014/main" id="{6C930A82-A0F2-0632-AE41-93B671FFD0C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E335B038-BBB3-47EE-9EB2-6ACCF71D7F0A}" type="slidenum">
              <a:rPr lang="en-AU" altLang="zh-CN" sz="1400" i="0">
                <a:latin typeface="Arial" panose="020B0604020202020204" pitchFamily="34" charset="0"/>
              </a:rPr>
              <a:pPr algn="r"/>
              <a:t>60</a:t>
            </a:fld>
            <a:endParaRPr lang="en-AU" altLang="zh-CN" sz="1400" i="0">
              <a:latin typeface="Arial" panose="020B0604020202020204" pitchFamily="34" charset="0"/>
            </a:endParaRPr>
          </a:p>
        </p:txBody>
      </p:sp>
    </p:spTree>
  </p:cSld>
  <p:clrMapOvr>
    <a:masterClrMapping/>
  </p:clrMapOvr>
  <p:transition spd="med">
    <p:zoom/>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Title 1134593">
            <a:extLst>
              <a:ext uri="{FF2B5EF4-FFF2-40B4-BE49-F238E27FC236}">
                <a16:creationId xmlns:a16="http://schemas.microsoft.com/office/drawing/2014/main" id="{3E070095-5E87-9717-E318-C9010CC14E90}"/>
              </a:ext>
            </a:extLst>
          </p:cNvPr>
          <p:cNvSpPr>
            <a:spLocks noGrp="1" noChangeArrowheads="1"/>
          </p:cNvSpPr>
          <p:nvPr>
            <p:ph type="title"/>
          </p:nvPr>
        </p:nvSpPr>
        <p:spPr>
          <a:xfrm>
            <a:off x="1187450" y="0"/>
            <a:ext cx="6096000" cy="1143000"/>
          </a:xfrm>
        </p:spPr>
        <p:txBody>
          <a:bodyPr/>
          <a:lstStyle/>
          <a:p>
            <a:r>
              <a:rPr lang="en-US" altLang="zh-CN" sz="2800" b="1"/>
              <a:t>2</a:t>
            </a:r>
            <a:r>
              <a:rPr lang="zh-CN" altLang="en-US" sz="2800" b="1"/>
              <a:t>、税收乘数</a:t>
            </a:r>
          </a:p>
        </p:txBody>
      </p:sp>
      <p:sp>
        <p:nvSpPr>
          <p:cNvPr id="72706" name="Text Placeholder 1134594">
            <a:extLst>
              <a:ext uri="{FF2B5EF4-FFF2-40B4-BE49-F238E27FC236}">
                <a16:creationId xmlns:a16="http://schemas.microsoft.com/office/drawing/2014/main" id="{CFEBAD1E-8B8F-EB40-591A-8D5FC09E2ADD}"/>
              </a:ext>
            </a:extLst>
          </p:cNvPr>
          <p:cNvSpPr>
            <a:spLocks noGrp="1" noChangeArrowheads="1"/>
          </p:cNvSpPr>
          <p:nvPr>
            <p:ph type="body" idx="1"/>
          </p:nvPr>
        </p:nvSpPr>
        <p:spPr>
          <a:xfrm>
            <a:off x="1057275" y="1452563"/>
            <a:ext cx="7250113" cy="3775075"/>
          </a:xfrm>
        </p:spPr>
        <p:txBody>
          <a:bodyPr/>
          <a:lstStyle/>
          <a:p>
            <a:pPr>
              <a:buFont typeface="Arial" panose="020B0604020202020204" pitchFamily="34" charset="0"/>
              <a:buNone/>
            </a:pPr>
            <a:r>
              <a:rPr lang="en-US" altLang="zh-CN" sz="3600" b="1"/>
              <a:t>y</a:t>
            </a:r>
            <a:r>
              <a:rPr lang="en-US" altLang="zh-CN" sz="3600" b="1" baseline="-25000"/>
              <a:t>0</a:t>
            </a:r>
            <a:r>
              <a:rPr lang="en-US" altLang="zh-CN" sz="3600" b="1"/>
              <a:t>=(a</a:t>
            </a:r>
            <a:r>
              <a:rPr lang="en-US" altLang="zh-CN" sz="3600" b="1" baseline="-25000"/>
              <a:t>0</a:t>
            </a:r>
            <a:r>
              <a:rPr lang="en-US" altLang="zh-CN" sz="3600" b="1"/>
              <a:t>+i</a:t>
            </a:r>
            <a:r>
              <a:rPr lang="en-US" altLang="zh-CN" sz="3600" b="1" baseline="-25000"/>
              <a:t>0</a:t>
            </a:r>
            <a:r>
              <a:rPr lang="en-US" altLang="zh-CN" sz="3600" b="1"/>
              <a:t>+g</a:t>
            </a:r>
            <a:r>
              <a:rPr lang="en-US" altLang="zh-CN" sz="3600" b="1" baseline="-25000"/>
              <a:t>0</a:t>
            </a:r>
            <a:r>
              <a:rPr lang="en-US" altLang="zh-CN" sz="3600" b="1"/>
              <a:t>-bt</a:t>
            </a:r>
            <a:r>
              <a:rPr lang="en-US" altLang="zh-CN" sz="3600" b="1" baseline="-25000"/>
              <a:t>0</a:t>
            </a:r>
            <a:r>
              <a:rPr lang="en-US" altLang="zh-CN" sz="3600" b="1"/>
              <a:t>)/(1-b)</a:t>
            </a:r>
          </a:p>
          <a:p>
            <a:pPr>
              <a:buFont typeface="Arial" panose="020B0604020202020204" pitchFamily="34" charset="0"/>
              <a:buNone/>
            </a:pPr>
            <a:r>
              <a:rPr lang="en-US" altLang="zh-CN" sz="3600" b="1"/>
              <a:t>y</a:t>
            </a:r>
            <a:r>
              <a:rPr lang="en-US" altLang="zh-CN" sz="3600" b="1" baseline="-25000"/>
              <a:t>1</a:t>
            </a:r>
            <a:r>
              <a:rPr lang="en-US" altLang="zh-CN" sz="3600" b="1"/>
              <a:t>=(a</a:t>
            </a:r>
            <a:r>
              <a:rPr lang="en-US" altLang="zh-CN" sz="3600" b="1" baseline="-25000"/>
              <a:t>0</a:t>
            </a:r>
            <a:r>
              <a:rPr lang="en-US" altLang="zh-CN" sz="3600" b="1"/>
              <a:t>+i</a:t>
            </a:r>
            <a:r>
              <a:rPr lang="en-US" altLang="zh-CN" sz="3600" b="1" baseline="-25000"/>
              <a:t>0</a:t>
            </a:r>
            <a:r>
              <a:rPr lang="en-US" altLang="zh-CN" sz="3600" b="1"/>
              <a:t>+g</a:t>
            </a:r>
            <a:r>
              <a:rPr lang="en-US" altLang="zh-CN" sz="3600" b="1" baseline="-25000"/>
              <a:t>0</a:t>
            </a:r>
            <a:r>
              <a:rPr lang="en-US" altLang="zh-CN" sz="3600" b="1"/>
              <a:t>-bt</a:t>
            </a:r>
            <a:r>
              <a:rPr lang="en-US" altLang="zh-CN" sz="3600" b="1" baseline="-25000"/>
              <a:t>1</a:t>
            </a:r>
            <a:r>
              <a:rPr lang="en-US" altLang="zh-CN" sz="3600" b="1"/>
              <a:t>)/(1-b)</a:t>
            </a:r>
          </a:p>
          <a:p>
            <a:pPr>
              <a:buFont typeface="Arial" panose="020B0604020202020204" pitchFamily="34" charset="0"/>
              <a:buNone/>
            </a:pPr>
            <a:r>
              <a:rPr lang="en-US" altLang="zh-CN" sz="3600" b="1"/>
              <a:t>y</a:t>
            </a:r>
            <a:r>
              <a:rPr lang="en-US" altLang="zh-CN" sz="3600" b="1" baseline="-25000"/>
              <a:t>1</a:t>
            </a:r>
            <a:r>
              <a:rPr lang="en-US" altLang="zh-CN" sz="3600" b="1"/>
              <a:t>-y</a:t>
            </a:r>
            <a:r>
              <a:rPr lang="en-US" altLang="zh-CN" sz="3600" b="1" baseline="-25000"/>
              <a:t>0</a:t>
            </a:r>
            <a:r>
              <a:rPr lang="en-US" altLang="zh-CN" sz="3600" b="1"/>
              <a:t>=△y=(-bt</a:t>
            </a:r>
            <a:r>
              <a:rPr lang="en-US" altLang="zh-CN" sz="3600" b="1" baseline="-25000"/>
              <a:t>1</a:t>
            </a:r>
            <a:r>
              <a:rPr lang="en-US" altLang="zh-CN" sz="3600" b="1"/>
              <a:t>+bt</a:t>
            </a:r>
            <a:r>
              <a:rPr lang="en-US" altLang="zh-CN" sz="3600" b="1" baseline="-25000"/>
              <a:t>0</a:t>
            </a:r>
            <a:r>
              <a:rPr lang="en-US" altLang="zh-CN" sz="3600" b="1"/>
              <a:t>)/(1-b)=-b△t/(1-b)</a:t>
            </a:r>
          </a:p>
          <a:p>
            <a:pPr>
              <a:buFont typeface="Arial" panose="020B0604020202020204" pitchFamily="34" charset="0"/>
              <a:buNone/>
            </a:pPr>
            <a:r>
              <a:rPr lang="en-US" altLang="zh-CN" sz="3600" b="1"/>
              <a:t>∴k</a:t>
            </a:r>
            <a:r>
              <a:rPr lang="en-US" altLang="zh-CN" sz="3600" b="1" baseline="-25000"/>
              <a:t>t</a:t>
            </a:r>
            <a:r>
              <a:rPr lang="en-US" altLang="zh-CN" sz="3600" b="1"/>
              <a:t>= △y/ △t=-b/(1-b)</a:t>
            </a:r>
          </a:p>
          <a:p>
            <a:pPr>
              <a:buFont typeface="Arial" panose="020B0604020202020204" pitchFamily="34" charset="0"/>
              <a:buNone/>
            </a:pPr>
            <a:endParaRPr lang="zh-CN" altLang="en-US" sz="3600" b="1"/>
          </a:p>
        </p:txBody>
      </p:sp>
      <p:sp>
        <p:nvSpPr>
          <p:cNvPr id="72707" name="矩形 1134595">
            <a:extLst>
              <a:ext uri="{FF2B5EF4-FFF2-40B4-BE49-F238E27FC236}">
                <a16:creationId xmlns:a16="http://schemas.microsoft.com/office/drawing/2014/main" id="{48DBDDD3-BC26-0F02-7614-3033D45DEE21}"/>
              </a:ext>
            </a:extLst>
          </p:cNvPr>
          <p:cNvSpPr>
            <a:spLocks noChangeArrowheads="1"/>
          </p:cNvSpPr>
          <p:nvPr/>
        </p:nvSpPr>
        <p:spPr bwMode="auto">
          <a:xfrm>
            <a:off x="1042988" y="4437063"/>
            <a:ext cx="4968875" cy="720725"/>
          </a:xfrm>
          <a:prstGeom prst="rect">
            <a:avLst/>
          </a:prstGeom>
          <a:noFill/>
          <a:ln w="4127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72708" name="Slide Number Placeholder 1">
            <a:extLst>
              <a:ext uri="{FF2B5EF4-FFF2-40B4-BE49-F238E27FC236}">
                <a16:creationId xmlns:a16="http://schemas.microsoft.com/office/drawing/2014/main" id="{75766324-4B63-D514-562C-CC913702E77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0C01E6D7-18C4-46B5-83EA-16F94BC80B10}" type="slidenum">
              <a:rPr lang="en-AU" altLang="zh-CN" sz="1400" i="0">
                <a:latin typeface="Arial" panose="020B0604020202020204" pitchFamily="34" charset="0"/>
              </a:rPr>
              <a:pPr algn="r"/>
              <a:t>61</a:t>
            </a:fld>
            <a:endParaRPr lang="en-AU" altLang="zh-CN" sz="1400" i="0">
              <a:latin typeface="Arial" panose="020B0604020202020204" pitchFamily="34" charset="0"/>
            </a:endParaRPr>
          </a:p>
        </p:txBody>
      </p:sp>
    </p:spTree>
  </p:cSld>
  <p:clrMapOvr>
    <a:masterClrMapping/>
  </p:clrMapOvr>
  <p:transition spd="med">
    <p:zoom/>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Title 1135617">
            <a:extLst>
              <a:ext uri="{FF2B5EF4-FFF2-40B4-BE49-F238E27FC236}">
                <a16:creationId xmlns:a16="http://schemas.microsoft.com/office/drawing/2014/main" id="{DF55C780-F70F-D3E2-63CA-50CF07D8B214}"/>
              </a:ext>
            </a:extLst>
          </p:cNvPr>
          <p:cNvSpPr>
            <a:spLocks noGrp="1" noChangeArrowheads="1"/>
          </p:cNvSpPr>
          <p:nvPr>
            <p:ph type="title"/>
          </p:nvPr>
        </p:nvSpPr>
        <p:spPr>
          <a:xfrm>
            <a:off x="1042988" y="0"/>
            <a:ext cx="6096000" cy="1143000"/>
          </a:xfrm>
        </p:spPr>
        <p:txBody>
          <a:bodyPr/>
          <a:lstStyle/>
          <a:p>
            <a:r>
              <a:rPr lang="en-US" altLang="zh-CN" sz="2800" b="1"/>
              <a:t>3</a:t>
            </a:r>
            <a:r>
              <a:rPr lang="zh-CN" altLang="en-US" sz="2800" b="1"/>
              <a:t>、转移支付乘数</a:t>
            </a:r>
          </a:p>
        </p:txBody>
      </p:sp>
      <p:sp>
        <p:nvSpPr>
          <p:cNvPr id="73730" name="Text Placeholder 1135618">
            <a:extLst>
              <a:ext uri="{FF2B5EF4-FFF2-40B4-BE49-F238E27FC236}">
                <a16:creationId xmlns:a16="http://schemas.microsoft.com/office/drawing/2014/main" id="{3EE10B0B-FB5D-8C45-B2E5-3DCB8DAB2809}"/>
              </a:ext>
            </a:extLst>
          </p:cNvPr>
          <p:cNvSpPr>
            <a:spLocks noGrp="1" noChangeArrowheads="1"/>
          </p:cNvSpPr>
          <p:nvPr>
            <p:ph type="body" idx="1"/>
          </p:nvPr>
        </p:nvSpPr>
        <p:spPr>
          <a:xfrm>
            <a:off x="971550" y="1268413"/>
            <a:ext cx="7694613" cy="5294312"/>
          </a:xfrm>
        </p:spPr>
        <p:txBody>
          <a:bodyPr/>
          <a:lstStyle/>
          <a:p>
            <a:pPr>
              <a:lnSpc>
                <a:spcPct val="90000"/>
              </a:lnSpc>
              <a:buFont typeface="Arial" panose="020B0604020202020204" pitchFamily="34" charset="0"/>
              <a:buNone/>
            </a:pPr>
            <a:r>
              <a:rPr lang="en-US" altLang="zh-CN" sz="3200" b="1"/>
              <a:t>y</a:t>
            </a:r>
            <a:r>
              <a:rPr lang="en-US" altLang="zh-CN" sz="3200" b="1" baseline="-25000"/>
              <a:t>d</a:t>
            </a:r>
            <a:r>
              <a:rPr lang="en-US" altLang="zh-CN" sz="3200" b="1"/>
              <a:t>=y-t+t</a:t>
            </a:r>
            <a:r>
              <a:rPr lang="en-US" altLang="zh-CN" sz="3200" b="1" baseline="-25000"/>
              <a:t>r</a:t>
            </a:r>
            <a:r>
              <a:rPr lang="zh-CN" altLang="en-US" sz="3200" b="1"/>
              <a:t>，则</a:t>
            </a:r>
          </a:p>
          <a:p>
            <a:pPr>
              <a:lnSpc>
                <a:spcPct val="90000"/>
              </a:lnSpc>
              <a:buFont typeface="Arial" panose="020B0604020202020204" pitchFamily="34" charset="0"/>
              <a:buNone/>
            </a:pPr>
            <a:r>
              <a:rPr lang="en-US" altLang="zh-CN" sz="3200" b="1"/>
              <a:t>y=c+i+g=a+by</a:t>
            </a:r>
            <a:r>
              <a:rPr lang="en-US" altLang="zh-CN" sz="3200" b="1" baseline="-25000"/>
              <a:t>d</a:t>
            </a:r>
            <a:r>
              <a:rPr lang="en-US" altLang="zh-CN" sz="3200" b="1"/>
              <a:t>+i+g=a+b(y-t+t</a:t>
            </a:r>
            <a:r>
              <a:rPr lang="en-US" altLang="zh-CN" sz="3200" b="1" baseline="-25000"/>
              <a:t>r</a:t>
            </a:r>
            <a:r>
              <a:rPr lang="en-US" altLang="zh-CN" sz="3200" b="1"/>
              <a:t>)+i+g</a:t>
            </a:r>
            <a:endParaRPr lang="en-US" altLang="zh-CN" sz="3200" b="1" baseline="-25000"/>
          </a:p>
          <a:p>
            <a:pPr>
              <a:lnSpc>
                <a:spcPct val="90000"/>
              </a:lnSpc>
              <a:buFont typeface="Arial" panose="020B0604020202020204" pitchFamily="34" charset="0"/>
              <a:buNone/>
            </a:pPr>
            <a:r>
              <a:rPr lang="en-US" altLang="zh-CN" sz="3200" b="1"/>
              <a:t>∴y=(a+i+g+bt</a:t>
            </a:r>
            <a:r>
              <a:rPr lang="en-US" altLang="zh-CN" sz="3200" b="1" baseline="-25000"/>
              <a:t>r</a:t>
            </a:r>
            <a:r>
              <a:rPr lang="en-US" altLang="zh-CN" sz="3200" b="1"/>
              <a:t>-bt)/(1-b)</a:t>
            </a:r>
          </a:p>
          <a:p>
            <a:pPr>
              <a:lnSpc>
                <a:spcPct val="90000"/>
              </a:lnSpc>
              <a:buFont typeface="Arial" panose="020B0604020202020204" pitchFamily="34" charset="0"/>
              <a:buNone/>
            </a:pPr>
            <a:endParaRPr lang="en-US" altLang="zh-CN" sz="3200" b="1"/>
          </a:p>
          <a:p>
            <a:pPr>
              <a:lnSpc>
                <a:spcPct val="90000"/>
              </a:lnSpc>
              <a:buFont typeface="Arial" panose="020B0604020202020204" pitchFamily="34" charset="0"/>
              <a:buNone/>
            </a:pPr>
            <a:r>
              <a:rPr lang="en-US" altLang="zh-CN" sz="3200" b="1"/>
              <a:t>y</a:t>
            </a:r>
            <a:r>
              <a:rPr lang="en-US" altLang="zh-CN" sz="3200" b="1" baseline="-25000"/>
              <a:t>0</a:t>
            </a:r>
            <a:r>
              <a:rPr lang="en-US" altLang="zh-CN" sz="3200" b="1"/>
              <a:t>=(a</a:t>
            </a:r>
            <a:r>
              <a:rPr lang="en-US" altLang="zh-CN" sz="3200" b="1" baseline="-25000"/>
              <a:t>0</a:t>
            </a:r>
            <a:r>
              <a:rPr lang="en-US" altLang="zh-CN" sz="3200" b="1"/>
              <a:t>+i</a:t>
            </a:r>
            <a:r>
              <a:rPr lang="en-US" altLang="zh-CN" sz="3200" b="1" baseline="-25000"/>
              <a:t>0</a:t>
            </a:r>
            <a:r>
              <a:rPr lang="en-US" altLang="zh-CN" sz="3200" b="1"/>
              <a:t>+g</a:t>
            </a:r>
            <a:r>
              <a:rPr lang="en-US" altLang="zh-CN" sz="3200" b="1" baseline="-25000"/>
              <a:t>0</a:t>
            </a:r>
            <a:r>
              <a:rPr lang="en-US" altLang="zh-CN" sz="3200" b="1"/>
              <a:t>+bt</a:t>
            </a:r>
            <a:r>
              <a:rPr lang="en-US" altLang="zh-CN" sz="3200" b="1" baseline="-25000"/>
              <a:t>r0</a:t>
            </a:r>
            <a:r>
              <a:rPr lang="en-US" altLang="zh-CN" sz="3200" b="1"/>
              <a:t>-bt</a:t>
            </a:r>
            <a:r>
              <a:rPr lang="en-US" altLang="zh-CN" sz="3200" b="1" baseline="-25000"/>
              <a:t>0</a:t>
            </a:r>
            <a:r>
              <a:rPr lang="en-US" altLang="zh-CN" sz="3200" b="1"/>
              <a:t>)/(1-b)</a:t>
            </a:r>
          </a:p>
          <a:p>
            <a:pPr>
              <a:lnSpc>
                <a:spcPct val="90000"/>
              </a:lnSpc>
              <a:buFont typeface="Arial" panose="020B0604020202020204" pitchFamily="34" charset="0"/>
              <a:buNone/>
            </a:pPr>
            <a:r>
              <a:rPr lang="en-US" altLang="zh-CN" sz="3200" b="1"/>
              <a:t>y</a:t>
            </a:r>
            <a:r>
              <a:rPr lang="en-US" altLang="zh-CN" sz="3200" b="1" baseline="-25000"/>
              <a:t>1</a:t>
            </a:r>
            <a:r>
              <a:rPr lang="en-US" altLang="zh-CN" sz="3200" b="1"/>
              <a:t>=(a</a:t>
            </a:r>
            <a:r>
              <a:rPr lang="en-US" altLang="zh-CN" sz="3200" b="1" baseline="-25000"/>
              <a:t>0</a:t>
            </a:r>
            <a:r>
              <a:rPr lang="en-US" altLang="zh-CN" sz="3200" b="1"/>
              <a:t>+i</a:t>
            </a:r>
            <a:r>
              <a:rPr lang="en-US" altLang="zh-CN" sz="3200" b="1" baseline="-25000"/>
              <a:t>0</a:t>
            </a:r>
            <a:r>
              <a:rPr lang="en-US" altLang="zh-CN" sz="3200" b="1"/>
              <a:t>+g</a:t>
            </a:r>
            <a:r>
              <a:rPr lang="en-US" altLang="zh-CN" sz="3200" b="1" baseline="-25000"/>
              <a:t>0</a:t>
            </a:r>
            <a:r>
              <a:rPr lang="en-US" altLang="zh-CN" sz="3200" b="1"/>
              <a:t>+bt</a:t>
            </a:r>
            <a:r>
              <a:rPr lang="en-US" altLang="zh-CN" sz="3200" b="1" baseline="-25000"/>
              <a:t>r1</a:t>
            </a:r>
            <a:r>
              <a:rPr lang="en-US" altLang="zh-CN" sz="3200" b="1"/>
              <a:t>-bt</a:t>
            </a:r>
            <a:r>
              <a:rPr lang="en-US" altLang="zh-CN" sz="3200" b="1" baseline="-25000"/>
              <a:t>1</a:t>
            </a:r>
            <a:r>
              <a:rPr lang="en-US" altLang="zh-CN" sz="3200" b="1"/>
              <a:t>)/(1-b)</a:t>
            </a:r>
          </a:p>
          <a:p>
            <a:pPr>
              <a:lnSpc>
                <a:spcPct val="90000"/>
              </a:lnSpc>
              <a:buFont typeface="Arial" panose="020B0604020202020204" pitchFamily="34" charset="0"/>
              <a:buNone/>
            </a:pPr>
            <a:r>
              <a:rPr lang="en-US" altLang="zh-CN" sz="3200" b="1"/>
              <a:t>y</a:t>
            </a:r>
            <a:r>
              <a:rPr lang="en-US" altLang="zh-CN" sz="3200" b="1" baseline="-25000"/>
              <a:t>1</a:t>
            </a:r>
            <a:r>
              <a:rPr lang="en-US" altLang="zh-CN" sz="3200" b="1"/>
              <a:t>-y</a:t>
            </a:r>
            <a:r>
              <a:rPr lang="en-US" altLang="zh-CN" sz="3200" b="1" baseline="-25000"/>
              <a:t>0</a:t>
            </a:r>
            <a:r>
              <a:rPr lang="en-US" altLang="zh-CN" sz="3200" b="1"/>
              <a:t>=△y=(bt</a:t>
            </a:r>
            <a:r>
              <a:rPr lang="en-US" altLang="zh-CN" sz="3200" b="1" baseline="-25000"/>
              <a:t>r1</a:t>
            </a:r>
            <a:r>
              <a:rPr lang="en-US" altLang="zh-CN" sz="3200" b="1"/>
              <a:t>+bt</a:t>
            </a:r>
            <a:r>
              <a:rPr lang="en-US" altLang="zh-CN" sz="3200" b="1" baseline="-25000"/>
              <a:t>r0</a:t>
            </a:r>
            <a:r>
              <a:rPr lang="en-US" altLang="zh-CN" sz="3200" b="1"/>
              <a:t>)/(1-b)=b△t</a:t>
            </a:r>
            <a:r>
              <a:rPr lang="en-US" altLang="zh-CN" sz="3200" b="1" baseline="-25000"/>
              <a:t>r</a:t>
            </a:r>
            <a:r>
              <a:rPr lang="en-US" altLang="zh-CN" sz="3200" b="1"/>
              <a:t>/(1-b)</a:t>
            </a:r>
          </a:p>
          <a:p>
            <a:pPr>
              <a:lnSpc>
                <a:spcPct val="90000"/>
              </a:lnSpc>
              <a:buFont typeface="Arial" panose="020B0604020202020204" pitchFamily="34" charset="0"/>
              <a:buNone/>
            </a:pPr>
            <a:r>
              <a:rPr lang="en-US" altLang="zh-CN" sz="3200" b="1"/>
              <a:t>∴k</a:t>
            </a:r>
            <a:r>
              <a:rPr lang="en-US" altLang="zh-CN" sz="3200" b="1" baseline="-25000"/>
              <a:t>tr</a:t>
            </a:r>
            <a:r>
              <a:rPr lang="en-US" altLang="zh-CN" sz="3200" b="1"/>
              <a:t>= △y/ △t</a:t>
            </a:r>
            <a:r>
              <a:rPr lang="en-US" altLang="zh-CN" sz="3200" b="1" baseline="-25000"/>
              <a:t>r</a:t>
            </a:r>
            <a:r>
              <a:rPr lang="en-US" altLang="zh-CN" sz="3200" b="1"/>
              <a:t>=b/(1-b)</a:t>
            </a:r>
          </a:p>
          <a:p>
            <a:pPr>
              <a:lnSpc>
                <a:spcPct val="90000"/>
              </a:lnSpc>
              <a:buFont typeface="Arial" panose="020B0604020202020204" pitchFamily="34" charset="0"/>
              <a:buNone/>
            </a:pPr>
            <a:endParaRPr lang="zh-CN" altLang="en-US" sz="3200" b="1"/>
          </a:p>
        </p:txBody>
      </p:sp>
      <p:sp>
        <p:nvSpPr>
          <p:cNvPr id="73731" name="矩形 1135619">
            <a:extLst>
              <a:ext uri="{FF2B5EF4-FFF2-40B4-BE49-F238E27FC236}">
                <a16:creationId xmlns:a16="http://schemas.microsoft.com/office/drawing/2014/main" id="{1D77ADF6-E630-CE08-A393-6447FA691BDD}"/>
              </a:ext>
            </a:extLst>
          </p:cNvPr>
          <p:cNvSpPr>
            <a:spLocks noChangeArrowheads="1"/>
          </p:cNvSpPr>
          <p:nvPr/>
        </p:nvSpPr>
        <p:spPr bwMode="auto">
          <a:xfrm>
            <a:off x="971550" y="5876925"/>
            <a:ext cx="5040313" cy="647700"/>
          </a:xfrm>
          <a:prstGeom prst="rect">
            <a:avLst/>
          </a:prstGeom>
          <a:noFill/>
          <a:ln w="4127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73732" name="Slide Number Placeholder 1">
            <a:extLst>
              <a:ext uri="{FF2B5EF4-FFF2-40B4-BE49-F238E27FC236}">
                <a16:creationId xmlns:a16="http://schemas.microsoft.com/office/drawing/2014/main" id="{0DAF2D42-7C7A-A529-D6B4-A01BCC53CE8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368BA4B3-DCF7-4912-BE8B-13C22494C908}" type="slidenum">
              <a:rPr lang="en-AU" altLang="zh-CN" sz="1400" i="0">
                <a:latin typeface="Arial" panose="020B0604020202020204" pitchFamily="34" charset="0"/>
              </a:rPr>
              <a:pPr algn="r"/>
              <a:t>62</a:t>
            </a:fld>
            <a:endParaRPr lang="en-AU" altLang="zh-CN" sz="1400" i="0">
              <a:latin typeface="Arial" panose="020B0604020202020204" pitchFamily="34" charset="0"/>
            </a:endParaRPr>
          </a:p>
        </p:txBody>
      </p:sp>
    </p:spTree>
  </p:cSld>
  <p:clrMapOvr>
    <a:masterClrMapping/>
  </p:clrMapOvr>
  <p:transition spd="med">
    <p:zoom/>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Title 1136641">
            <a:extLst>
              <a:ext uri="{FF2B5EF4-FFF2-40B4-BE49-F238E27FC236}">
                <a16:creationId xmlns:a16="http://schemas.microsoft.com/office/drawing/2014/main" id="{C2BE42DC-57FA-20D8-D187-2AE3FBF797E0}"/>
              </a:ext>
            </a:extLst>
          </p:cNvPr>
          <p:cNvSpPr>
            <a:spLocks noGrp="1" noChangeArrowheads="1"/>
          </p:cNvSpPr>
          <p:nvPr>
            <p:ph type="title"/>
          </p:nvPr>
        </p:nvSpPr>
        <p:spPr>
          <a:xfrm>
            <a:off x="1116013" y="0"/>
            <a:ext cx="6096000" cy="1143000"/>
          </a:xfrm>
        </p:spPr>
        <p:txBody>
          <a:bodyPr/>
          <a:lstStyle/>
          <a:p>
            <a:r>
              <a:rPr lang="en-US" altLang="zh-CN" sz="3200" b="1"/>
              <a:t>4</a:t>
            </a:r>
            <a:r>
              <a:rPr lang="zh-CN" altLang="en-US" sz="3200" b="1"/>
              <a:t>、平衡预算乘数</a:t>
            </a:r>
          </a:p>
        </p:txBody>
      </p:sp>
      <p:sp>
        <p:nvSpPr>
          <p:cNvPr id="74754" name="Text Placeholder 1136642">
            <a:extLst>
              <a:ext uri="{FF2B5EF4-FFF2-40B4-BE49-F238E27FC236}">
                <a16:creationId xmlns:a16="http://schemas.microsoft.com/office/drawing/2014/main" id="{4FCC659E-C16E-FD72-3769-FAD9614B1690}"/>
              </a:ext>
            </a:extLst>
          </p:cNvPr>
          <p:cNvSpPr>
            <a:spLocks noGrp="1" noChangeArrowheads="1"/>
          </p:cNvSpPr>
          <p:nvPr>
            <p:ph type="body" idx="1"/>
          </p:nvPr>
        </p:nvSpPr>
        <p:spPr>
          <a:xfrm>
            <a:off x="984250" y="1484313"/>
            <a:ext cx="7620000" cy="4305300"/>
          </a:xfrm>
        </p:spPr>
        <p:txBody>
          <a:bodyPr/>
          <a:lstStyle/>
          <a:p>
            <a:pPr>
              <a:buFont typeface="Arial" panose="020B0604020202020204" pitchFamily="34" charset="0"/>
              <a:buNone/>
            </a:pPr>
            <a:r>
              <a:rPr lang="zh-CN" altLang="en-US" sz="3200" b="1"/>
              <a:t>△</a:t>
            </a:r>
            <a:r>
              <a:rPr lang="en-US" altLang="zh-CN" sz="3200" b="1"/>
              <a:t>y=k</a:t>
            </a:r>
            <a:r>
              <a:rPr lang="en-US" altLang="zh-CN" sz="3200" b="1" baseline="-25000"/>
              <a:t>g</a:t>
            </a:r>
            <a:r>
              <a:rPr lang="en-US" altLang="zh-CN" sz="3200" b="1"/>
              <a:t>△g+k</a:t>
            </a:r>
            <a:r>
              <a:rPr lang="en-US" altLang="zh-CN" sz="3200" b="1" baseline="-25000"/>
              <a:t>t</a:t>
            </a:r>
            <a:r>
              <a:rPr lang="en-US" altLang="zh-CN" sz="3200" b="1"/>
              <a:t>△t=1/(1-b)△g+(-b)/(1-b) △t</a:t>
            </a:r>
          </a:p>
          <a:p>
            <a:pPr>
              <a:buFont typeface="Arial" panose="020B0604020202020204" pitchFamily="34" charset="0"/>
              <a:buNone/>
            </a:pPr>
            <a:r>
              <a:rPr lang="en-US" altLang="zh-CN" sz="3200" b="1"/>
              <a:t>∵△g=△t</a:t>
            </a:r>
          </a:p>
          <a:p>
            <a:pPr>
              <a:buFont typeface="Arial" panose="020B0604020202020204" pitchFamily="34" charset="0"/>
              <a:buNone/>
            </a:pPr>
            <a:r>
              <a:rPr lang="en-US" altLang="zh-CN" sz="3200" b="1"/>
              <a:t>∴ △y=1/(1-b) △g+(-b)/(1-b) △g=  △g</a:t>
            </a:r>
          </a:p>
          <a:p>
            <a:pPr>
              <a:buFont typeface="Arial" panose="020B0604020202020204" pitchFamily="34" charset="0"/>
              <a:buNone/>
            </a:pPr>
            <a:r>
              <a:rPr lang="zh-CN" altLang="en-US" sz="3200" b="1"/>
              <a:t>或△</a:t>
            </a:r>
            <a:r>
              <a:rPr lang="en-US" altLang="zh-CN" sz="3200" b="1"/>
              <a:t>y=1/(1-b) △t+(-b)/(1-b) △t=  △t</a:t>
            </a:r>
          </a:p>
          <a:p>
            <a:pPr>
              <a:buFont typeface="Arial" panose="020B0604020202020204" pitchFamily="34" charset="0"/>
              <a:buNone/>
            </a:pPr>
            <a:r>
              <a:rPr lang="zh-CN" altLang="en-US" sz="3200" b="1"/>
              <a:t>可见，</a:t>
            </a:r>
          </a:p>
          <a:p>
            <a:pPr>
              <a:buFont typeface="Arial" panose="020B0604020202020204" pitchFamily="34" charset="0"/>
              <a:buNone/>
            </a:pPr>
            <a:r>
              <a:rPr lang="zh-CN" altLang="en-US" sz="3200" b="1"/>
              <a:t> △</a:t>
            </a:r>
            <a:r>
              <a:rPr lang="en-US" altLang="zh-CN" sz="3200" b="1"/>
              <a:t>y/ △g= △y/ △t=1-b/1-b=1=k</a:t>
            </a:r>
            <a:r>
              <a:rPr lang="en-US" altLang="zh-CN" sz="3200" b="1" baseline="-25000"/>
              <a:t>b</a:t>
            </a:r>
          </a:p>
          <a:p>
            <a:pPr>
              <a:buFont typeface="Arial" panose="020B0604020202020204" pitchFamily="34" charset="0"/>
              <a:buNone/>
            </a:pPr>
            <a:endParaRPr lang="zh-CN" altLang="en-US" sz="3200" b="1"/>
          </a:p>
        </p:txBody>
      </p:sp>
      <p:sp>
        <p:nvSpPr>
          <p:cNvPr id="74755" name="矩形 1136643">
            <a:extLst>
              <a:ext uri="{FF2B5EF4-FFF2-40B4-BE49-F238E27FC236}">
                <a16:creationId xmlns:a16="http://schemas.microsoft.com/office/drawing/2014/main" id="{A2B3D3CC-093D-3052-3F3F-EBFD574607B3}"/>
              </a:ext>
            </a:extLst>
          </p:cNvPr>
          <p:cNvSpPr>
            <a:spLocks noChangeArrowheads="1"/>
          </p:cNvSpPr>
          <p:nvPr/>
        </p:nvSpPr>
        <p:spPr bwMode="auto">
          <a:xfrm>
            <a:off x="900113" y="5013325"/>
            <a:ext cx="6335712" cy="792163"/>
          </a:xfrm>
          <a:prstGeom prst="rect">
            <a:avLst/>
          </a:prstGeom>
          <a:noFill/>
          <a:ln w="4127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74756" name="Slide Number Placeholder 1">
            <a:extLst>
              <a:ext uri="{FF2B5EF4-FFF2-40B4-BE49-F238E27FC236}">
                <a16:creationId xmlns:a16="http://schemas.microsoft.com/office/drawing/2014/main" id="{01CA457E-09EB-78AE-10F4-ADA56BC0EB2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0C8BEE3D-DACF-4A4E-8664-188F7B00C9C3}" type="slidenum">
              <a:rPr lang="en-AU" altLang="zh-CN" sz="1400" i="0">
                <a:latin typeface="Arial" panose="020B0604020202020204" pitchFamily="34" charset="0"/>
              </a:rPr>
              <a:pPr algn="r"/>
              <a:t>63</a:t>
            </a:fld>
            <a:endParaRPr lang="en-AU" altLang="zh-CN" sz="1400" i="0">
              <a:latin typeface="Arial" panose="020B0604020202020204" pitchFamily="34" charset="0"/>
            </a:endParaRPr>
          </a:p>
        </p:txBody>
      </p:sp>
    </p:spTree>
  </p:cSld>
  <p:clrMapOvr>
    <a:masterClrMapping/>
  </p:clrMapOvr>
  <p:transition spd="med">
    <p:zoom/>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文本框 1137665">
            <a:extLst>
              <a:ext uri="{FF2B5EF4-FFF2-40B4-BE49-F238E27FC236}">
                <a16:creationId xmlns:a16="http://schemas.microsoft.com/office/drawing/2014/main" id="{600280B6-EEF5-CDC5-3CE3-E00236680B88}"/>
              </a:ext>
            </a:extLst>
          </p:cNvPr>
          <p:cNvSpPr txBox="1">
            <a:spLocks noChangeArrowheads="1"/>
          </p:cNvSpPr>
          <p:nvPr/>
        </p:nvSpPr>
        <p:spPr bwMode="auto">
          <a:xfrm>
            <a:off x="735013" y="398463"/>
            <a:ext cx="63817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en-US" altLang="zh-CN" sz="3200" b="1" i="0"/>
              <a:t>3.5.4 </a:t>
            </a:r>
            <a:r>
              <a:rPr lang="zh-CN" altLang="en-US" sz="3200" b="1" i="0"/>
              <a:t>四部门经济中国民收入的决定</a:t>
            </a:r>
          </a:p>
        </p:txBody>
      </p:sp>
      <p:sp>
        <p:nvSpPr>
          <p:cNvPr id="75778" name="文本框 1137666">
            <a:extLst>
              <a:ext uri="{FF2B5EF4-FFF2-40B4-BE49-F238E27FC236}">
                <a16:creationId xmlns:a16="http://schemas.microsoft.com/office/drawing/2014/main" id="{C68CB18A-CA90-8BA2-A425-9167649F00D0}"/>
              </a:ext>
            </a:extLst>
          </p:cNvPr>
          <p:cNvSpPr txBox="1">
            <a:spLocks noChangeArrowheads="1"/>
          </p:cNvSpPr>
          <p:nvPr/>
        </p:nvSpPr>
        <p:spPr bwMode="auto">
          <a:xfrm>
            <a:off x="900113" y="1052513"/>
            <a:ext cx="8135937" cy="301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pPr>
            <a:r>
              <a:rPr lang="en-US" altLang="zh-CN" sz="3200" b="1" i="0">
                <a:solidFill>
                  <a:schemeClr val="tx1"/>
                </a:solidFill>
              </a:rPr>
              <a:t>y=c+i+g+nx</a:t>
            </a:r>
            <a:r>
              <a:rPr lang="zh-CN" altLang="en-US" sz="3200" b="1" i="0">
                <a:solidFill>
                  <a:schemeClr val="tx1"/>
                </a:solidFill>
              </a:rPr>
              <a:t>（</a:t>
            </a:r>
            <a:r>
              <a:rPr lang="en-US" altLang="zh-CN" sz="3200" b="1" i="0">
                <a:solidFill>
                  <a:schemeClr val="tx1"/>
                </a:solidFill>
              </a:rPr>
              <a:t>nx=x-m</a:t>
            </a:r>
            <a:r>
              <a:rPr lang="zh-CN" altLang="en-US" sz="3200" b="1" i="0">
                <a:solidFill>
                  <a:schemeClr val="tx1"/>
                </a:solidFill>
              </a:rPr>
              <a:t>）</a:t>
            </a:r>
          </a:p>
          <a:p>
            <a:pPr>
              <a:lnSpc>
                <a:spcPct val="100000"/>
              </a:lnSpc>
              <a:spcBef>
                <a:spcPct val="0"/>
              </a:spcBef>
            </a:pPr>
            <a:r>
              <a:rPr lang="en-US" altLang="zh-CN" sz="3200" b="1" i="0">
                <a:solidFill>
                  <a:schemeClr val="tx1"/>
                </a:solidFill>
              </a:rPr>
              <a:t>m=m</a:t>
            </a:r>
            <a:r>
              <a:rPr lang="en-US" altLang="zh-CN" sz="3200" b="1" i="0" baseline="-25000">
                <a:solidFill>
                  <a:schemeClr val="tx1"/>
                </a:solidFill>
              </a:rPr>
              <a:t>0</a:t>
            </a:r>
            <a:r>
              <a:rPr lang="en-US" altLang="zh-CN" sz="3200" b="1" i="0">
                <a:solidFill>
                  <a:schemeClr val="tx1"/>
                </a:solidFill>
              </a:rPr>
              <a:t>+ry</a:t>
            </a:r>
          </a:p>
          <a:p>
            <a:pPr>
              <a:lnSpc>
                <a:spcPct val="100000"/>
              </a:lnSpc>
              <a:spcBef>
                <a:spcPct val="0"/>
              </a:spcBef>
            </a:pPr>
            <a:r>
              <a:rPr lang="en-US" altLang="zh-CN" sz="3200" b="1" i="0">
                <a:solidFill>
                  <a:schemeClr val="tx1"/>
                </a:solidFill>
              </a:rPr>
              <a:t>c=a+by</a:t>
            </a:r>
            <a:r>
              <a:rPr lang="en-US" altLang="zh-CN" sz="3200" b="1" i="0" baseline="-25000">
                <a:solidFill>
                  <a:schemeClr val="tx1"/>
                </a:solidFill>
              </a:rPr>
              <a:t>d</a:t>
            </a:r>
          </a:p>
          <a:p>
            <a:pPr>
              <a:lnSpc>
                <a:spcPct val="100000"/>
              </a:lnSpc>
              <a:spcBef>
                <a:spcPct val="0"/>
              </a:spcBef>
            </a:pPr>
            <a:r>
              <a:rPr lang="en-US" altLang="zh-CN" sz="3200" b="1" i="0">
                <a:solidFill>
                  <a:schemeClr val="tx1"/>
                </a:solidFill>
              </a:rPr>
              <a:t>yd=y-t+tr</a:t>
            </a:r>
          </a:p>
          <a:p>
            <a:pPr>
              <a:lnSpc>
                <a:spcPct val="100000"/>
              </a:lnSpc>
              <a:spcBef>
                <a:spcPct val="0"/>
              </a:spcBef>
            </a:pPr>
            <a:r>
              <a:rPr lang="en-US" altLang="zh-CN" sz="3200" b="1" i="0">
                <a:solidFill>
                  <a:schemeClr val="tx1"/>
                </a:solidFill>
              </a:rPr>
              <a:t>Y=1/</a:t>
            </a:r>
            <a:r>
              <a:rPr lang="zh-CN" altLang="en-US" sz="3200" b="1" i="0">
                <a:solidFill>
                  <a:schemeClr val="tx1"/>
                </a:solidFill>
              </a:rPr>
              <a:t>（</a:t>
            </a:r>
            <a:r>
              <a:rPr lang="en-US" altLang="zh-CN" sz="3200" b="1" i="0">
                <a:solidFill>
                  <a:schemeClr val="tx1"/>
                </a:solidFill>
              </a:rPr>
              <a:t>1-b+r</a:t>
            </a:r>
            <a:r>
              <a:rPr lang="zh-CN" altLang="en-US" sz="3200" b="1" i="0">
                <a:solidFill>
                  <a:schemeClr val="tx1"/>
                </a:solidFill>
              </a:rPr>
              <a:t>）*（</a:t>
            </a:r>
            <a:r>
              <a:rPr lang="en-US" altLang="zh-CN" sz="3200" b="1" i="0">
                <a:solidFill>
                  <a:schemeClr val="tx1"/>
                </a:solidFill>
              </a:rPr>
              <a:t>a+i+g-bt+btr+x-m</a:t>
            </a:r>
            <a:r>
              <a:rPr lang="en-US" altLang="zh-CN" sz="3200" b="1" i="0" baseline="-25000">
                <a:solidFill>
                  <a:schemeClr val="tx1"/>
                </a:solidFill>
              </a:rPr>
              <a:t>0</a:t>
            </a:r>
            <a:r>
              <a:rPr lang="zh-CN" altLang="en-US" sz="3200" b="1" i="0">
                <a:solidFill>
                  <a:schemeClr val="tx1"/>
                </a:solidFill>
              </a:rPr>
              <a:t>）</a:t>
            </a:r>
          </a:p>
          <a:p>
            <a:pPr>
              <a:lnSpc>
                <a:spcPct val="100000"/>
              </a:lnSpc>
              <a:spcBef>
                <a:spcPct val="0"/>
              </a:spcBef>
            </a:pPr>
            <a:endParaRPr lang="zh-CN" altLang="en-US" sz="3200" b="1" i="0">
              <a:solidFill>
                <a:schemeClr val="tx1"/>
              </a:solidFill>
            </a:endParaRPr>
          </a:p>
        </p:txBody>
      </p:sp>
      <p:sp>
        <p:nvSpPr>
          <p:cNvPr id="75779" name="文本框 1137667">
            <a:extLst>
              <a:ext uri="{FF2B5EF4-FFF2-40B4-BE49-F238E27FC236}">
                <a16:creationId xmlns:a16="http://schemas.microsoft.com/office/drawing/2014/main" id="{E2ADD26E-4611-E4AB-FC53-DC3575F1C32B}"/>
              </a:ext>
            </a:extLst>
          </p:cNvPr>
          <p:cNvSpPr txBox="1">
            <a:spLocks noChangeArrowheads="1"/>
          </p:cNvSpPr>
          <p:nvPr/>
        </p:nvSpPr>
        <p:spPr bwMode="auto">
          <a:xfrm>
            <a:off x="2195513" y="4437063"/>
            <a:ext cx="4464050" cy="1076325"/>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p>
            <a:pPr>
              <a:lnSpc>
                <a:spcPct val="100000"/>
              </a:lnSpc>
              <a:spcBef>
                <a:spcPct val="0"/>
              </a:spcBef>
            </a:pPr>
            <a:r>
              <a:rPr lang="zh-CN" altLang="en-US" sz="3200" b="1" i="0">
                <a:solidFill>
                  <a:schemeClr val="tx1"/>
                </a:solidFill>
              </a:rPr>
              <a:t>对外贸易乘数：</a:t>
            </a:r>
          </a:p>
          <a:p>
            <a:pPr>
              <a:lnSpc>
                <a:spcPct val="100000"/>
              </a:lnSpc>
              <a:spcBef>
                <a:spcPct val="0"/>
              </a:spcBef>
            </a:pPr>
            <a:r>
              <a:rPr lang="en-US" altLang="zh-CN" sz="3200" b="1" i="0">
                <a:solidFill>
                  <a:schemeClr val="tx1"/>
                </a:solidFill>
              </a:rPr>
              <a:t>dy/dx=1/</a:t>
            </a:r>
            <a:r>
              <a:rPr lang="zh-CN" altLang="en-US" sz="3200" b="1" i="0">
                <a:solidFill>
                  <a:schemeClr val="tx1"/>
                </a:solidFill>
              </a:rPr>
              <a:t>（</a:t>
            </a:r>
            <a:r>
              <a:rPr lang="en-US" altLang="zh-CN" sz="3200" b="1" i="0">
                <a:solidFill>
                  <a:schemeClr val="tx1"/>
                </a:solidFill>
              </a:rPr>
              <a:t>1-b+r</a:t>
            </a:r>
            <a:r>
              <a:rPr lang="zh-CN" altLang="en-US" sz="3200" b="1" i="0">
                <a:solidFill>
                  <a:schemeClr val="tx1"/>
                </a:solidFill>
              </a:rPr>
              <a:t>）</a:t>
            </a:r>
          </a:p>
        </p:txBody>
      </p:sp>
      <p:sp>
        <p:nvSpPr>
          <p:cNvPr id="75780" name="Slide Number Placeholder 1">
            <a:extLst>
              <a:ext uri="{FF2B5EF4-FFF2-40B4-BE49-F238E27FC236}">
                <a16:creationId xmlns:a16="http://schemas.microsoft.com/office/drawing/2014/main" id="{47EBA94B-AF97-E730-0D39-02D70666CF3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347A5FFA-B525-4DCA-8877-4710EC1A7052}" type="slidenum">
              <a:rPr lang="en-AU" altLang="zh-CN" sz="1400" i="0">
                <a:latin typeface="Arial" panose="020B0604020202020204" pitchFamily="34" charset="0"/>
              </a:rPr>
              <a:pPr algn="r"/>
              <a:t>64</a:t>
            </a:fld>
            <a:endParaRPr lang="en-AU" altLang="zh-CN" sz="1400" i="0">
              <a:latin typeface="Arial" panose="020B0604020202020204" pitchFamily="34" charset="0"/>
            </a:endParaRPr>
          </a:p>
        </p:txBody>
      </p:sp>
    </p:spTree>
  </p:cSld>
  <p:clrMapOvr>
    <a:masterClrMapping/>
  </p:clrMapOvr>
  <p:transition spd="med">
    <p:zoom/>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Title 1057793">
            <a:extLst>
              <a:ext uri="{FF2B5EF4-FFF2-40B4-BE49-F238E27FC236}">
                <a16:creationId xmlns:a16="http://schemas.microsoft.com/office/drawing/2014/main" id="{18ED6759-899A-3602-3034-F247153BDDE3}"/>
              </a:ext>
            </a:extLst>
          </p:cNvPr>
          <p:cNvSpPr>
            <a:spLocks noGrp="1" noChangeArrowheads="1"/>
          </p:cNvSpPr>
          <p:nvPr>
            <p:ph type="title"/>
          </p:nvPr>
        </p:nvSpPr>
        <p:spPr/>
        <p:txBody>
          <a:bodyPr/>
          <a:lstStyle/>
          <a:p>
            <a:r>
              <a:rPr lang="en-US" altLang="zh-CN">
                <a:solidFill>
                  <a:srgbClr val="FFFF00"/>
                </a:solidFill>
              </a:rPr>
              <a:t>T=T0</a:t>
            </a:r>
            <a:r>
              <a:rPr lang="zh-CN" altLang="en-US">
                <a:solidFill>
                  <a:srgbClr val="FFFF00"/>
                </a:solidFill>
              </a:rPr>
              <a:t>总额税时的均衡收入</a:t>
            </a:r>
          </a:p>
        </p:txBody>
      </p:sp>
      <p:sp>
        <p:nvSpPr>
          <p:cNvPr id="76802" name="Text Placeholder 1057794">
            <a:extLst>
              <a:ext uri="{FF2B5EF4-FFF2-40B4-BE49-F238E27FC236}">
                <a16:creationId xmlns:a16="http://schemas.microsoft.com/office/drawing/2014/main" id="{22FEB0B8-1937-587C-F813-5AAE8A791475}"/>
              </a:ext>
            </a:extLst>
          </p:cNvPr>
          <p:cNvSpPr>
            <a:spLocks noGrp="1" noChangeArrowheads="1"/>
          </p:cNvSpPr>
          <p:nvPr>
            <p:ph type="body" idx="1"/>
          </p:nvPr>
        </p:nvSpPr>
        <p:spPr>
          <a:xfrm>
            <a:off x="152400" y="2057400"/>
            <a:ext cx="2971800" cy="4114800"/>
          </a:xfrm>
        </p:spPr>
        <p:txBody>
          <a:bodyPr/>
          <a:lstStyle/>
          <a:p>
            <a:r>
              <a:rPr lang="zh-CN" altLang="en-US">
                <a:solidFill>
                  <a:schemeClr val="tx1"/>
                </a:solidFill>
                <a:ea typeface="黑体" panose="02010609060101010101" pitchFamily="49" charset="-122"/>
              </a:rPr>
              <a:t>已知</a:t>
            </a:r>
            <a:endParaRPr lang="zh-CN" altLang="en-US" b="1">
              <a:solidFill>
                <a:schemeClr val="tx1"/>
              </a:solidFill>
              <a:ea typeface="黑体" panose="02010609060101010101" pitchFamily="49" charset="-122"/>
            </a:endParaRPr>
          </a:p>
          <a:p>
            <a:pPr lvl="1"/>
            <a:r>
              <a:rPr lang="en-US" altLang="zh-CN" sz="2000" b="1">
                <a:solidFill>
                  <a:schemeClr val="tx1"/>
                </a:solidFill>
              </a:rPr>
              <a:t>C=160+0.75Y</a:t>
            </a:r>
            <a:r>
              <a:rPr lang="en-US" altLang="zh-CN" sz="2000" b="1" baseline="-25000">
                <a:solidFill>
                  <a:schemeClr val="tx1"/>
                </a:solidFill>
              </a:rPr>
              <a:t>d</a:t>
            </a:r>
            <a:endParaRPr lang="en-US" altLang="zh-CN" sz="2000" b="1">
              <a:solidFill>
                <a:schemeClr val="tx1"/>
              </a:solidFill>
            </a:endParaRPr>
          </a:p>
          <a:p>
            <a:pPr lvl="1"/>
            <a:r>
              <a:rPr lang="en-US" altLang="zh-CN" sz="2000" b="1">
                <a:solidFill>
                  <a:schemeClr val="tx1"/>
                </a:solidFill>
              </a:rPr>
              <a:t>T</a:t>
            </a:r>
            <a:r>
              <a:rPr lang="en-US" altLang="zh-CN" sz="2000" b="1" baseline="-25000">
                <a:solidFill>
                  <a:schemeClr val="tx1"/>
                </a:solidFill>
              </a:rPr>
              <a:t>0</a:t>
            </a:r>
            <a:r>
              <a:rPr lang="en-US" altLang="zh-CN" sz="2000" b="1">
                <a:solidFill>
                  <a:schemeClr val="tx1"/>
                </a:solidFill>
              </a:rPr>
              <a:t>=80</a:t>
            </a:r>
          </a:p>
          <a:p>
            <a:pPr lvl="1"/>
            <a:r>
              <a:rPr lang="en-US" altLang="zh-CN" sz="2000" b="1">
                <a:solidFill>
                  <a:schemeClr val="tx1"/>
                </a:solidFill>
              </a:rPr>
              <a:t>I</a:t>
            </a:r>
            <a:r>
              <a:rPr lang="en-US" altLang="zh-CN" sz="2000" b="1" baseline="-25000">
                <a:solidFill>
                  <a:schemeClr val="tx1"/>
                </a:solidFill>
              </a:rPr>
              <a:t>0</a:t>
            </a:r>
            <a:r>
              <a:rPr lang="en-US" altLang="zh-CN" sz="2000" b="1">
                <a:solidFill>
                  <a:schemeClr val="tx1"/>
                </a:solidFill>
              </a:rPr>
              <a:t>=100</a:t>
            </a:r>
          </a:p>
          <a:p>
            <a:pPr lvl="1"/>
            <a:r>
              <a:rPr lang="en-US" altLang="zh-CN" sz="2000" b="1">
                <a:solidFill>
                  <a:schemeClr val="tx1"/>
                </a:solidFill>
              </a:rPr>
              <a:t>G</a:t>
            </a:r>
            <a:r>
              <a:rPr lang="en-US" altLang="zh-CN" sz="2000" b="1" baseline="-25000">
                <a:solidFill>
                  <a:schemeClr val="tx1"/>
                </a:solidFill>
              </a:rPr>
              <a:t>0</a:t>
            </a:r>
            <a:r>
              <a:rPr lang="en-US" altLang="zh-CN" sz="2000" b="1">
                <a:solidFill>
                  <a:schemeClr val="tx1"/>
                </a:solidFill>
              </a:rPr>
              <a:t>=200</a:t>
            </a:r>
          </a:p>
          <a:p>
            <a:pPr lvl="1"/>
            <a:r>
              <a:rPr lang="en-US" altLang="zh-CN" sz="2000" b="1">
                <a:solidFill>
                  <a:schemeClr val="tx1"/>
                </a:solidFill>
              </a:rPr>
              <a:t>Y</a:t>
            </a:r>
            <a:r>
              <a:rPr lang="en-US" altLang="zh-CN" sz="2000" b="1" baseline="-25000">
                <a:solidFill>
                  <a:schemeClr val="tx1"/>
                </a:solidFill>
              </a:rPr>
              <a:t>d</a:t>
            </a:r>
            <a:r>
              <a:rPr lang="en-US" altLang="zh-CN" sz="2000" b="1">
                <a:solidFill>
                  <a:schemeClr val="tx1"/>
                </a:solidFill>
              </a:rPr>
              <a:t>=Y-T</a:t>
            </a:r>
            <a:r>
              <a:rPr lang="en-US" altLang="zh-CN" sz="2000" b="1" baseline="-25000">
                <a:solidFill>
                  <a:schemeClr val="tx1"/>
                </a:solidFill>
              </a:rPr>
              <a:t>0</a:t>
            </a:r>
            <a:endParaRPr lang="en-US" altLang="zh-CN" sz="2000" b="1">
              <a:solidFill>
                <a:schemeClr val="tx1"/>
              </a:solidFill>
            </a:endParaRPr>
          </a:p>
          <a:p>
            <a:r>
              <a:rPr lang="zh-CN" altLang="en-US" b="1">
                <a:solidFill>
                  <a:schemeClr val="tx1"/>
                </a:solidFill>
                <a:ea typeface="黑体" panose="02010609060101010101" pitchFamily="49" charset="-122"/>
              </a:rPr>
              <a:t>求均衡点</a:t>
            </a:r>
          </a:p>
        </p:txBody>
      </p:sp>
      <p:sp>
        <p:nvSpPr>
          <p:cNvPr id="1057796" name="文本框 1057795">
            <a:extLst>
              <a:ext uri="{FF2B5EF4-FFF2-40B4-BE49-F238E27FC236}">
                <a16:creationId xmlns:a16="http://schemas.microsoft.com/office/drawing/2014/main" id="{E77B65B4-0E86-2644-8DBE-2F56EA65DC19}"/>
              </a:ext>
            </a:extLst>
          </p:cNvPr>
          <p:cNvSpPr txBox="1">
            <a:spLocks noChangeArrowheads="1"/>
          </p:cNvSpPr>
          <p:nvPr/>
        </p:nvSpPr>
        <p:spPr bwMode="auto">
          <a:xfrm>
            <a:off x="3276600" y="1905000"/>
            <a:ext cx="5867400" cy="403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l" eaLnBrk="1" hangingPunct="1">
              <a:spcBef>
                <a:spcPct val="0"/>
              </a:spcBef>
              <a:buFont typeface="Arial" panose="020B0604020202020204" pitchFamily="34" charset="0"/>
              <a:buChar char="•"/>
            </a:pPr>
            <a:r>
              <a:rPr lang="en-US" altLang="zh-CN" sz="2400" b="1" i="0">
                <a:solidFill>
                  <a:schemeClr val="tx1"/>
                </a:solidFill>
                <a:latin typeface="Tahoma" panose="020B0604030504040204" pitchFamily="34" charset="0"/>
              </a:rPr>
              <a:t>AD=C+I+G</a:t>
            </a:r>
          </a:p>
          <a:p>
            <a:pPr algn="l" eaLnBrk="1" hangingPunct="1">
              <a:spcBef>
                <a:spcPct val="0"/>
              </a:spcBef>
              <a:buFont typeface="Arial" panose="020B0604020202020204" pitchFamily="34" charset="0"/>
              <a:buChar char="•"/>
            </a:pPr>
            <a:r>
              <a:rPr lang="en-US" altLang="zh-CN" sz="2400" b="1" i="0">
                <a:solidFill>
                  <a:schemeClr val="tx1"/>
                </a:solidFill>
                <a:latin typeface="Tahoma" panose="020B0604030504040204" pitchFamily="34" charset="0"/>
              </a:rPr>
              <a:t>    =160+0.75Y</a:t>
            </a:r>
            <a:r>
              <a:rPr lang="en-US" altLang="zh-CN" sz="2400" b="1" i="0" baseline="-25000">
                <a:solidFill>
                  <a:schemeClr val="tx1"/>
                </a:solidFill>
                <a:latin typeface="Tahoma" panose="020B0604030504040204" pitchFamily="34" charset="0"/>
              </a:rPr>
              <a:t>d</a:t>
            </a:r>
            <a:r>
              <a:rPr lang="en-US" altLang="zh-CN" sz="2400" b="1" i="0">
                <a:solidFill>
                  <a:schemeClr val="tx1"/>
                </a:solidFill>
                <a:latin typeface="Tahoma" panose="020B0604030504040204" pitchFamily="34" charset="0"/>
              </a:rPr>
              <a:t>+I+G</a:t>
            </a:r>
          </a:p>
          <a:p>
            <a:pPr algn="l" eaLnBrk="1" hangingPunct="1">
              <a:spcBef>
                <a:spcPct val="0"/>
              </a:spcBef>
              <a:buFont typeface="Arial" panose="020B0604020202020204" pitchFamily="34" charset="0"/>
              <a:buChar char="•"/>
            </a:pPr>
            <a:r>
              <a:rPr lang="en-US" altLang="zh-CN" sz="2400" b="1" i="0">
                <a:solidFill>
                  <a:schemeClr val="tx1"/>
                </a:solidFill>
                <a:latin typeface="Tahoma" panose="020B0604030504040204" pitchFamily="34" charset="0"/>
              </a:rPr>
              <a:t>    =160+0.75(Y-80)+100+200</a:t>
            </a:r>
          </a:p>
          <a:p>
            <a:pPr algn="l" eaLnBrk="1" hangingPunct="1">
              <a:spcBef>
                <a:spcPct val="0"/>
              </a:spcBef>
              <a:buFont typeface="Arial" panose="020B0604020202020204" pitchFamily="34" charset="0"/>
              <a:buChar char="•"/>
            </a:pPr>
            <a:r>
              <a:rPr lang="en-US" altLang="zh-CN" sz="2400" b="1" i="0">
                <a:solidFill>
                  <a:schemeClr val="tx1"/>
                </a:solidFill>
                <a:latin typeface="Tahoma" panose="020B0604030504040204" pitchFamily="34" charset="0"/>
              </a:rPr>
              <a:t>    =460+0.75(Y-80)</a:t>
            </a:r>
          </a:p>
          <a:p>
            <a:pPr algn="l" eaLnBrk="1" hangingPunct="1">
              <a:spcBef>
                <a:spcPct val="0"/>
              </a:spcBef>
              <a:buFont typeface="Arial" panose="020B0604020202020204" pitchFamily="34" charset="0"/>
              <a:buChar char="•"/>
            </a:pPr>
            <a:r>
              <a:rPr lang="en-US" altLang="zh-CN" sz="2400" b="1" i="0">
                <a:solidFill>
                  <a:schemeClr val="tx1"/>
                </a:solidFill>
                <a:latin typeface="Tahoma" panose="020B0604030504040204" pitchFamily="34" charset="0"/>
              </a:rPr>
              <a:t>AD=400+0.75Y</a:t>
            </a:r>
          </a:p>
          <a:p>
            <a:pPr algn="l" eaLnBrk="1" hangingPunct="1">
              <a:spcBef>
                <a:spcPct val="0"/>
              </a:spcBef>
              <a:buFont typeface="Arial" panose="020B0604020202020204" pitchFamily="34" charset="0"/>
              <a:buChar char="•"/>
            </a:pPr>
            <a:r>
              <a:rPr lang="en-US" altLang="zh-CN" sz="2400" b="1" i="0">
                <a:solidFill>
                  <a:schemeClr val="tx1"/>
                </a:solidFill>
                <a:latin typeface="Tahoma" panose="020B0604030504040204" pitchFamily="34" charset="0"/>
              </a:rPr>
              <a:t>AD=Y</a:t>
            </a:r>
          </a:p>
          <a:p>
            <a:pPr algn="l" eaLnBrk="1" hangingPunct="1">
              <a:spcBef>
                <a:spcPct val="0"/>
              </a:spcBef>
              <a:buFont typeface="Arial" panose="020B0604020202020204" pitchFamily="34" charset="0"/>
              <a:buChar char="•"/>
            </a:pPr>
            <a:r>
              <a:rPr lang="en-US" altLang="zh-CN" sz="2400" b="1" i="0">
                <a:solidFill>
                  <a:schemeClr val="tx1"/>
                </a:solidFill>
                <a:latin typeface="Tahoma" panose="020B0604030504040204" pitchFamily="34" charset="0"/>
              </a:rPr>
              <a:t>400+0.75Y=Y</a:t>
            </a:r>
          </a:p>
          <a:p>
            <a:pPr algn="l" eaLnBrk="1" hangingPunct="1">
              <a:spcBef>
                <a:spcPct val="0"/>
              </a:spcBef>
              <a:buFont typeface="Arial" panose="020B0604020202020204" pitchFamily="34" charset="0"/>
              <a:buChar char="•"/>
            </a:pPr>
            <a:r>
              <a:rPr lang="en-US" altLang="zh-CN" sz="2400" b="1" i="0">
                <a:solidFill>
                  <a:schemeClr val="tx1"/>
                </a:solidFill>
                <a:latin typeface="Tahoma" panose="020B0604030504040204" pitchFamily="34" charset="0"/>
              </a:rPr>
              <a:t>0.25Y=400</a:t>
            </a:r>
          </a:p>
          <a:p>
            <a:pPr algn="l" eaLnBrk="1" hangingPunct="1">
              <a:spcBef>
                <a:spcPct val="0"/>
              </a:spcBef>
              <a:buFont typeface="Arial" panose="020B0604020202020204" pitchFamily="34" charset="0"/>
              <a:buChar char="•"/>
            </a:pPr>
            <a:r>
              <a:rPr lang="en-US" altLang="zh-CN" sz="2400" b="1" i="0">
                <a:solidFill>
                  <a:schemeClr val="tx1"/>
                </a:solidFill>
                <a:latin typeface="Tahoma" panose="020B0604030504040204" pitchFamily="34" charset="0"/>
              </a:rPr>
              <a:t>Y=1600</a:t>
            </a:r>
            <a:r>
              <a:rPr lang="zh-CN" altLang="en-US" sz="2400" b="1" i="0">
                <a:solidFill>
                  <a:schemeClr val="tx1"/>
                </a:solidFill>
                <a:latin typeface="Tahoma" panose="020B0604030504040204" pitchFamily="34" charset="0"/>
              </a:rPr>
              <a:t>为均衡收入水平</a:t>
            </a:r>
          </a:p>
        </p:txBody>
      </p:sp>
      <p:sp>
        <p:nvSpPr>
          <p:cNvPr id="76804" name="Slide Number Placeholder 1">
            <a:extLst>
              <a:ext uri="{FF2B5EF4-FFF2-40B4-BE49-F238E27FC236}">
                <a16:creationId xmlns:a16="http://schemas.microsoft.com/office/drawing/2014/main" id="{A70730A5-5E69-82E3-7CD1-47C87A8D9CD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65741CD3-2631-4FDB-A52C-05B4BAA432C2}" type="slidenum">
              <a:rPr lang="en-AU" altLang="zh-CN" sz="1400" i="0">
                <a:latin typeface="Arial" panose="020B0604020202020204" pitchFamily="34" charset="0"/>
              </a:rPr>
              <a:pPr algn="r"/>
              <a:t>65</a:t>
            </a:fld>
            <a:endParaRPr lang="en-AU" altLang="zh-CN" sz="1400" i="0">
              <a:latin typeface="Arial" panose="020B0604020202020204" pitchFamily="34" charset="0"/>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057796">
                                            <p:txEl>
                                              <p:pRg st="0" end="0"/>
                                            </p:txEl>
                                          </p:spTgt>
                                        </p:tgtEl>
                                        <p:attrNameLst>
                                          <p:attrName>style.visibility</p:attrName>
                                        </p:attrNameLst>
                                      </p:cBhvr>
                                      <p:to>
                                        <p:strVal val="visible"/>
                                      </p:to>
                                    </p:set>
                                    <p:animEffect transition="in" filter="box(out)">
                                      <p:cBhvr>
                                        <p:cTn id="7" dur="500"/>
                                        <p:tgtEl>
                                          <p:spTgt spid="105779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057796">
                                            <p:txEl>
                                              <p:pRg st="1" end="1"/>
                                            </p:txEl>
                                          </p:spTgt>
                                        </p:tgtEl>
                                        <p:attrNameLst>
                                          <p:attrName>style.visibility</p:attrName>
                                        </p:attrNameLst>
                                      </p:cBhvr>
                                      <p:to>
                                        <p:strVal val="visible"/>
                                      </p:to>
                                    </p:set>
                                    <p:animEffect transition="in" filter="box(out)">
                                      <p:cBhvr>
                                        <p:cTn id="12" dur="500"/>
                                        <p:tgtEl>
                                          <p:spTgt spid="1057796">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057796">
                                            <p:txEl>
                                              <p:pRg st="2" end="2"/>
                                            </p:txEl>
                                          </p:spTgt>
                                        </p:tgtEl>
                                        <p:attrNameLst>
                                          <p:attrName>style.visibility</p:attrName>
                                        </p:attrNameLst>
                                      </p:cBhvr>
                                      <p:to>
                                        <p:strVal val="visible"/>
                                      </p:to>
                                    </p:set>
                                    <p:animEffect transition="in" filter="box(out)">
                                      <p:cBhvr>
                                        <p:cTn id="17" dur="500"/>
                                        <p:tgtEl>
                                          <p:spTgt spid="1057796">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057796">
                                            <p:txEl>
                                              <p:pRg st="3" end="3"/>
                                            </p:txEl>
                                          </p:spTgt>
                                        </p:tgtEl>
                                        <p:attrNameLst>
                                          <p:attrName>style.visibility</p:attrName>
                                        </p:attrNameLst>
                                      </p:cBhvr>
                                      <p:to>
                                        <p:strVal val="visible"/>
                                      </p:to>
                                    </p:set>
                                    <p:animEffect transition="in" filter="box(out)">
                                      <p:cBhvr>
                                        <p:cTn id="22" dur="500"/>
                                        <p:tgtEl>
                                          <p:spTgt spid="1057796">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057796">
                                            <p:txEl>
                                              <p:pRg st="4" end="4"/>
                                            </p:txEl>
                                          </p:spTgt>
                                        </p:tgtEl>
                                        <p:attrNameLst>
                                          <p:attrName>style.visibility</p:attrName>
                                        </p:attrNameLst>
                                      </p:cBhvr>
                                      <p:to>
                                        <p:strVal val="visible"/>
                                      </p:to>
                                    </p:set>
                                    <p:animEffect transition="in" filter="box(out)">
                                      <p:cBhvr>
                                        <p:cTn id="27" dur="500"/>
                                        <p:tgtEl>
                                          <p:spTgt spid="1057796">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1057796">
                                            <p:txEl>
                                              <p:pRg st="5" end="5"/>
                                            </p:txEl>
                                          </p:spTgt>
                                        </p:tgtEl>
                                        <p:attrNameLst>
                                          <p:attrName>style.visibility</p:attrName>
                                        </p:attrNameLst>
                                      </p:cBhvr>
                                      <p:to>
                                        <p:strVal val="visible"/>
                                      </p:to>
                                    </p:set>
                                    <p:animEffect transition="in" filter="box(out)">
                                      <p:cBhvr>
                                        <p:cTn id="32" dur="500"/>
                                        <p:tgtEl>
                                          <p:spTgt spid="1057796">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1057796">
                                            <p:txEl>
                                              <p:pRg st="6" end="6"/>
                                            </p:txEl>
                                          </p:spTgt>
                                        </p:tgtEl>
                                        <p:attrNameLst>
                                          <p:attrName>style.visibility</p:attrName>
                                        </p:attrNameLst>
                                      </p:cBhvr>
                                      <p:to>
                                        <p:strVal val="visible"/>
                                      </p:to>
                                    </p:set>
                                    <p:animEffect transition="in" filter="box(out)">
                                      <p:cBhvr>
                                        <p:cTn id="37" dur="500"/>
                                        <p:tgtEl>
                                          <p:spTgt spid="1057796">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1057796">
                                            <p:txEl>
                                              <p:pRg st="7" end="7"/>
                                            </p:txEl>
                                          </p:spTgt>
                                        </p:tgtEl>
                                        <p:attrNameLst>
                                          <p:attrName>style.visibility</p:attrName>
                                        </p:attrNameLst>
                                      </p:cBhvr>
                                      <p:to>
                                        <p:strVal val="visible"/>
                                      </p:to>
                                    </p:set>
                                    <p:animEffect transition="in" filter="box(out)">
                                      <p:cBhvr>
                                        <p:cTn id="42" dur="500"/>
                                        <p:tgtEl>
                                          <p:spTgt spid="1057796">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4" presetClass="entr" presetSubtype="32" fill="hold" grpId="0" nodeType="clickEffect">
                                  <p:stCondLst>
                                    <p:cond delay="0"/>
                                  </p:stCondLst>
                                  <p:childTnLst>
                                    <p:set>
                                      <p:cBhvr>
                                        <p:cTn id="46" dur="1" fill="hold">
                                          <p:stCondLst>
                                            <p:cond delay="0"/>
                                          </p:stCondLst>
                                        </p:cTn>
                                        <p:tgtEl>
                                          <p:spTgt spid="1057796">
                                            <p:txEl>
                                              <p:pRg st="8" end="8"/>
                                            </p:txEl>
                                          </p:spTgt>
                                        </p:tgtEl>
                                        <p:attrNameLst>
                                          <p:attrName>style.visibility</p:attrName>
                                        </p:attrNameLst>
                                      </p:cBhvr>
                                      <p:to>
                                        <p:strVal val="visible"/>
                                      </p:to>
                                    </p:set>
                                    <p:animEffect transition="in" filter="box(out)">
                                      <p:cBhvr>
                                        <p:cTn id="47" dur="500"/>
                                        <p:tgtEl>
                                          <p:spTgt spid="105779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7796" grpId="0" build="p" autoUpdateAnimBg="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Title 1058817">
            <a:extLst>
              <a:ext uri="{FF2B5EF4-FFF2-40B4-BE49-F238E27FC236}">
                <a16:creationId xmlns:a16="http://schemas.microsoft.com/office/drawing/2014/main" id="{C29022CF-C366-25BB-DAF0-B41D18D5BA58}"/>
              </a:ext>
            </a:extLst>
          </p:cNvPr>
          <p:cNvSpPr>
            <a:spLocks noGrp="1" noChangeArrowheads="1"/>
          </p:cNvSpPr>
          <p:nvPr>
            <p:ph type="title"/>
          </p:nvPr>
        </p:nvSpPr>
        <p:spPr/>
        <p:txBody>
          <a:bodyPr/>
          <a:lstStyle/>
          <a:p>
            <a:r>
              <a:rPr lang="zh-CN" altLang="en-US">
                <a:solidFill>
                  <a:srgbClr val="FFFF00"/>
                </a:solidFill>
              </a:rPr>
              <a:t>例题</a:t>
            </a:r>
            <a:r>
              <a:rPr lang="en-US" altLang="zh-CN">
                <a:solidFill>
                  <a:srgbClr val="FFFF00"/>
                </a:solidFill>
              </a:rPr>
              <a:t>1</a:t>
            </a:r>
          </a:p>
        </p:txBody>
      </p:sp>
      <p:sp>
        <p:nvSpPr>
          <p:cNvPr id="77826" name="Text Placeholder 1058818">
            <a:extLst>
              <a:ext uri="{FF2B5EF4-FFF2-40B4-BE49-F238E27FC236}">
                <a16:creationId xmlns:a16="http://schemas.microsoft.com/office/drawing/2014/main" id="{24708281-F2AA-3015-419D-4DC4C6D39D84}"/>
              </a:ext>
            </a:extLst>
          </p:cNvPr>
          <p:cNvSpPr>
            <a:spLocks noGrp="1" noChangeArrowheads="1"/>
          </p:cNvSpPr>
          <p:nvPr>
            <p:ph type="body" idx="1"/>
          </p:nvPr>
        </p:nvSpPr>
        <p:spPr>
          <a:xfrm>
            <a:off x="304800" y="2017713"/>
            <a:ext cx="8650288" cy="4114800"/>
          </a:xfrm>
        </p:spPr>
        <p:txBody>
          <a:bodyPr/>
          <a:lstStyle/>
          <a:p>
            <a:r>
              <a:rPr lang="zh-CN" altLang="en-US" sz="2000" b="1">
                <a:latin typeface="黑体" panose="02010609060101010101" pitchFamily="49" charset="-122"/>
                <a:ea typeface="黑体" panose="02010609060101010101" pitchFamily="49" charset="-122"/>
              </a:rPr>
              <a:t>已知：</a:t>
            </a:r>
            <a:r>
              <a:rPr lang="en-US" altLang="zh-CN" sz="2000" b="1">
                <a:latin typeface="黑体" panose="02010609060101010101" pitchFamily="49" charset="-122"/>
                <a:ea typeface="黑体" panose="02010609060101010101" pitchFamily="49" charset="-122"/>
              </a:rPr>
              <a:t>mpc=0.8</a:t>
            </a:r>
          </a:p>
          <a:p>
            <a:r>
              <a:rPr lang="zh-CN" altLang="en-US" sz="2000" b="1">
                <a:latin typeface="黑体" panose="02010609060101010101" pitchFamily="49" charset="-122"/>
                <a:ea typeface="黑体" panose="02010609060101010101" pitchFamily="49" charset="-122"/>
              </a:rPr>
              <a:t>问：政府增加</a:t>
            </a:r>
            <a:r>
              <a:rPr lang="en-US" altLang="zh-CN" sz="2000" b="1">
                <a:latin typeface="黑体" panose="02010609060101010101" pitchFamily="49" charset="-122"/>
                <a:ea typeface="黑体" panose="02010609060101010101" pitchFamily="49" charset="-122"/>
              </a:rPr>
              <a:t>200</a:t>
            </a:r>
            <a:r>
              <a:rPr lang="zh-CN" altLang="en-US" sz="2000" b="1">
                <a:latin typeface="黑体" panose="02010609060101010101" pitchFamily="49" charset="-122"/>
                <a:ea typeface="黑体" panose="02010609060101010101" pitchFamily="49" charset="-122"/>
              </a:rPr>
              <a:t>亿购买支出，国民收入如何变动？</a:t>
            </a:r>
          </a:p>
          <a:p>
            <a:pPr lvl="1"/>
            <a:r>
              <a:rPr lang="zh-CN" altLang="en-US" b="1">
                <a:latin typeface="黑体" panose="02010609060101010101" pitchFamily="49" charset="-122"/>
                <a:ea typeface="黑体" panose="02010609060101010101" pitchFamily="49" charset="-122"/>
              </a:rPr>
              <a:t>因为</a:t>
            </a:r>
            <a:r>
              <a:rPr lang="en-US" altLang="zh-CN" b="1">
                <a:latin typeface="黑体" panose="02010609060101010101" pitchFamily="49" charset="-122"/>
                <a:ea typeface="黑体" panose="02010609060101010101" pitchFamily="49" charset="-122"/>
              </a:rPr>
              <a:t>K</a:t>
            </a:r>
            <a:r>
              <a:rPr lang="en-US" altLang="zh-CN" b="1" baseline="-25000">
                <a:latin typeface="黑体" panose="02010609060101010101" pitchFamily="49" charset="-122"/>
                <a:ea typeface="黑体" panose="02010609060101010101" pitchFamily="49" charset="-122"/>
              </a:rPr>
              <a:t>G</a:t>
            </a:r>
            <a:r>
              <a:rPr lang="en-US" altLang="zh-CN" b="1">
                <a:latin typeface="黑体" panose="02010609060101010101" pitchFamily="49" charset="-122"/>
                <a:ea typeface="黑体" panose="02010609060101010101" pitchFamily="49" charset="-122"/>
              </a:rPr>
              <a:t>=1/</a:t>
            </a:r>
            <a:r>
              <a:rPr lang="zh-CN" altLang="en-US" b="1">
                <a:latin typeface="黑体" panose="02010609060101010101" pitchFamily="49" charset="-122"/>
                <a:ea typeface="黑体" panose="02010609060101010101" pitchFamily="49" charset="-122"/>
              </a:rPr>
              <a:t>（</a:t>
            </a:r>
            <a:r>
              <a:rPr lang="en-US" altLang="zh-CN" b="1">
                <a:latin typeface="黑体" panose="02010609060101010101" pitchFamily="49" charset="-122"/>
                <a:ea typeface="黑体" panose="02010609060101010101" pitchFamily="49" charset="-122"/>
              </a:rPr>
              <a:t>1-b</a:t>
            </a:r>
            <a:r>
              <a:rPr lang="zh-CN" altLang="en-US" b="1">
                <a:latin typeface="黑体" panose="02010609060101010101" pitchFamily="49" charset="-122"/>
                <a:ea typeface="黑体" panose="02010609060101010101" pitchFamily="49" charset="-122"/>
              </a:rPr>
              <a:t>）</a:t>
            </a:r>
            <a:r>
              <a:rPr lang="en-US" altLang="zh-CN" b="1">
                <a:latin typeface="黑体" panose="02010609060101010101" pitchFamily="49" charset="-122"/>
                <a:ea typeface="黑体" panose="02010609060101010101" pitchFamily="49" charset="-122"/>
              </a:rPr>
              <a:t>=5</a:t>
            </a:r>
          </a:p>
          <a:p>
            <a:pPr lvl="1"/>
            <a:r>
              <a:rPr lang="zh-CN" altLang="en-US" b="1">
                <a:latin typeface="黑体" panose="02010609060101010101" pitchFamily="49" charset="-122"/>
                <a:ea typeface="黑体" panose="02010609060101010101" pitchFamily="49" charset="-122"/>
              </a:rPr>
              <a:t>有</a:t>
            </a:r>
          </a:p>
          <a:p>
            <a:pPr lvl="1"/>
            <a:endParaRPr lang="zh-CN" altLang="en-US" b="1">
              <a:latin typeface="黑体" panose="02010609060101010101" pitchFamily="49" charset="-122"/>
              <a:ea typeface="黑体" panose="02010609060101010101" pitchFamily="49" charset="-122"/>
            </a:endParaRPr>
          </a:p>
          <a:p>
            <a:pPr lvl="1"/>
            <a:endParaRPr lang="zh-CN" altLang="en-US" sz="2000" b="1">
              <a:latin typeface="黑体" panose="02010609060101010101" pitchFamily="49" charset="-122"/>
              <a:ea typeface="黑体" panose="02010609060101010101" pitchFamily="49" charset="-122"/>
            </a:endParaRPr>
          </a:p>
          <a:p>
            <a:pPr lvl="1"/>
            <a:endParaRPr lang="zh-CN" altLang="en-US" sz="2000" b="1">
              <a:latin typeface="黑体" panose="02010609060101010101" pitchFamily="49" charset="-122"/>
              <a:ea typeface="黑体" panose="02010609060101010101" pitchFamily="49" charset="-122"/>
            </a:endParaRPr>
          </a:p>
          <a:p>
            <a:r>
              <a:rPr lang="zh-CN" altLang="en-US" sz="2000" b="1">
                <a:solidFill>
                  <a:schemeClr val="tx2"/>
                </a:solidFill>
                <a:latin typeface="黑体" panose="02010609060101010101" pitchFamily="49" charset="-122"/>
                <a:ea typeface="黑体" panose="02010609060101010101" pitchFamily="49" charset="-122"/>
              </a:rPr>
              <a:t>如果减少</a:t>
            </a:r>
            <a:r>
              <a:rPr lang="en-US" altLang="zh-CN" sz="2000" b="1">
                <a:solidFill>
                  <a:schemeClr val="tx2"/>
                </a:solidFill>
                <a:latin typeface="黑体" panose="02010609060101010101" pitchFamily="49" charset="-122"/>
                <a:ea typeface="黑体" panose="02010609060101010101" pitchFamily="49" charset="-122"/>
              </a:rPr>
              <a:t>200</a:t>
            </a:r>
            <a:r>
              <a:rPr lang="zh-CN" altLang="en-US" sz="2000" b="1">
                <a:solidFill>
                  <a:schemeClr val="tx2"/>
                </a:solidFill>
                <a:latin typeface="黑体" panose="02010609060101010101" pitchFamily="49" charset="-122"/>
                <a:ea typeface="黑体" panose="02010609060101010101" pitchFamily="49" charset="-122"/>
              </a:rPr>
              <a:t>亿购买支出，结果如何？</a:t>
            </a:r>
          </a:p>
        </p:txBody>
      </p:sp>
      <p:graphicFrame>
        <p:nvGraphicFramePr>
          <p:cNvPr id="77827" name="对象 1058819">
            <a:extLst>
              <a:ext uri="{FF2B5EF4-FFF2-40B4-BE49-F238E27FC236}">
                <a16:creationId xmlns:a16="http://schemas.microsoft.com/office/drawing/2014/main" id="{7BC52822-07F9-A2A0-16E9-BE1084A1A727}"/>
              </a:ext>
            </a:extLst>
          </p:cNvPr>
          <p:cNvGraphicFramePr>
            <a:graphicFrameLocks/>
          </p:cNvGraphicFramePr>
          <p:nvPr/>
        </p:nvGraphicFramePr>
        <p:xfrm>
          <a:off x="1524000" y="4267200"/>
          <a:ext cx="6297613" cy="685800"/>
        </p:xfrm>
        <a:graphic>
          <a:graphicData uri="http://schemas.openxmlformats.org/presentationml/2006/ole">
            <mc:AlternateContent xmlns:mc="http://schemas.openxmlformats.org/markup-compatibility/2006">
              <mc:Choice xmlns:v="urn:schemas-microsoft-com:vml" Requires="v">
                <p:oleObj r:id="rId2" imgW="52121117" imgH="5181917" progId="Equation.3">
                  <p:embed/>
                </p:oleObj>
              </mc:Choice>
              <mc:Fallback>
                <p:oleObj r:id="rId2" imgW="52121117" imgH="5181917" progId="Equation.3">
                  <p:embed/>
                  <p:pic>
                    <p:nvPicPr>
                      <p:cNvPr id="0" name="对象 1058819"/>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4267200"/>
                        <a:ext cx="6297613" cy="685800"/>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pic>
                </p:oleObj>
              </mc:Fallback>
            </mc:AlternateContent>
          </a:graphicData>
        </a:graphic>
      </p:graphicFrame>
      <p:sp>
        <p:nvSpPr>
          <p:cNvPr id="77828" name="Slide Number Placeholder 1">
            <a:extLst>
              <a:ext uri="{FF2B5EF4-FFF2-40B4-BE49-F238E27FC236}">
                <a16:creationId xmlns:a16="http://schemas.microsoft.com/office/drawing/2014/main" id="{DB408170-E852-9A1D-4F03-FA1B8B469ED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0E217F4A-0AB9-44E0-816C-689472D13D82}" type="slidenum">
              <a:rPr lang="en-AU" altLang="zh-CN" sz="1400" i="0">
                <a:latin typeface="Arial" panose="020B0604020202020204" pitchFamily="34" charset="0"/>
              </a:rPr>
              <a:pPr algn="r"/>
              <a:t>66</a:t>
            </a:fld>
            <a:endParaRPr lang="en-AU" altLang="zh-CN" sz="1400" i="0">
              <a:latin typeface="Arial" panose="020B0604020202020204" pitchFamily="34" charset="0"/>
            </a:endParaRPr>
          </a:p>
        </p:txBody>
      </p:sp>
    </p:spTree>
  </p:cSld>
  <p:clrMapOvr>
    <a:masterClrMapping/>
  </p:clrMapOvr>
  <p:transition spd="med">
    <p:zoom/>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Title 1059841">
            <a:extLst>
              <a:ext uri="{FF2B5EF4-FFF2-40B4-BE49-F238E27FC236}">
                <a16:creationId xmlns:a16="http://schemas.microsoft.com/office/drawing/2014/main" id="{BF51D7E1-35FF-D615-5D81-B72EF3B68966}"/>
              </a:ext>
            </a:extLst>
          </p:cNvPr>
          <p:cNvSpPr>
            <a:spLocks noGrp="1" noChangeArrowheads="1"/>
          </p:cNvSpPr>
          <p:nvPr>
            <p:ph type="title"/>
          </p:nvPr>
        </p:nvSpPr>
        <p:spPr/>
        <p:txBody>
          <a:bodyPr/>
          <a:lstStyle/>
          <a:p>
            <a:r>
              <a:rPr lang="zh-CN" altLang="en-US">
                <a:solidFill>
                  <a:srgbClr val="FFFF00"/>
                </a:solidFill>
              </a:rPr>
              <a:t>例题</a:t>
            </a:r>
            <a:r>
              <a:rPr lang="en-US" altLang="zh-CN">
                <a:solidFill>
                  <a:srgbClr val="FFFF00"/>
                </a:solidFill>
              </a:rPr>
              <a:t>2</a:t>
            </a:r>
          </a:p>
        </p:txBody>
      </p:sp>
      <p:sp>
        <p:nvSpPr>
          <p:cNvPr id="78850" name="Text Placeholder 1059842">
            <a:extLst>
              <a:ext uri="{FF2B5EF4-FFF2-40B4-BE49-F238E27FC236}">
                <a16:creationId xmlns:a16="http://schemas.microsoft.com/office/drawing/2014/main" id="{420EA4F9-34E6-0C2D-F02C-6D11CCBB8D1D}"/>
              </a:ext>
            </a:extLst>
          </p:cNvPr>
          <p:cNvSpPr>
            <a:spLocks noGrp="1" noChangeArrowheads="1"/>
          </p:cNvSpPr>
          <p:nvPr>
            <p:ph type="body" idx="1"/>
          </p:nvPr>
        </p:nvSpPr>
        <p:spPr>
          <a:xfrm>
            <a:off x="457200" y="2057400"/>
            <a:ext cx="8153400" cy="4114800"/>
          </a:xfrm>
        </p:spPr>
        <p:txBody>
          <a:bodyPr/>
          <a:lstStyle/>
          <a:p>
            <a:r>
              <a:rPr lang="zh-CN" altLang="en-US" b="1">
                <a:latin typeface="黑体" panose="02010609060101010101" pitchFamily="49" charset="-122"/>
                <a:ea typeface="黑体" panose="02010609060101010101" pitchFamily="49" charset="-122"/>
              </a:rPr>
              <a:t>已知：</a:t>
            </a:r>
            <a:r>
              <a:rPr lang="en-US" altLang="zh-CN" b="1">
                <a:latin typeface="黑体" panose="02010609060101010101" pitchFamily="49" charset="-122"/>
                <a:ea typeface="黑体" panose="02010609060101010101" pitchFamily="49" charset="-122"/>
              </a:rPr>
              <a:t>mpc=0.8</a:t>
            </a:r>
          </a:p>
          <a:p>
            <a:r>
              <a:rPr lang="zh-CN" altLang="en-US" b="1">
                <a:latin typeface="黑体" panose="02010609060101010101" pitchFamily="49" charset="-122"/>
                <a:ea typeface="黑体" panose="02010609060101010101" pitchFamily="49" charset="-122"/>
              </a:rPr>
              <a:t>问：政府增税</a:t>
            </a:r>
            <a:r>
              <a:rPr lang="en-US" altLang="zh-CN" b="1">
                <a:latin typeface="黑体" panose="02010609060101010101" pitchFamily="49" charset="-122"/>
                <a:ea typeface="黑体" panose="02010609060101010101" pitchFamily="49" charset="-122"/>
              </a:rPr>
              <a:t>200</a:t>
            </a:r>
            <a:r>
              <a:rPr lang="zh-CN" altLang="en-US" b="1">
                <a:latin typeface="黑体" panose="02010609060101010101" pitchFamily="49" charset="-122"/>
                <a:ea typeface="黑体" panose="02010609060101010101" pitchFamily="49" charset="-122"/>
              </a:rPr>
              <a:t>亿，国民收入如何变动？</a:t>
            </a:r>
          </a:p>
          <a:p>
            <a:pPr lvl="1"/>
            <a:r>
              <a:rPr lang="zh-CN" altLang="en-US" b="1">
                <a:latin typeface="黑体" panose="02010609060101010101" pitchFamily="49" charset="-122"/>
                <a:ea typeface="黑体" panose="02010609060101010101" pitchFamily="49" charset="-122"/>
              </a:rPr>
              <a:t>解：</a:t>
            </a:r>
            <a:r>
              <a:rPr lang="en-US" altLang="zh-CN" sz="2800" b="1">
                <a:latin typeface="黑体" panose="02010609060101010101" pitchFamily="49" charset="-122"/>
                <a:ea typeface="黑体" panose="02010609060101010101" pitchFamily="49" charset="-122"/>
              </a:rPr>
              <a:t>K</a:t>
            </a:r>
            <a:r>
              <a:rPr lang="en-US" altLang="zh-CN" sz="2800" b="1" baseline="-25000">
                <a:latin typeface="黑体" panose="02010609060101010101" pitchFamily="49" charset="-122"/>
                <a:ea typeface="黑体" panose="02010609060101010101" pitchFamily="49" charset="-122"/>
              </a:rPr>
              <a:t>T</a:t>
            </a:r>
            <a:r>
              <a:rPr lang="en-US" altLang="zh-CN" sz="2800" b="1">
                <a:latin typeface="黑体" panose="02010609060101010101" pitchFamily="49" charset="-122"/>
                <a:ea typeface="黑体" panose="02010609060101010101" pitchFamily="49" charset="-122"/>
              </a:rPr>
              <a:t>=-b/(1-b)=-4</a:t>
            </a:r>
            <a:r>
              <a:rPr lang="zh-CN" altLang="en-US" sz="2800" b="1">
                <a:latin typeface="黑体" panose="02010609060101010101" pitchFamily="49" charset="-122"/>
                <a:ea typeface="黑体" panose="02010609060101010101" pitchFamily="49" charset="-122"/>
              </a:rPr>
              <a:t>（</a:t>
            </a:r>
            <a:r>
              <a:rPr lang="zh-CN" altLang="en-US" sz="2000" b="1">
                <a:solidFill>
                  <a:schemeClr val="hlink"/>
                </a:solidFill>
                <a:latin typeface="黑体" panose="02010609060101010101" pitchFamily="49" charset="-122"/>
                <a:ea typeface="黑体" panose="02010609060101010101" pitchFamily="49" charset="-122"/>
              </a:rPr>
              <a:t>理解负值的含义</a:t>
            </a:r>
            <a:r>
              <a:rPr lang="zh-CN" altLang="en-US" sz="2800" b="1">
                <a:latin typeface="黑体" panose="02010609060101010101" pitchFamily="49" charset="-122"/>
                <a:ea typeface="黑体" panose="02010609060101010101" pitchFamily="49" charset="-122"/>
              </a:rPr>
              <a:t>）</a:t>
            </a:r>
          </a:p>
          <a:p>
            <a:pPr lvl="1"/>
            <a:r>
              <a:rPr lang="zh-CN" altLang="en-US" b="1">
                <a:latin typeface="黑体" panose="02010609060101010101" pitchFamily="49" charset="-122"/>
                <a:ea typeface="黑体" panose="02010609060101010101" pitchFamily="49" charset="-122"/>
              </a:rPr>
              <a:t>有</a:t>
            </a:r>
          </a:p>
          <a:p>
            <a:endParaRPr lang="zh-CN" altLang="en-US" b="1">
              <a:latin typeface="黑体" panose="02010609060101010101" pitchFamily="49" charset="-122"/>
              <a:ea typeface="黑体" panose="02010609060101010101" pitchFamily="49" charset="-122"/>
            </a:endParaRPr>
          </a:p>
          <a:p>
            <a:r>
              <a:rPr lang="zh-CN" altLang="en-US" b="1">
                <a:solidFill>
                  <a:schemeClr val="folHlink"/>
                </a:solidFill>
                <a:latin typeface="黑体" panose="02010609060101010101" pitchFamily="49" charset="-122"/>
                <a:ea typeface="黑体" panose="02010609060101010101" pitchFamily="49" charset="-122"/>
              </a:rPr>
              <a:t>如果，政府减税</a:t>
            </a:r>
            <a:r>
              <a:rPr lang="en-US" altLang="zh-CN" b="1">
                <a:solidFill>
                  <a:schemeClr val="folHlink"/>
                </a:solidFill>
                <a:latin typeface="黑体" panose="02010609060101010101" pitchFamily="49" charset="-122"/>
                <a:ea typeface="黑体" panose="02010609060101010101" pitchFamily="49" charset="-122"/>
              </a:rPr>
              <a:t>200</a:t>
            </a:r>
            <a:r>
              <a:rPr lang="zh-CN" altLang="en-US" b="1">
                <a:solidFill>
                  <a:schemeClr val="folHlink"/>
                </a:solidFill>
                <a:latin typeface="黑体" panose="02010609060101010101" pitchFamily="49" charset="-122"/>
                <a:ea typeface="黑体" panose="02010609060101010101" pitchFamily="49" charset="-122"/>
              </a:rPr>
              <a:t>亿，结果如何？</a:t>
            </a:r>
          </a:p>
        </p:txBody>
      </p:sp>
      <p:graphicFrame>
        <p:nvGraphicFramePr>
          <p:cNvPr id="78851" name="对象 1059843">
            <a:extLst>
              <a:ext uri="{FF2B5EF4-FFF2-40B4-BE49-F238E27FC236}">
                <a16:creationId xmlns:a16="http://schemas.microsoft.com/office/drawing/2014/main" id="{83EB663C-24AC-220D-4518-5CB931704A20}"/>
              </a:ext>
            </a:extLst>
          </p:cNvPr>
          <p:cNvGraphicFramePr>
            <a:graphicFrameLocks/>
          </p:cNvGraphicFramePr>
          <p:nvPr/>
        </p:nvGraphicFramePr>
        <p:xfrm>
          <a:off x="2124075" y="3789363"/>
          <a:ext cx="6629400" cy="685800"/>
        </p:xfrm>
        <a:graphic>
          <a:graphicData uri="http://schemas.openxmlformats.org/presentationml/2006/ole">
            <mc:AlternateContent xmlns:mc="http://schemas.openxmlformats.org/markup-compatibility/2006">
              <mc:Choice xmlns:v="urn:schemas-microsoft-com:vml" Requires="v">
                <p:oleObj r:id="rId2" imgW="54864317" imgH="5181917" progId="Equation.3">
                  <p:embed/>
                </p:oleObj>
              </mc:Choice>
              <mc:Fallback>
                <p:oleObj r:id="rId2" imgW="54864317" imgH="5181917" progId="Equation.3">
                  <p:embed/>
                  <p:pic>
                    <p:nvPicPr>
                      <p:cNvPr id="0" name="对象 105984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4075" y="3789363"/>
                        <a:ext cx="6629400" cy="685800"/>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pic>
                </p:oleObj>
              </mc:Fallback>
            </mc:AlternateContent>
          </a:graphicData>
        </a:graphic>
      </p:graphicFrame>
      <p:sp>
        <p:nvSpPr>
          <p:cNvPr id="78852" name="笑脸 1059844">
            <a:hlinkClick r:id="" action="ppaction://noaction"/>
            <a:extLst>
              <a:ext uri="{FF2B5EF4-FFF2-40B4-BE49-F238E27FC236}">
                <a16:creationId xmlns:a16="http://schemas.microsoft.com/office/drawing/2014/main" id="{821EF6CF-3EF2-BA54-5813-FB5BE693ACAD}"/>
              </a:ext>
            </a:extLst>
          </p:cNvPr>
          <p:cNvSpPr>
            <a:spLocks noChangeArrowheads="1"/>
          </p:cNvSpPr>
          <p:nvPr/>
        </p:nvSpPr>
        <p:spPr bwMode="auto">
          <a:xfrm>
            <a:off x="7956550" y="476250"/>
            <a:ext cx="838200" cy="762000"/>
          </a:xfrm>
          <a:prstGeom prst="smileyFace">
            <a:avLst>
              <a:gd name="adj" fmla="val 4653"/>
            </a:avLst>
          </a:prstGeom>
          <a:noFill/>
          <a:ln w="31750"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78853" name="Slide Number Placeholder 1">
            <a:extLst>
              <a:ext uri="{FF2B5EF4-FFF2-40B4-BE49-F238E27FC236}">
                <a16:creationId xmlns:a16="http://schemas.microsoft.com/office/drawing/2014/main" id="{C3877B6C-5252-01D0-17F6-F886F92FAB2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C7CA4356-4A99-4200-94DB-803999A2417F}" type="slidenum">
              <a:rPr lang="en-AU" altLang="zh-CN" sz="1400" i="0">
                <a:latin typeface="Arial" panose="020B0604020202020204" pitchFamily="34" charset="0"/>
              </a:rPr>
              <a:pPr algn="r"/>
              <a:t>67</a:t>
            </a:fld>
            <a:endParaRPr lang="en-AU" altLang="zh-CN" sz="1400" i="0">
              <a:latin typeface="Arial" panose="020B0604020202020204" pitchFamily="34" charset="0"/>
            </a:endParaRPr>
          </a:p>
        </p:txBody>
      </p:sp>
    </p:spTree>
  </p:cSld>
  <p:clrMapOvr>
    <a:masterClrMapping/>
  </p:clrMapOvr>
  <p:transition spd="med">
    <p:zoom/>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Title 1062913">
            <a:extLst>
              <a:ext uri="{FF2B5EF4-FFF2-40B4-BE49-F238E27FC236}">
                <a16:creationId xmlns:a16="http://schemas.microsoft.com/office/drawing/2014/main" id="{540881D9-6D18-4CCD-5774-B068BDAE8AF8}"/>
              </a:ext>
            </a:extLst>
          </p:cNvPr>
          <p:cNvSpPr>
            <a:spLocks noGrp="1" noChangeArrowheads="1"/>
          </p:cNvSpPr>
          <p:nvPr>
            <p:ph type="title"/>
          </p:nvPr>
        </p:nvSpPr>
        <p:spPr>
          <a:xfrm>
            <a:off x="912813" y="0"/>
            <a:ext cx="8231187" cy="908050"/>
          </a:xfrm>
        </p:spPr>
        <p:txBody>
          <a:bodyPr/>
          <a:lstStyle/>
          <a:p>
            <a:r>
              <a:rPr lang="en-US" altLang="zh-CN">
                <a:solidFill>
                  <a:srgbClr val="FFFF00"/>
                </a:solidFill>
              </a:rPr>
              <a:t>T=0.2Y</a:t>
            </a:r>
            <a:r>
              <a:rPr lang="zh-CN" altLang="en-US">
                <a:solidFill>
                  <a:srgbClr val="FFFF00"/>
                </a:solidFill>
              </a:rPr>
              <a:t>比例税时的均衡收入</a:t>
            </a:r>
          </a:p>
        </p:txBody>
      </p:sp>
      <p:sp>
        <p:nvSpPr>
          <p:cNvPr id="79874" name="Text Placeholder 1062914">
            <a:extLst>
              <a:ext uri="{FF2B5EF4-FFF2-40B4-BE49-F238E27FC236}">
                <a16:creationId xmlns:a16="http://schemas.microsoft.com/office/drawing/2014/main" id="{F9F13AA4-F5E6-3BB4-E6B4-84A0A2DB0494}"/>
              </a:ext>
            </a:extLst>
          </p:cNvPr>
          <p:cNvSpPr>
            <a:spLocks noGrp="1" noChangeArrowheads="1"/>
          </p:cNvSpPr>
          <p:nvPr>
            <p:ph type="body" idx="1"/>
          </p:nvPr>
        </p:nvSpPr>
        <p:spPr>
          <a:xfrm>
            <a:off x="228600" y="2133600"/>
            <a:ext cx="3048000" cy="4114800"/>
          </a:xfrm>
        </p:spPr>
        <p:txBody>
          <a:bodyPr/>
          <a:lstStyle/>
          <a:p>
            <a:r>
              <a:rPr lang="zh-CN" altLang="en-US">
                <a:solidFill>
                  <a:schemeClr val="tx1"/>
                </a:solidFill>
              </a:rPr>
              <a:t>已知</a:t>
            </a:r>
          </a:p>
          <a:p>
            <a:pPr lvl="1"/>
            <a:r>
              <a:rPr lang="en-US" altLang="zh-CN" sz="2000">
                <a:solidFill>
                  <a:schemeClr val="tx1"/>
                </a:solidFill>
              </a:rPr>
              <a:t>C=160+0.75Y</a:t>
            </a:r>
            <a:r>
              <a:rPr lang="en-US" altLang="zh-CN" sz="2000" baseline="-25000">
                <a:solidFill>
                  <a:schemeClr val="tx1"/>
                </a:solidFill>
              </a:rPr>
              <a:t>d</a:t>
            </a:r>
            <a:endParaRPr lang="en-US" altLang="zh-CN" sz="2000">
              <a:solidFill>
                <a:schemeClr val="tx1"/>
              </a:solidFill>
            </a:endParaRPr>
          </a:p>
          <a:p>
            <a:pPr lvl="1"/>
            <a:r>
              <a:rPr lang="en-US" altLang="zh-CN" sz="2000">
                <a:solidFill>
                  <a:schemeClr val="tx1"/>
                </a:solidFill>
              </a:rPr>
              <a:t>T=0.2Y</a:t>
            </a:r>
          </a:p>
          <a:p>
            <a:pPr lvl="1"/>
            <a:r>
              <a:rPr lang="en-US" altLang="zh-CN" sz="2000">
                <a:solidFill>
                  <a:schemeClr val="tx1"/>
                </a:solidFill>
              </a:rPr>
              <a:t>I=100</a:t>
            </a:r>
          </a:p>
          <a:p>
            <a:pPr lvl="1"/>
            <a:r>
              <a:rPr lang="en-US" altLang="zh-CN" sz="2000">
                <a:solidFill>
                  <a:schemeClr val="tx1"/>
                </a:solidFill>
              </a:rPr>
              <a:t>G=200</a:t>
            </a:r>
          </a:p>
          <a:p>
            <a:pPr lvl="1"/>
            <a:r>
              <a:rPr lang="en-US" altLang="zh-CN" sz="2000">
                <a:solidFill>
                  <a:schemeClr val="tx1"/>
                </a:solidFill>
              </a:rPr>
              <a:t>Y</a:t>
            </a:r>
            <a:r>
              <a:rPr lang="en-US" altLang="zh-CN" sz="2000" baseline="-25000">
                <a:solidFill>
                  <a:schemeClr val="tx1"/>
                </a:solidFill>
              </a:rPr>
              <a:t>d</a:t>
            </a:r>
            <a:r>
              <a:rPr lang="en-US" altLang="zh-CN" sz="2000">
                <a:solidFill>
                  <a:schemeClr val="tx1"/>
                </a:solidFill>
              </a:rPr>
              <a:t>=Y-T</a:t>
            </a:r>
          </a:p>
          <a:p>
            <a:r>
              <a:rPr lang="zh-CN" altLang="en-US" sz="2000">
                <a:solidFill>
                  <a:schemeClr val="tx1"/>
                </a:solidFill>
              </a:rPr>
              <a:t>求均衡点</a:t>
            </a:r>
          </a:p>
        </p:txBody>
      </p:sp>
      <p:sp>
        <p:nvSpPr>
          <p:cNvPr id="79875" name="文本框 1062915">
            <a:extLst>
              <a:ext uri="{FF2B5EF4-FFF2-40B4-BE49-F238E27FC236}">
                <a16:creationId xmlns:a16="http://schemas.microsoft.com/office/drawing/2014/main" id="{617D504E-1714-D0F4-5DEF-46C7C44F6B18}"/>
              </a:ext>
            </a:extLst>
          </p:cNvPr>
          <p:cNvSpPr txBox="1">
            <a:spLocks noChangeArrowheads="1"/>
          </p:cNvSpPr>
          <p:nvPr/>
        </p:nvSpPr>
        <p:spPr bwMode="auto">
          <a:xfrm>
            <a:off x="3657600" y="18288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endParaRPr lang="zh-CN" altLang="en-US" sz="2400" i="0">
              <a:solidFill>
                <a:schemeClr val="tx1"/>
              </a:solidFill>
              <a:latin typeface="Tahoma" panose="020B0604030504040204" pitchFamily="34" charset="0"/>
            </a:endParaRPr>
          </a:p>
        </p:txBody>
      </p:sp>
      <p:sp>
        <p:nvSpPr>
          <p:cNvPr id="1062917" name="文本框 1062916">
            <a:extLst>
              <a:ext uri="{FF2B5EF4-FFF2-40B4-BE49-F238E27FC236}">
                <a16:creationId xmlns:a16="http://schemas.microsoft.com/office/drawing/2014/main" id="{6B62019A-F27F-EDB6-53BA-68F78F58B812}"/>
              </a:ext>
            </a:extLst>
          </p:cNvPr>
          <p:cNvSpPr txBox="1">
            <a:spLocks noChangeArrowheads="1"/>
          </p:cNvSpPr>
          <p:nvPr/>
        </p:nvSpPr>
        <p:spPr bwMode="auto">
          <a:xfrm>
            <a:off x="3352800" y="1905000"/>
            <a:ext cx="5410200" cy="440055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0"/>
              </a:spcBef>
              <a:buFont typeface="Arial" panose="020B0604020202020204" pitchFamily="34" charset="0"/>
              <a:buChar char="•"/>
            </a:pPr>
            <a:r>
              <a:rPr lang="en-US" altLang="zh-CN" sz="2400" b="1" i="0">
                <a:solidFill>
                  <a:schemeClr val="bg2"/>
                </a:solidFill>
                <a:latin typeface="Tahoma" panose="020B0604030504040204" pitchFamily="34" charset="0"/>
              </a:rPr>
              <a:t>AD=C+I+G</a:t>
            </a:r>
          </a:p>
          <a:p>
            <a:pPr>
              <a:spcBef>
                <a:spcPct val="0"/>
              </a:spcBef>
              <a:buFont typeface="Arial" panose="020B0604020202020204" pitchFamily="34" charset="0"/>
              <a:buChar char="•"/>
            </a:pPr>
            <a:r>
              <a:rPr lang="en-US" altLang="zh-CN" sz="2400" b="1" i="0">
                <a:solidFill>
                  <a:schemeClr val="bg2"/>
                </a:solidFill>
                <a:latin typeface="Tahoma" panose="020B0604030504040204" pitchFamily="34" charset="0"/>
              </a:rPr>
              <a:t>    =160+0.75Yd+I+G</a:t>
            </a:r>
          </a:p>
          <a:p>
            <a:pPr>
              <a:spcBef>
                <a:spcPct val="0"/>
              </a:spcBef>
              <a:buFont typeface="Arial" panose="020B0604020202020204" pitchFamily="34" charset="0"/>
              <a:buChar char="•"/>
            </a:pPr>
            <a:r>
              <a:rPr lang="en-US" altLang="zh-CN" sz="2400" b="1" i="0">
                <a:solidFill>
                  <a:schemeClr val="bg2"/>
                </a:solidFill>
                <a:latin typeface="Tahoma" panose="020B0604030504040204" pitchFamily="34" charset="0"/>
              </a:rPr>
              <a:t>    =160+0.75(Y-0.2Y)+100+200</a:t>
            </a:r>
          </a:p>
          <a:p>
            <a:pPr>
              <a:spcBef>
                <a:spcPct val="0"/>
              </a:spcBef>
              <a:buFont typeface="Arial" panose="020B0604020202020204" pitchFamily="34" charset="0"/>
              <a:buChar char="•"/>
            </a:pPr>
            <a:r>
              <a:rPr lang="en-US" altLang="zh-CN" sz="2400" b="1" i="0">
                <a:solidFill>
                  <a:schemeClr val="bg2"/>
                </a:solidFill>
                <a:latin typeface="Tahoma" panose="020B0604030504040204" pitchFamily="34" charset="0"/>
              </a:rPr>
              <a:t>    =460+0.75X0.8Y</a:t>
            </a:r>
          </a:p>
          <a:p>
            <a:pPr>
              <a:spcBef>
                <a:spcPct val="0"/>
              </a:spcBef>
              <a:buFont typeface="Arial" panose="020B0604020202020204" pitchFamily="34" charset="0"/>
              <a:buChar char="•"/>
            </a:pPr>
            <a:r>
              <a:rPr lang="en-US" altLang="zh-CN" sz="2400" b="1" i="0">
                <a:solidFill>
                  <a:schemeClr val="bg2"/>
                </a:solidFill>
                <a:latin typeface="Tahoma" panose="020B0604030504040204" pitchFamily="34" charset="0"/>
              </a:rPr>
              <a:t>AD=460+0.60Y</a:t>
            </a:r>
          </a:p>
          <a:p>
            <a:pPr>
              <a:spcBef>
                <a:spcPct val="0"/>
              </a:spcBef>
              <a:buFont typeface="Arial" panose="020B0604020202020204" pitchFamily="34" charset="0"/>
              <a:buChar char="•"/>
            </a:pPr>
            <a:r>
              <a:rPr lang="en-US" altLang="zh-CN" sz="2400" b="1" i="0">
                <a:solidFill>
                  <a:schemeClr val="bg2"/>
                </a:solidFill>
                <a:latin typeface="Tahoma" panose="020B0604030504040204" pitchFamily="34" charset="0"/>
              </a:rPr>
              <a:t>AD=Y</a:t>
            </a:r>
          </a:p>
          <a:p>
            <a:pPr>
              <a:spcBef>
                <a:spcPct val="0"/>
              </a:spcBef>
              <a:buFont typeface="Arial" panose="020B0604020202020204" pitchFamily="34" charset="0"/>
              <a:buChar char="•"/>
            </a:pPr>
            <a:r>
              <a:rPr lang="en-US" altLang="zh-CN" sz="2400" b="1" i="0">
                <a:solidFill>
                  <a:schemeClr val="bg2"/>
                </a:solidFill>
                <a:latin typeface="Tahoma" panose="020B0604030504040204" pitchFamily="34" charset="0"/>
              </a:rPr>
              <a:t>400+0.60Y=Y</a:t>
            </a:r>
          </a:p>
          <a:p>
            <a:pPr>
              <a:spcBef>
                <a:spcPct val="0"/>
              </a:spcBef>
              <a:buFont typeface="Arial" panose="020B0604020202020204" pitchFamily="34" charset="0"/>
              <a:buChar char="•"/>
            </a:pPr>
            <a:r>
              <a:rPr lang="en-US" altLang="zh-CN" sz="2400" b="1" i="0">
                <a:solidFill>
                  <a:schemeClr val="bg2"/>
                </a:solidFill>
                <a:latin typeface="Tahoma" panose="020B0604030504040204" pitchFamily="34" charset="0"/>
              </a:rPr>
              <a:t>0.40Y=460</a:t>
            </a:r>
          </a:p>
          <a:p>
            <a:pPr>
              <a:spcBef>
                <a:spcPct val="0"/>
              </a:spcBef>
              <a:buFont typeface="Arial" panose="020B0604020202020204" pitchFamily="34" charset="0"/>
              <a:buChar char="•"/>
            </a:pPr>
            <a:r>
              <a:rPr lang="en-US" altLang="zh-CN" sz="2400" b="1" i="0">
                <a:solidFill>
                  <a:schemeClr val="bg2"/>
                </a:solidFill>
                <a:latin typeface="Tahoma" panose="020B0604030504040204" pitchFamily="34" charset="0"/>
              </a:rPr>
              <a:t>Y=1150</a:t>
            </a:r>
            <a:r>
              <a:rPr lang="zh-CN" altLang="en-US" sz="2400" b="1" i="0">
                <a:solidFill>
                  <a:schemeClr val="bg2"/>
                </a:solidFill>
                <a:latin typeface="Tahoma" panose="020B0604030504040204" pitchFamily="34" charset="0"/>
              </a:rPr>
              <a:t>为均衡收入水平</a:t>
            </a:r>
          </a:p>
          <a:p>
            <a:pPr>
              <a:lnSpc>
                <a:spcPct val="100000"/>
              </a:lnSpc>
              <a:spcBef>
                <a:spcPct val="0"/>
              </a:spcBef>
            </a:pPr>
            <a:endParaRPr lang="zh-CN" altLang="en-US" sz="2400" b="1" i="0">
              <a:solidFill>
                <a:schemeClr val="bg2"/>
              </a:solidFill>
              <a:latin typeface="Tahoma" panose="020B0604030504040204" pitchFamily="34" charset="0"/>
            </a:endParaRPr>
          </a:p>
        </p:txBody>
      </p:sp>
      <p:sp>
        <p:nvSpPr>
          <p:cNvPr id="79877" name="笑脸 1062917">
            <a:hlinkClick r:id="" action="ppaction://noaction"/>
            <a:extLst>
              <a:ext uri="{FF2B5EF4-FFF2-40B4-BE49-F238E27FC236}">
                <a16:creationId xmlns:a16="http://schemas.microsoft.com/office/drawing/2014/main" id="{238CF95E-52EE-CCBF-8900-A4EA0D93FBAF}"/>
              </a:ext>
            </a:extLst>
          </p:cNvPr>
          <p:cNvSpPr>
            <a:spLocks noChangeArrowheads="1"/>
          </p:cNvSpPr>
          <p:nvPr/>
        </p:nvSpPr>
        <p:spPr bwMode="auto">
          <a:xfrm>
            <a:off x="7812088" y="188913"/>
            <a:ext cx="1066800" cy="762000"/>
          </a:xfrm>
          <a:prstGeom prst="smileyFace">
            <a:avLst>
              <a:gd name="adj" fmla="val 4653"/>
            </a:avLst>
          </a:prstGeom>
          <a:noFill/>
          <a:ln w="31750"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79878" name="Slide Number Placeholder 1">
            <a:extLst>
              <a:ext uri="{FF2B5EF4-FFF2-40B4-BE49-F238E27FC236}">
                <a16:creationId xmlns:a16="http://schemas.microsoft.com/office/drawing/2014/main" id="{7347E87C-060F-63AC-83CC-3930D1487FD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9B4131EB-6546-4874-B630-3B3003F2A074}" type="slidenum">
              <a:rPr lang="en-AU" altLang="zh-CN" sz="1400" i="0">
                <a:latin typeface="Arial" panose="020B0604020202020204" pitchFamily="34" charset="0"/>
              </a:rPr>
              <a:pPr algn="r"/>
              <a:t>68</a:t>
            </a:fld>
            <a:endParaRPr lang="en-AU" altLang="zh-CN" sz="1400" i="0">
              <a:latin typeface="Arial" panose="020B0604020202020204" pitchFamily="34" charset="0"/>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062917">
                                            <p:txEl>
                                              <p:pRg st="0" end="0"/>
                                            </p:txEl>
                                          </p:spTgt>
                                        </p:tgtEl>
                                        <p:attrNameLst>
                                          <p:attrName>style.visibility</p:attrName>
                                        </p:attrNameLst>
                                      </p:cBhvr>
                                      <p:to>
                                        <p:strVal val="visible"/>
                                      </p:to>
                                    </p:set>
                                    <p:animEffect transition="in" filter="box(out)">
                                      <p:cBhvr>
                                        <p:cTn id="7" dur="500"/>
                                        <p:tgtEl>
                                          <p:spTgt spid="106291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062917">
                                            <p:txEl>
                                              <p:pRg st="1" end="1"/>
                                            </p:txEl>
                                          </p:spTgt>
                                        </p:tgtEl>
                                        <p:attrNameLst>
                                          <p:attrName>style.visibility</p:attrName>
                                        </p:attrNameLst>
                                      </p:cBhvr>
                                      <p:to>
                                        <p:strVal val="visible"/>
                                      </p:to>
                                    </p:set>
                                    <p:animEffect transition="in" filter="box(out)">
                                      <p:cBhvr>
                                        <p:cTn id="12" dur="500"/>
                                        <p:tgtEl>
                                          <p:spTgt spid="106291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062917">
                                            <p:txEl>
                                              <p:pRg st="2" end="2"/>
                                            </p:txEl>
                                          </p:spTgt>
                                        </p:tgtEl>
                                        <p:attrNameLst>
                                          <p:attrName>style.visibility</p:attrName>
                                        </p:attrNameLst>
                                      </p:cBhvr>
                                      <p:to>
                                        <p:strVal val="visible"/>
                                      </p:to>
                                    </p:set>
                                    <p:animEffect transition="in" filter="box(out)">
                                      <p:cBhvr>
                                        <p:cTn id="17" dur="500"/>
                                        <p:tgtEl>
                                          <p:spTgt spid="106291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062917">
                                            <p:txEl>
                                              <p:pRg st="3" end="3"/>
                                            </p:txEl>
                                          </p:spTgt>
                                        </p:tgtEl>
                                        <p:attrNameLst>
                                          <p:attrName>style.visibility</p:attrName>
                                        </p:attrNameLst>
                                      </p:cBhvr>
                                      <p:to>
                                        <p:strVal val="visible"/>
                                      </p:to>
                                    </p:set>
                                    <p:animEffect transition="in" filter="box(out)">
                                      <p:cBhvr>
                                        <p:cTn id="22" dur="500"/>
                                        <p:tgtEl>
                                          <p:spTgt spid="106291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062917">
                                            <p:txEl>
                                              <p:pRg st="4" end="4"/>
                                            </p:txEl>
                                          </p:spTgt>
                                        </p:tgtEl>
                                        <p:attrNameLst>
                                          <p:attrName>style.visibility</p:attrName>
                                        </p:attrNameLst>
                                      </p:cBhvr>
                                      <p:to>
                                        <p:strVal val="visible"/>
                                      </p:to>
                                    </p:set>
                                    <p:animEffect transition="in" filter="box(out)">
                                      <p:cBhvr>
                                        <p:cTn id="27" dur="500"/>
                                        <p:tgtEl>
                                          <p:spTgt spid="1062917">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1062917">
                                            <p:txEl>
                                              <p:pRg st="5" end="5"/>
                                            </p:txEl>
                                          </p:spTgt>
                                        </p:tgtEl>
                                        <p:attrNameLst>
                                          <p:attrName>style.visibility</p:attrName>
                                        </p:attrNameLst>
                                      </p:cBhvr>
                                      <p:to>
                                        <p:strVal val="visible"/>
                                      </p:to>
                                    </p:set>
                                    <p:animEffect transition="in" filter="box(out)">
                                      <p:cBhvr>
                                        <p:cTn id="32" dur="500"/>
                                        <p:tgtEl>
                                          <p:spTgt spid="1062917">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1062917">
                                            <p:txEl>
                                              <p:pRg st="6" end="6"/>
                                            </p:txEl>
                                          </p:spTgt>
                                        </p:tgtEl>
                                        <p:attrNameLst>
                                          <p:attrName>style.visibility</p:attrName>
                                        </p:attrNameLst>
                                      </p:cBhvr>
                                      <p:to>
                                        <p:strVal val="visible"/>
                                      </p:to>
                                    </p:set>
                                    <p:animEffect transition="in" filter="box(out)">
                                      <p:cBhvr>
                                        <p:cTn id="37" dur="500"/>
                                        <p:tgtEl>
                                          <p:spTgt spid="1062917">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1062917">
                                            <p:txEl>
                                              <p:pRg st="7" end="7"/>
                                            </p:txEl>
                                          </p:spTgt>
                                        </p:tgtEl>
                                        <p:attrNameLst>
                                          <p:attrName>style.visibility</p:attrName>
                                        </p:attrNameLst>
                                      </p:cBhvr>
                                      <p:to>
                                        <p:strVal val="visible"/>
                                      </p:to>
                                    </p:set>
                                    <p:animEffect transition="in" filter="box(out)">
                                      <p:cBhvr>
                                        <p:cTn id="42" dur="500"/>
                                        <p:tgtEl>
                                          <p:spTgt spid="1062917">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4" presetClass="entr" presetSubtype="32" fill="hold" grpId="0" nodeType="clickEffect">
                                  <p:stCondLst>
                                    <p:cond delay="0"/>
                                  </p:stCondLst>
                                  <p:childTnLst>
                                    <p:set>
                                      <p:cBhvr>
                                        <p:cTn id="46" dur="1" fill="hold">
                                          <p:stCondLst>
                                            <p:cond delay="0"/>
                                          </p:stCondLst>
                                        </p:cTn>
                                        <p:tgtEl>
                                          <p:spTgt spid="1062917">
                                            <p:txEl>
                                              <p:pRg st="8" end="8"/>
                                            </p:txEl>
                                          </p:spTgt>
                                        </p:tgtEl>
                                        <p:attrNameLst>
                                          <p:attrName>style.visibility</p:attrName>
                                        </p:attrNameLst>
                                      </p:cBhvr>
                                      <p:to>
                                        <p:strVal val="visible"/>
                                      </p:to>
                                    </p:set>
                                    <p:animEffect transition="in" filter="box(out)">
                                      <p:cBhvr>
                                        <p:cTn id="47" dur="500"/>
                                        <p:tgtEl>
                                          <p:spTgt spid="106291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2917" grpId="0" build="p"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0897" name="Title 1063937">
            <a:extLst>
              <a:ext uri="{FF2B5EF4-FFF2-40B4-BE49-F238E27FC236}">
                <a16:creationId xmlns:a16="http://schemas.microsoft.com/office/drawing/2014/main" id="{6279E3B7-1220-A7C4-C695-5B4CF84FAF0D}"/>
              </a:ext>
            </a:extLst>
          </p:cNvPr>
          <p:cNvSpPr>
            <a:spLocks noGrp="1" noChangeArrowheads="1"/>
          </p:cNvSpPr>
          <p:nvPr>
            <p:ph type="title"/>
          </p:nvPr>
        </p:nvSpPr>
        <p:spPr>
          <a:xfrm>
            <a:off x="755650" y="188913"/>
            <a:ext cx="7773988" cy="717550"/>
          </a:xfrm>
        </p:spPr>
        <p:txBody>
          <a:bodyPr/>
          <a:lstStyle/>
          <a:p>
            <a:r>
              <a:rPr lang="zh-CN" altLang="en-US">
                <a:solidFill>
                  <a:srgbClr val="FFFF00"/>
                </a:solidFill>
              </a:rPr>
              <a:t>总结：</a:t>
            </a:r>
          </a:p>
        </p:txBody>
      </p:sp>
      <p:sp>
        <p:nvSpPr>
          <p:cNvPr id="1063939" name="Text Placeholder 1063938">
            <a:extLst>
              <a:ext uri="{FF2B5EF4-FFF2-40B4-BE49-F238E27FC236}">
                <a16:creationId xmlns:a16="http://schemas.microsoft.com/office/drawing/2014/main" id="{3FF913F1-BCEB-5A10-DDA7-E96BF784F81C}"/>
              </a:ext>
            </a:extLst>
          </p:cNvPr>
          <p:cNvSpPr>
            <a:spLocks noGrp="1" noChangeArrowheads="1"/>
          </p:cNvSpPr>
          <p:nvPr>
            <p:ph type="body" idx="1"/>
          </p:nvPr>
        </p:nvSpPr>
        <p:spPr>
          <a:xfrm>
            <a:off x="755650" y="1447800"/>
            <a:ext cx="7561263" cy="4343400"/>
          </a:xfrm>
        </p:spPr>
        <p:txBody>
          <a:bodyPr/>
          <a:lstStyle/>
          <a:p>
            <a:pPr>
              <a:spcBef>
                <a:spcPts val="600"/>
              </a:spcBef>
            </a:pPr>
            <a:r>
              <a:rPr lang="zh-CN" altLang="en-US" b="1">
                <a:solidFill>
                  <a:srgbClr val="00FF00"/>
                </a:solidFill>
                <a:latin typeface="宋体" panose="02010600030101010101" pitchFamily="2" charset="-122"/>
              </a:rPr>
              <a:t>三部门经济模型已提示宏观调节政策的理论原理。如总需求不足，政府可能通过增加支出来刺激经济（如政府前几年应对通货紧缩），政府支出具有乘数效应。（如果认为经济已经走出通货紧缩，面临通货膨胀危险，则应采取相反政策）。</a:t>
            </a:r>
          </a:p>
          <a:p>
            <a:pPr>
              <a:spcBef>
                <a:spcPts val="600"/>
              </a:spcBef>
            </a:pPr>
            <a:r>
              <a:rPr lang="zh-CN" altLang="en-US" b="1">
                <a:solidFill>
                  <a:srgbClr val="00FF00"/>
                </a:solidFill>
                <a:latin typeface="宋体" panose="02010600030101010101" pitchFamily="2" charset="-122"/>
              </a:rPr>
              <a:t>当然：扩大支出促进增长，背景是短期情况：这时经济活动规模由总需求决定。</a:t>
            </a:r>
            <a:r>
              <a:rPr lang="en-US" altLang="zh-CN" b="1">
                <a:solidFill>
                  <a:srgbClr val="00FF00"/>
                </a:solidFill>
                <a:latin typeface="宋体" panose="02010600030101010101" pitchFamily="2" charset="-122"/>
              </a:rPr>
              <a:t>45</a:t>
            </a:r>
            <a:r>
              <a:rPr lang="zh-CN" altLang="en-US" b="1">
                <a:solidFill>
                  <a:srgbClr val="00FF00"/>
                </a:solidFill>
                <a:latin typeface="宋体" panose="02010600030101010101" pitchFamily="2" charset="-122"/>
              </a:rPr>
              <a:t>度线表明，只要</a:t>
            </a:r>
            <a:r>
              <a:rPr lang="en-US" altLang="zh-CN" b="1">
                <a:solidFill>
                  <a:srgbClr val="00FF00"/>
                </a:solidFill>
                <a:latin typeface="宋体" panose="02010600030101010101" pitchFamily="2" charset="-122"/>
              </a:rPr>
              <a:t>AD</a:t>
            </a:r>
            <a:r>
              <a:rPr lang="zh-CN" altLang="en-US" b="1">
                <a:solidFill>
                  <a:srgbClr val="00FF00"/>
                </a:solidFill>
                <a:latin typeface="宋体" panose="02010600030101010101" pitchFamily="2" charset="-122"/>
              </a:rPr>
              <a:t>线移动，总产出自动满足总支出要求。实际假定总供给使没有限制的。也就是以凯恩斯主义的假设出发的。</a:t>
            </a:r>
          </a:p>
        </p:txBody>
      </p:sp>
      <p:sp>
        <p:nvSpPr>
          <p:cNvPr id="80899" name="笑脸 1063939">
            <a:hlinkClick r:id="" action="ppaction://noaction"/>
            <a:extLst>
              <a:ext uri="{FF2B5EF4-FFF2-40B4-BE49-F238E27FC236}">
                <a16:creationId xmlns:a16="http://schemas.microsoft.com/office/drawing/2014/main" id="{EA5ABE0E-80C3-1315-A4DD-8632684A592F}"/>
              </a:ext>
            </a:extLst>
          </p:cNvPr>
          <p:cNvSpPr>
            <a:spLocks noChangeArrowheads="1"/>
          </p:cNvSpPr>
          <p:nvPr/>
        </p:nvSpPr>
        <p:spPr bwMode="auto">
          <a:xfrm>
            <a:off x="7956550" y="5157788"/>
            <a:ext cx="838200" cy="533400"/>
          </a:xfrm>
          <a:prstGeom prst="smileyFace">
            <a:avLst>
              <a:gd name="adj" fmla="val 4653"/>
            </a:avLst>
          </a:prstGeom>
          <a:noFill/>
          <a:ln w="31750"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80900" name="Slide Number Placeholder 1">
            <a:extLst>
              <a:ext uri="{FF2B5EF4-FFF2-40B4-BE49-F238E27FC236}">
                <a16:creationId xmlns:a16="http://schemas.microsoft.com/office/drawing/2014/main" id="{50154570-EDC4-31A6-6E83-DE93BE87C2D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D259935D-D3BA-4DB9-A4A2-3F142E9F3B79}" type="slidenum">
              <a:rPr lang="en-AU" altLang="zh-CN" sz="1400" i="0">
                <a:latin typeface="Arial" panose="020B0604020202020204" pitchFamily="34" charset="0"/>
              </a:rPr>
              <a:pPr algn="r"/>
              <a:t>69</a:t>
            </a:fld>
            <a:endParaRPr lang="en-AU" altLang="zh-CN" sz="1400" i="0">
              <a:latin typeface="Arial" panose="020B0604020202020204" pitchFamily="34" charset="0"/>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1063939">
                                            <p:txEl>
                                              <p:pRg st="0" end="0"/>
                                            </p:txEl>
                                          </p:spTgt>
                                        </p:tgtEl>
                                        <p:attrNameLst>
                                          <p:attrName>style.visibility</p:attrName>
                                        </p:attrNameLst>
                                      </p:cBhvr>
                                      <p:to>
                                        <p:strVal val="visible"/>
                                      </p:to>
                                    </p:set>
                                    <p:anim calcmode="lin" valueType="num">
                                      <p:cBhvr>
                                        <p:cTn id="7" dur="1000" fill="hold"/>
                                        <p:tgtEl>
                                          <p:spTgt spid="1063939">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1063939">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1063939">
                                            <p:txEl>
                                              <p:pRg st="0" end="0"/>
                                            </p:txEl>
                                          </p:spTgt>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063939">
                                            <p:txEl>
                                              <p:pRg st="0" end="0"/>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5" presetClass="entr" presetSubtype="0" fill="hold" grpId="0" nodeType="clickEffect">
                                  <p:stCondLst>
                                    <p:cond delay="0"/>
                                  </p:stCondLst>
                                  <p:childTnLst>
                                    <p:set>
                                      <p:cBhvr>
                                        <p:cTn id="14" dur="1" fill="hold">
                                          <p:stCondLst>
                                            <p:cond delay="0"/>
                                          </p:stCondLst>
                                        </p:cTn>
                                        <p:tgtEl>
                                          <p:spTgt spid="1063939">
                                            <p:txEl>
                                              <p:pRg st="1" end="1"/>
                                            </p:txEl>
                                          </p:spTgt>
                                        </p:tgtEl>
                                        <p:attrNameLst>
                                          <p:attrName>style.visibility</p:attrName>
                                        </p:attrNameLst>
                                      </p:cBhvr>
                                      <p:to>
                                        <p:strVal val="visible"/>
                                      </p:to>
                                    </p:set>
                                    <p:anim calcmode="lin" valueType="num">
                                      <p:cBhvr>
                                        <p:cTn id="15" dur="1000" fill="hold"/>
                                        <p:tgtEl>
                                          <p:spTgt spid="1063939">
                                            <p:txEl>
                                              <p:pRg st="1" end="1"/>
                                            </p:txEl>
                                          </p:spTgt>
                                        </p:tgtEl>
                                        <p:attrNameLst>
                                          <p:attrName>ppt_w</p:attrName>
                                        </p:attrNameLst>
                                      </p:cBhvr>
                                      <p:tavLst>
                                        <p:tav tm="0">
                                          <p:val>
                                            <p:fltVal val="0"/>
                                          </p:val>
                                        </p:tav>
                                        <p:tav tm="100000">
                                          <p:val>
                                            <p:strVal val="#ppt_w"/>
                                          </p:val>
                                        </p:tav>
                                      </p:tavLst>
                                    </p:anim>
                                    <p:anim calcmode="lin" valueType="num">
                                      <p:cBhvr>
                                        <p:cTn id="16" dur="1000" fill="hold"/>
                                        <p:tgtEl>
                                          <p:spTgt spid="1063939">
                                            <p:txEl>
                                              <p:pRg st="1" end="1"/>
                                            </p:txEl>
                                          </p:spTgt>
                                        </p:tgtEl>
                                        <p:attrNameLst>
                                          <p:attrName>ppt_h</p:attrName>
                                        </p:attrNameLst>
                                      </p:cBhvr>
                                      <p:tavLst>
                                        <p:tav tm="0">
                                          <p:val>
                                            <p:fltVal val="0"/>
                                          </p:val>
                                        </p:tav>
                                        <p:tav tm="100000">
                                          <p:val>
                                            <p:strVal val="#ppt_h"/>
                                          </p:val>
                                        </p:tav>
                                      </p:tavLst>
                                    </p:anim>
                                    <p:anim calcmode="lin" valueType="num">
                                      <p:cBhvr>
                                        <p:cTn id="17" dur="1000" fill="hold"/>
                                        <p:tgtEl>
                                          <p:spTgt spid="1063939">
                                            <p:txEl>
                                              <p:pRg st="1" end="1"/>
                                            </p:txEl>
                                          </p:spTgt>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1063939">
                                            <p:txEl>
                                              <p:pRg st="1" end="1"/>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3939" grpId="0" build="p"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文本框 1138689">
            <a:extLst>
              <a:ext uri="{FF2B5EF4-FFF2-40B4-BE49-F238E27FC236}">
                <a16:creationId xmlns:a16="http://schemas.microsoft.com/office/drawing/2014/main" id="{D04FD34E-71A1-E371-C1F5-AD3402086C36}"/>
              </a:ext>
            </a:extLst>
          </p:cNvPr>
          <p:cNvSpPr txBox="1">
            <a:spLocks noChangeArrowheads="1"/>
          </p:cNvSpPr>
          <p:nvPr/>
        </p:nvSpPr>
        <p:spPr bwMode="auto">
          <a:xfrm>
            <a:off x="179388" y="1773238"/>
            <a:ext cx="9607550" cy="265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0000"/>
              </a:lnSpc>
              <a:spcBef>
                <a:spcPct val="0"/>
              </a:spcBef>
            </a:pPr>
            <a:r>
              <a:rPr lang="zh-CN" altLang="en-US" sz="2800" b="1" i="0">
                <a:solidFill>
                  <a:schemeClr val="tx1"/>
                </a:solidFill>
              </a:rPr>
              <a:t>乘数作用的大小受一系列条件的限制：</a:t>
            </a:r>
          </a:p>
          <a:p>
            <a:pPr>
              <a:lnSpc>
                <a:spcPct val="100000"/>
              </a:lnSpc>
              <a:spcBef>
                <a:spcPct val="0"/>
              </a:spcBef>
            </a:pPr>
            <a:r>
              <a:rPr lang="en-US" altLang="zh-CN" sz="2800" b="1" i="0">
                <a:solidFill>
                  <a:schemeClr val="tx1"/>
                </a:solidFill>
              </a:rPr>
              <a:t>1</a:t>
            </a:r>
            <a:r>
              <a:rPr lang="zh-CN" altLang="en-US" sz="2800" b="1" i="0">
                <a:solidFill>
                  <a:schemeClr val="tx1"/>
                </a:solidFill>
              </a:rPr>
              <a:t>、社会中过剩生产能力的大小</a:t>
            </a:r>
          </a:p>
          <a:p>
            <a:pPr>
              <a:lnSpc>
                <a:spcPct val="100000"/>
              </a:lnSpc>
              <a:spcBef>
                <a:spcPct val="0"/>
              </a:spcBef>
            </a:pPr>
            <a:r>
              <a:rPr lang="en-US" altLang="zh-CN" sz="2800" b="1" i="0">
                <a:solidFill>
                  <a:schemeClr val="tx1"/>
                </a:solidFill>
              </a:rPr>
              <a:t>2</a:t>
            </a:r>
            <a:r>
              <a:rPr lang="zh-CN" altLang="en-US" sz="2800" b="1" i="0">
                <a:solidFill>
                  <a:schemeClr val="tx1"/>
                </a:solidFill>
              </a:rPr>
              <a:t>、投资和储蓄决定的相互独立性</a:t>
            </a:r>
          </a:p>
          <a:p>
            <a:pPr>
              <a:lnSpc>
                <a:spcPct val="100000"/>
              </a:lnSpc>
              <a:spcBef>
                <a:spcPct val="0"/>
              </a:spcBef>
            </a:pPr>
            <a:r>
              <a:rPr lang="en-US" altLang="zh-CN" sz="2800" b="1" i="0">
                <a:solidFill>
                  <a:schemeClr val="tx1"/>
                </a:solidFill>
              </a:rPr>
              <a:t>3</a:t>
            </a:r>
            <a:r>
              <a:rPr lang="zh-CN" altLang="en-US" sz="2800" b="1" i="0">
                <a:solidFill>
                  <a:schemeClr val="tx1"/>
                </a:solidFill>
              </a:rPr>
              <a:t>、货币供给量增加能否适应支出增加的需要</a:t>
            </a:r>
          </a:p>
          <a:p>
            <a:pPr>
              <a:lnSpc>
                <a:spcPct val="100000"/>
              </a:lnSpc>
              <a:spcBef>
                <a:spcPct val="0"/>
              </a:spcBef>
            </a:pPr>
            <a:r>
              <a:rPr lang="en-US" altLang="zh-CN" sz="2800" b="1" i="0">
                <a:solidFill>
                  <a:schemeClr val="tx1"/>
                </a:solidFill>
              </a:rPr>
              <a:t>4</a:t>
            </a:r>
            <a:r>
              <a:rPr lang="zh-CN" altLang="en-US" sz="2800" b="1" i="0">
                <a:solidFill>
                  <a:schemeClr val="tx1"/>
                </a:solidFill>
              </a:rPr>
              <a:t>、增加的收入不能用于购买进口货物。</a:t>
            </a:r>
          </a:p>
          <a:p>
            <a:pPr>
              <a:lnSpc>
                <a:spcPct val="100000"/>
              </a:lnSpc>
              <a:spcBef>
                <a:spcPct val="0"/>
              </a:spcBef>
            </a:pPr>
            <a:r>
              <a:rPr lang="en-US" altLang="zh-CN" sz="2800" b="1" i="0">
                <a:solidFill>
                  <a:schemeClr val="tx1"/>
                </a:solidFill>
              </a:rPr>
              <a:t>5</a:t>
            </a:r>
            <a:r>
              <a:rPr lang="zh-CN" altLang="en-US" sz="2800" b="1" i="0">
                <a:solidFill>
                  <a:schemeClr val="tx1"/>
                </a:solidFill>
              </a:rPr>
              <a:t>、对政府增加的公共工程支出，也可能存在一些抵消作用。</a:t>
            </a:r>
          </a:p>
        </p:txBody>
      </p:sp>
      <p:sp>
        <p:nvSpPr>
          <p:cNvPr id="81922" name="Slide Number Placeholder 1">
            <a:extLst>
              <a:ext uri="{FF2B5EF4-FFF2-40B4-BE49-F238E27FC236}">
                <a16:creationId xmlns:a16="http://schemas.microsoft.com/office/drawing/2014/main" id="{DED2158A-6302-E12D-7202-4CFA98EBADD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A0C3739D-EA7B-48AC-8C3E-D21E6D2006AB}" type="slidenum">
              <a:rPr lang="en-AU" altLang="zh-CN" sz="1400" i="0">
                <a:latin typeface="Arial" panose="020B0604020202020204" pitchFamily="34" charset="0"/>
              </a:rPr>
              <a:pPr algn="r"/>
              <a:t>70</a:t>
            </a:fld>
            <a:endParaRPr lang="en-AU" altLang="zh-CN" sz="1400" i="0">
              <a:latin typeface="Arial" panose="020B0604020202020204" pitchFamily="34" charset="0"/>
            </a:endParaRPr>
          </a:p>
        </p:txBody>
      </p:sp>
    </p:spTree>
  </p:cSld>
  <p:clrMapOvr>
    <a:masterClrMapping/>
  </p:clrMapOvr>
  <p:transition spd="med">
    <p:zoom/>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Title 1113094">
            <a:extLst>
              <a:ext uri="{FF2B5EF4-FFF2-40B4-BE49-F238E27FC236}">
                <a16:creationId xmlns:a16="http://schemas.microsoft.com/office/drawing/2014/main" id="{CEF22531-8A8A-2180-DEEE-8DB77EE70D07}"/>
              </a:ext>
            </a:extLst>
          </p:cNvPr>
          <p:cNvSpPr>
            <a:spLocks noGrp="1" noChangeArrowheads="1"/>
          </p:cNvSpPr>
          <p:nvPr>
            <p:ph type="title"/>
          </p:nvPr>
        </p:nvSpPr>
        <p:spPr/>
        <p:txBody>
          <a:bodyPr/>
          <a:lstStyle/>
          <a:p>
            <a:r>
              <a:rPr lang="zh-CN" altLang="en-US">
                <a:solidFill>
                  <a:srgbClr val="FFFF00"/>
                </a:solidFill>
              </a:rPr>
              <a:t>乘数理论的适用性</a:t>
            </a:r>
            <a:endParaRPr lang="en-US" altLang="zh-CN">
              <a:solidFill>
                <a:srgbClr val="FFFF00"/>
              </a:solidFill>
            </a:endParaRPr>
          </a:p>
        </p:txBody>
      </p:sp>
      <p:sp>
        <p:nvSpPr>
          <p:cNvPr id="82947" name="Slide Number Placeholder 1">
            <a:extLst>
              <a:ext uri="{FF2B5EF4-FFF2-40B4-BE49-F238E27FC236}">
                <a16:creationId xmlns:a16="http://schemas.microsoft.com/office/drawing/2014/main" id="{9AA7A339-BE11-970C-4ABB-B72BD124E9D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3108F6F3-EEAC-4D1F-B0BE-842A446642B5}" type="slidenum">
              <a:rPr lang="en-AU" altLang="zh-CN" sz="1400" i="0">
                <a:latin typeface="Arial" panose="020B0604020202020204" pitchFamily="34" charset="0"/>
              </a:rPr>
              <a:pPr algn="r"/>
              <a:t>71</a:t>
            </a:fld>
            <a:endParaRPr lang="en-AU" altLang="zh-CN" sz="1400" i="0">
              <a:latin typeface="Arial" panose="020B0604020202020204" pitchFamily="34" charset="0"/>
            </a:endParaRPr>
          </a:p>
        </p:txBody>
      </p:sp>
    </p:spTree>
    <p:controls>
      <mc:AlternateContent xmlns:mc="http://schemas.openxmlformats.org/markup-compatibility/2006">
        <mc:Choice xmlns:v="urn:schemas-microsoft-com:vml" Requires="v">
          <p:control name="TextBox1" r:id="rId1" imgW="7696080" imgH="4678560"/>
        </mc:Choice>
        <mc:Fallback>
          <p:control name="TextBox1" r:id="rId1" imgW="7696080" imgH="4678560">
            <p:pic>
              <p:nvPicPr>
                <p:cNvPr id="82946" name="TextBox1">
                  <a:extLst>
                    <a:ext uri="{FF2B5EF4-FFF2-40B4-BE49-F238E27FC236}">
                      <a16:creationId xmlns:a16="http://schemas.microsoft.com/office/drawing/2014/main" id="{25D008CF-5ABD-9A04-615C-5EC256F9948B}"/>
                    </a:ext>
                  </a:extLst>
                </p:cNvPr>
                <p:cNvPicPr>
                  <a:picLocks noChangeArrowheads="1" noChangeShapeType="1"/>
                </p:cNvPicPr>
                <p:nvPr/>
              </p:nvPicPr>
              <p:blipFill>
                <a:blip r:embed="rId3"/>
                <a:srcRect/>
                <a:stretch>
                  <a:fillRect/>
                </a:stretch>
              </p:blipFill>
              <p:spPr bwMode="auto">
                <a:xfrm>
                  <a:off x="838200" y="1412875"/>
                  <a:ext cx="7694613" cy="4679950"/>
                </a:xfrm>
                <a:prstGeom prst="rect">
                  <a:avLst/>
                </a:prstGeom>
                <a:ln>
                  <a:noFill/>
                </a:ln>
                <a:extLst>
                  <a:ext uri="{91240B29-F687-4F45-9708-019B960494DF}">
                    <a14:hiddenLine xmlns:a14="http://schemas.microsoft.com/office/drawing/2010/main">
                      <a:noFill/>
                    </a14:hiddenLine>
                  </a:ext>
                </a:extLst>
              </p:spPr>
            </p:pic>
          </p:control>
        </mc:Fallback>
      </mc:AlternateContent>
    </p:controls>
  </p:cSld>
  <p:clrMapOvr>
    <a:masterClrMapping/>
  </p:clrMapOvr>
  <p:transition spd="med">
    <p:zoom/>
  </p:transition>
</p:sld>
</file>

<file path=ppt/slides/slide7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3969" name="Title 1069057">
            <a:extLst>
              <a:ext uri="{FF2B5EF4-FFF2-40B4-BE49-F238E27FC236}">
                <a16:creationId xmlns:a16="http://schemas.microsoft.com/office/drawing/2014/main" id="{CE27A9E1-4367-7A80-74D4-EBAA60EF82BF}"/>
              </a:ext>
            </a:extLst>
          </p:cNvPr>
          <p:cNvSpPr>
            <a:spLocks noGrp="1" noChangeArrowheads="1"/>
          </p:cNvSpPr>
          <p:nvPr>
            <p:ph type="title"/>
          </p:nvPr>
        </p:nvSpPr>
        <p:spPr>
          <a:xfrm>
            <a:off x="912813" y="260350"/>
            <a:ext cx="8231187" cy="608013"/>
          </a:xfrm>
        </p:spPr>
        <p:txBody>
          <a:bodyPr/>
          <a:lstStyle/>
          <a:p>
            <a:r>
              <a:rPr lang="zh-CN" altLang="en-US">
                <a:solidFill>
                  <a:srgbClr val="FFFF00"/>
                </a:solidFill>
              </a:rPr>
              <a:t>作业</a:t>
            </a:r>
          </a:p>
        </p:txBody>
      </p:sp>
      <p:sp>
        <p:nvSpPr>
          <p:cNvPr id="1069059" name="Text Placeholder 1069058">
            <a:extLst>
              <a:ext uri="{FF2B5EF4-FFF2-40B4-BE49-F238E27FC236}">
                <a16:creationId xmlns:a16="http://schemas.microsoft.com/office/drawing/2014/main" id="{9955EF82-660C-3334-ED07-7E667516BAE9}"/>
              </a:ext>
            </a:extLst>
          </p:cNvPr>
          <p:cNvSpPr>
            <a:spLocks noGrp="1" noChangeArrowheads="1"/>
          </p:cNvSpPr>
          <p:nvPr>
            <p:ph type="body" idx="1"/>
          </p:nvPr>
        </p:nvSpPr>
        <p:spPr>
          <a:xfrm>
            <a:off x="468313" y="1341438"/>
            <a:ext cx="8229600" cy="5149850"/>
          </a:xfrm>
        </p:spPr>
        <p:txBody>
          <a:bodyPr/>
          <a:lstStyle/>
          <a:p>
            <a:pPr>
              <a:lnSpc>
                <a:spcPct val="90000"/>
              </a:lnSpc>
            </a:pPr>
            <a:r>
              <a:rPr lang="en-US" altLang="zh-CN" sz="2000" b="1"/>
              <a:t>1</a:t>
            </a:r>
            <a:r>
              <a:rPr lang="zh-CN" altLang="en-US" sz="2000" b="1"/>
              <a:t>、说明宏观经济学中计划量（意愿量、事前量）与实际量（统计量、事后量）的区别。</a:t>
            </a:r>
          </a:p>
          <a:p>
            <a:pPr>
              <a:lnSpc>
                <a:spcPct val="90000"/>
              </a:lnSpc>
            </a:pPr>
            <a:r>
              <a:rPr lang="en-US" altLang="zh-CN" sz="2000" b="1"/>
              <a:t>2</a:t>
            </a:r>
            <a:r>
              <a:rPr lang="zh-CN" altLang="en-US" sz="2000" b="1"/>
              <a:t>、什么是乘数？分析推导投资、政府购买、转移支付、税收、平衡预算和出口乘数。（至少完整的写出其中之一的推导过程）</a:t>
            </a:r>
          </a:p>
          <a:p>
            <a:pPr>
              <a:lnSpc>
                <a:spcPct val="90000"/>
              </a:lnSpc>
            </a:pPr>
            <a:r>
              <a:rPr lang="en-US" altLang="zh-CN" sz="2000" b="1"/>
              <a:t>3</a:t>
            </a:r>
            <a:r>
              <a:rPr lang="zh-CN" altLang="en-US" sz="2000" b="1"/>
              <a:t>、</a:t>
            </a:r>
            <a:r>
              <a:rPr lang="en-US" altLang="zh-CN" sz="2000" b="1"/>
              <a:t>45</a:t>
            </a:r>
            <a:r>
              <a:rPr lang="zh-CN" altLang="en-US" sz="2000" b="1"/>
              <a:t>度线模型中总支出（总需求）决定国民收入的结论成立，需要哪些条件？</a:t>
            </a:r>
          </a:p>
          <a:p>
            <a:pPr>
              <a:lnSpc>
                <a:spcPct val="90000"/>
              </a:lnSpc>
            </a:pPr>
            <a:r>
              <a:rPr lang="en-US" altLang="zh-CN" sz="2000" b="1"/>
              <a:t>4</a:t>
            </a:r>
            <a:r>
              <a:rPr lang="zh-CN" altLang="en-US" sz="2000" b="1"/>
              <a:t>、试在一张图上作出用消费函数和储蓄函数决定同一总产出的画法。</a:t>
            </a:r>
          </a:p>
          <a:p>
            <a:pPr>
              <a:lnSpc>
                <a:spcPct val="90000"/>
              </a:lnSpc>
            </a:pPr>
            <a:r>
              <a:rPr lang="en-US" altLang="zh-CN" sz="2000" b="1"/>
              <a:t>5</a:t>
            </a:r>
            <a:r>
              <a:rPr lang="zh-CN" altLang="en-US" sz="2000" b="1"/>
              <a:t>、假设政府采取增加政府购买和减少转移支付同一数量，试问：</a:t>
            </a:r>
          </a:p>
          <a:p>
            <a:pPr>
              <a:lnSpc>
                <a:spcPct val="90000"/>
              </a:lnSpc>
              <a:buFont typeface="Arial" panose="020B0604020202020204" pitchFamily="34" charset="0"/>
              <a:buNone/>
            </a:pPr>
            <a:r>
              <a:rPr lang="zh-CN" altLang="en-US" sz="2000" b="1"/>
              <a:t>	（</a:t>
            </a:r>
            <a:r>
              <a:rPr lang="en-US" altLang="zh-CN" sz="2000" b="1"/>
              <a:t>1</a:t>
            </a:r>
            <a:r>
              <a:rPr lang="zh-CN" altLang="en-US" sz="2000" b="1"/>
              <a:t>）这一政策将导致均衡产出水平上升还是下降？为什么？</a:t>
            </a:r>
          </a:p>
          <a:p>
            <a:pPr>
              <a:lnSpc>
                <a:spcPct val="90000"/>
              </a:lnSpc>
              <a:buFont typeface="Arial" panose="020B0604020202020204" pitchFamily="34" charset="0"/>
              <a:buNone/>
            </a:pPr>
            <a:r>
              <a:rPr lang="zh-CN" altLang="en-US" sz="2000" b="1"/>
              <a:t>	（</a:t>
            </a:r>
            <a:r>
              <a:rPr lang="en-US" altLang="zh-CN" sz="2000" b="1"/>
              <a:t>2</a:t>
            </a:r>
            <a:r>
              <a:rPr lang="zh-CN" altLang="en-US" sz="2000" b="1"/>
              <a:t>）用数字检验以上结论。假设：</a:t>
            </a:r>
            <a:r>
              <a:rPr lang="en-US" altLang="zh-CN" sz="2000" b="1"/>
              <a:t>b=0.8;t=0.25,</a:t>
            </a:r>
            <a:r>
              <a:rPr lang="zh-CN" altLang="en-US" sz="2000" b="1"/>
              <a:t>初始均衡产出为</a:t>
            </a:r>
            <a:r>
              <a:rPr lang="en-US" altLang="zh-CN" sz="2000" b="1"/>
              <a:t>600</a:t>
            </a:r>
            <a:r>
              <a:rPr lang="zh-CN" altLang="en-US" sz="2000" b="1"/>
              <a:t>，政策变化△</a:t>
            </a:r>
            <a:r>
              <a:rPr lang="en-US" altLang="zh-CN" sz="2000" b="1"/>
              <a:t>G=10</a:t>
            </a:r>
            <a:r>
              <a:rPr lang="zh-CN" altLang="en-US" sz="2000" b="1"/>
              <a:t>； △ </a:t>
            </a:r>
            <a:r>
              <a:rPr lang="en-US" altLang="zh-CN" sz="2000" b="1"/>
              <a:t>TR=-10</a:t>
            </a:r>
            <a:r>
              <a:rPr lang="zh-CN" altLang="en-US" sz="2000" b="1"/>
              <a:t>。</a:t>
            </a:r>
          </a:p>
          <a:p>
            <a:pPr>
              <a:lnSpc>
                <a:spcPct val="90000"/>
              </a:lnSpc>
              <a:buFont typeface="Arial" panose="020B0604020202020204" pitchFamily="34" charset="0"/>
              <a:buNone/>
            </a:pPr>
            <a:endParaRPr lang="zh-CN" altLang="en-US" sz="2000" b="1"/>
          </a:p>
          <a:p>
            <a:pPr>
              <a:lnSpc>
                <a:spcPct val="90000"/>
              </a:lnSpc>
            </a:pPr>
            <a:endParaRPr lang="zh-CN" altLang="en-US" sz="2000"/>
          </a:p>
        </p:txBody>
      </p:sp>
      <p:sp>
        <p:nvSpPr>
          <p:cNvPr id="83971" name="Slide Number Placeholder 1">
            <a:extLst>
              <a:ext uri="{FF2B5EF4-FFF2-40B4-BE49-F238E27FC236}">
                <a16:creationId xmlns:a16="http://schemas.microsoft.com/office/drawing/2014/main" id="{E008ADBA-30DA-03B3-4368-CE9728069EE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819D3132-7E20-4913-A90B-E1A356CFAD4A}" type="slidenum">
              <a:rPr lang="en-AU" altLang="zh-CN" sz="1400" i="0">
                <a:latin typeface="Arial" panose="020B0604020202020204" pitchFamily="34" charset="0"/>
              </a:rPr>
              <a:pPr algn="r"/>
              <a:t>72</a:t>
            </a:fld>
            <a:endParaRPr lang="en-AU" altLang="zh-CN" sz="1400" i="0">
              <a:latin typeface="Arial" panose="020B0604020202020204" pitchFamily="34" charset="0"/>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69059">
                                            <p:txEl>
                                              <p:pRg st="0" end="0"/>
                                            </p:txEl>
                                          </p:spTgt>
                                        </p:tgtEl>
                                        <p:attrNameLst>
                                          <p:attrName>style.visibility</p:attrName>
                                        </p:attrNameLst>
                                      </p:cBhvr>
                                      <p:to>
                                        <p:strVal val="visible"/>
                                      </p:to>
                                    </p:set>
                                    <p:anim calcmode="lin" valueType="num">
                                      <p:cBhvr additive="base">
                                        <p:cTn id="7" dur="500" fill="hold"/>
                                        <p:tgtEl>
                                          <p:spTgt spid="106905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6905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69059">
                                            <p:txEl>
                                              <p:pRg st="1" end="1"/>
                                            </p:txEl>
                                          </p:spTgt>
                                        </p:tgtEl>
                                        <p:attrNameLst>
                                          <p:attrName>style.visibility</p:attrName>
                                        </p:attrNameLst>
                                      </p:cBhvr>
                                      <p:to>
                                        <p:strVal val="visible"/>
                                      </p:to>
                                    </p:set>
                                    <p:anim calcmode="lin" valueType="num">
                                      <p:cBhvr additive="base">
                                        <p:cTn id="13" dur="500" fill="hold"/>
                                        <p:tgtEl>
                                          <p:spTgt spid="106905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6905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69059">
                                            <p:txEl>
                                              <p:pRg st="2" end="2"/>
                                            </p:txEl>
                                          </p:spTgt>
                                        </p:tgtEl>
                                        <p:attrNameLst>
                                          <p:attrName>style.visibility</p:attrName>
                                        </p:attrNameLst>
                                      </p:cBhvr>
                                      <p:to>
                                        <p:strVal val="visible"/>
                                      </p:to>
                                    </p:set>
                                    <p:anim calcmode="lin" valueType="num">
                                      <p:cBhvr additive="base">
                                        <p:cTn id="19" dur="500" fill="hold"/>
                                        <p:tgtEl>
                                          <p:spTgt spid="106905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6905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69059">
                                            <p:txEl>
                                              <p:pRg st="3" end="3"/>
                                            </p:txEl>
                                          </p:spTgt>
                                        </p:tgtEl>
                                        <p:attrNameLst>
                                          <p:attrName>style.visibility</p:attrName>
                                        </p:attrNameLst>
                                      </p:cBhvr>
                                      <p:to>
                                        <p:strVal val="visible"/>
                                      </p:to>
                                    </p:set>
                                    <p:anim calcmode="lin" valueType="num">
                                      <p:cBhvr additive="base">
                                        <p:cTn id="25" dur="500" fill="hold"/>
                                        <p:tgtEl>
                                          <p:spTgt spid="1069059">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6905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69059">
                                            <p:txEl>
                                              <p:pRg st="4" end="4"/>
                                            </p:txEl>
                                          </p:spTgt>
                                        </p:tgtEl>
                                        <p:attrNameLst>
                                          <p:attrName>style.visibility</p:attrName>
                                        </p:attrNameLst>
                                      </p:cBhvr>
                                      <p:to>
                                        <p:strVal val="visible"/>
                                      </p:to>
                                    </p:set>
                                    <p:anim calcmode="lin" valueType="num">
                                      <p:cBhvr additive="base">
                                        <p:cTn id="31" dur="500" fill="hold"/>
                                        <p:tgtEl>
                                          <p:spTgt spid="1069059">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06905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069059">
                                            <p:txEl>
                                              <p:pRg st="5" end="5"/>
                                            </p:txEl>
                                          </p:spTgt>
                                        </p:tgtEl>
                                        <p:attrNameLst>
                                          <p:attrName>style.visibility</p:attrName>
                                        </p:attrNameLst>
                                      </p:cBhvr>
                                      <p:to>
                                        <p:strVal val="visible"/>
                                      </p:to>
                                    </p:set>
                                    <p:anim calcmode="lin" valueType="num">
                                      <p:cBhvr additive="base">
                                        <p:cTn id="37" dur="500" fill="hold"/>
                                        <p:tgtEl>
                                          <p:spTgt spid="1069059">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069059">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069059">
                                            <p:txEl>
                                              <p:pRg st="6" end="6"/>
                                            </p:txEl>
                                          </p:spTgt>
                                        </p:tgtEl>
                                        <p:attrNameLst>
                                          <p:attrName>style.visibility</p:attrName>
                                        </p:attrNameLst>
                                      </p:cBhvr>
                                      <p:to>
                                        <p:strVal val="visible"/>
                                      </p:to>
                                    </p:set>
                                    <p:anim calcmode="lin" valueType="num">
                                      <p:cBhvr additive="base">
                                        <p:cTn id="43" dur="500" fill="hold"/>
                                        <p:tgtEl>
                                          <p:spTgt spid="1069059">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069059">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9059" grpId="0" build="p" autoUpdateAnimBg="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Title 1070081">
            <a:extLst>
              <a:ext uri="{FF2B5EF4-FFF2-40B4-BE49-F238E27FC236}">
                <a16:creationId xmlns:a16="http://schemas.microsoft.com/office/drawing/2014/main" id="{59F625D6-461D-05D2-49D7-2122490634C9}"/>
              </a:ext>
            </a:extLst>
          </p:cNvPr>
          <p:cNvSpPr>
            <a:spLocks noGrp="1" noChangeArrowheads="1"/>
          </p:cNvSpPr>
          <p:nvPr>
            <p:ph type="title"/>
          </p:nvPr>
        </p:nvSpPr>
        <p:spPr>
          <a:xfrm>
            <a:off x="912813" y="260350"/>
            <a:ext cx="8231187" cy="546100"/>
          </a:xfrm>
        </p:spPr>
        <p:txBody>
          <a:bodyPr/>
          <a:lstStyle/>
          <a:p>
            <a:r>
              <a:rPr lang="zh-CN" altLang="en-US">
                <a:solidFill>
                  <a:srgbClr val="FFFF00"/>
                </a:solidFill>
              </a:rPr>
              <a:t>作业</a:t>
            </a:r>
          </a:p>
        </p:txBody>
      </p:sp>
      <p:sp>
        <p:nvSpPr>
          <p:cNvPr id="84994" name="Text Placeholder 1070082">
            <a:extLst>
              <a:ext uri="{FF2B5EF4-FFF2-40B4-BE49-F238E27FC236}">
                <a16:creationId xmlns:a16="http://schemas.microsoft.com/office/drawing/2014/main" id="{86D75142-2FCE-6CD6-00ED-8BA13B79E88E}"/>
              </a:ext>
            </a:extLst>
          </p:cNvPr>
          <p:cNvSpPr>
            <a:spLocks noGrp="1" noChangeArrowheads="1"/>
          </p:cNvSpPr>
          <p:nvPr>
            <p:ph type="body" idx="1"/>
          </p:nvPr>
        </p:nvSpPr>
        <p:spPr>
          <a:xfrm>
            <a:off x="457200" y="1557338"/>
            <a:ext cx="8229600" cy="4573587"/>
          </a:xfrm>
        </p:spPr>
        <p:txBody>
          <a:bodyPr/>
          <a:lstStyle/>
          <a:p>
            <a:r>
              <a:rPr lang="en-US" altLang="zh-CN" sz="2000" b="1"/>
              <a:t>6</a:t>
            </a:r>
            <a:r>
              <a:rPr lang="zh-CN" altLang="en-US" sz="2000" b="1"/>
              <a:t>、假设某经济社会储蓄函数为</a:t>
            </a:r>
            <a:r>
              <a:rPr lang="en-US" altLang="zh-CN" sz="2000" b="1"/>
              <a:t>S=-1000+0.25Y</a:t>
            </a:r>
            <a:r>
              <a:rPr lang="zh-CN" altLang="en-US" sz="2000" b="1"/>
              <a:t>，投资从</a:t>
            </a:r>
            <a:r>
              <a:rPr lang="en-US" altLang="zh-CN" sz="2000" b="1"/>
              <a:t>300</a:t>
            </a:r>
            <a:r>
              <a:rPr lang="zh-CN" altLang="en-US" sz="2000" b="1"/>
              <a:t>增加到</a:t>
            </a:r>
            <a:r>
              <a:rPr lang="en-US" altLang="zh-CN" sz="2000" b="1"/>
              <a:t>500</a:t>
            </a:r>
            <a:r>
              <a:rPr lang="zh-CN" altLang="en-US" sz="2000" b="1"/>
              <a:t>时，均衡收入增加多少？</a:t>
            </a:r>
          </a:p>
          <a:p>
            <a:r>
              <a:rPr lang="en-US" altLang="zh-CN" sz="2000" b="1"/>
              <a:t>7</a:t>
            </a:r>
            <a:r>
              <a:rPr lang="zh-CN" altLang="en-US" sz="2000" b="1"/>
              <a:t>、假定某经济社会的消费函数为</a:t>
            </a:r>
            <a:r>
              <a:rPr lang="en-US" altLang="zh-CN" sz="2000" b="1"/>
              <a:t>C=100+0.8Y</a:t>
            </a:r>
            <a:r>
              <a:rPr lang="en-US" altLang="zh-CN" sz="2000" b="1" baseline="-25000"/>
              <a:t>D</a:t>
            </a:r>
            <a:r>
              <a:rPr lang="zh-CN" altLang="en-US" sz="2000" b="1"/>
              <a:t>（</a:t>
            </a:r>
            <a:r>
              <a:rPr lang="en-US" altLang="zh-CN" sz="2000" b="1"/>
              <a:t>Y</a:t>
            </a:r>
            <a:r>
              <a:rPr lang="en-US" altLang="zh-CN" sz="2000" b="1" baseline="-25000"/>
              <a:t>D</a:t>
            </a:r>
            <a:r>
              <a:rPr lang="zh-CN" altLang="en-US" sz="2000" b="1"/>
              <a:t>为可自配收入），投资支出</a:t>
            </a:r>
            <a:r>
              <a:rPr lang="en-US" altLang="zh-CN" sz="2000" b="1"/>
              <a:t>I=50</a:t>
            </a:r>
            <a:r>
              <a:rPr lang="zh-CN" altLang="en-US" sz="2000" b="1"/>
              <a:t>，政府购买</a:t>
            </a:r>
            <a:r>
              <a:rPr lang="en-US" altLang="zh-CN" sz="2000" b="1"/>
              <a:t>G=200</a:t>
            </a:r>
            <a:r>
              <a:rPr lang="zh-CN" altLang="en-US" sz="2000" b="1"/>
              <a:t>，政府转移支付</a:t>
            </a:r>
            <a:r>
              <a:rPr lang="en-US" altLang="zh-CN" sz="2000" b="1"/>
              <a:t>TR=62.5</a:t>
            </a:r>
            <a:r>
              <a:rPr lang="zh-CN" altLang="en-US" sz="2000" b="1"/>
              <a:t>，税收</a:t>
            </a:r>
            <a:r>
              <a:rPr lang="en-US" altLang="zh-CN" sz="2000" b="1"/>
              <a:t>T=250</a:t>
            </a:r>
            <a:r>
              <a:rPr lang="zh-CN" altLang="en-US" sz="2000" b="1"/>
              <a:t>（单位均为元），试求：</a:t>
            </a:r>
          </a:p>
          <a:p>
            <a:pPr lvl="1"/>
            <a:r>
              <a:rPr lang="zh-CN" altLang="en-US" sz="2000" b="1"/>
              <a:t>（</a:t>
            </a:r>
            <a:r>
              <a:rPr lang="en-US" altLang="zh-CN" sz="2000" b="1"/>
              <a:t>1</a:t>
            </a:r>
            <a:r>
              <a:rPr lang="zh-CN" altLang="en-US" sz="2000" b="1"/>
              <a:t>）均衡的国民收入；</a:t>
            </a:r>
          </a:p>
          <a:p>
            <a:pPr lvl="1"/>
            <a:r>
              <a:rPr lang="zh-CN" altLang="en-US" sz="2000" b="1"/>
              <a:t>（</a:t>
            </a:r>
            <a:r>
              <a:rPr lang="en-US" altLang="zh-CN" sz="2000" b="1"/>
              <a:t>2</a:t>
            </a:r>
            <a:r>
              <a:rPr lang="zh-CN" altLang="en-US" sz="2000" b="1"/>
              <a:t>）投资乘数、政府购买乘数、税收乘数、转移支付乘数和平衡预算乘数。</a:t>
            </a:r>
          </a:p>
        </p:txBody>
      </p:sp>
      <p:sp>
        <p:nvSpPr>
          <p:cNvPr id="84995" name="Slide Number Placeholder 1">
            <a:extLst>
              <a:ext uri="{FF2B5EF4-FFF2-40B4-BE49-F238E27FC236}">
                <a16:creationId xmlns:a16="http://schemas.microsoft.com/office/drawing/2014/main" id="{173BFA88-94BF-B3A7-3500-15E9716F761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423B64F0-76D7-4652-9D31-9977CE801211}" type="slidenum">
              <a:rPr lang="en-AU" altLang="zh-CN" sz="1400" i="0">
                <a:latin typeface="Arial" panose="020B0604020202020204" pitchFamily="34" charset="0"/>
              </a:rPr>
              <a:pPr algn="r"/>
              <a:t>73</a:t>
            </a:fld>
            <a:endParaRPr lang="en-AU" altLang="zh-CN" sz="1400" i="0">
              <a:latin typeface="Arial" panose="020B0604020202020204" pitchFamily="34" charset="0"/>
            </a:endParaRPr>
          </a:p>
        </p:txBody>
      </p:sp>
    </p:spTree>
  </p:cSld>
  <p:clrMapOvr>
    <a:masterClrMapping/>
  </p:clrMapOvr>
  <p:transition spd="med">
    <p:zoom/>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Title 1071105">
            <a:extLst>
              <a:ext uri="{FF2B5EF4-FFF2-40B4-BE49-F238E27FC236}">
                <a16:creationId xmlns:a16="http://schemas.microsoft.com/office/drawing/2014/main" id="{D06F2D82-B8F9-3911-25A7-4B1961389287}"/>
              </a:ext>
            </a:extLst>
          </p:cNvPr>
          <p:cNvSpPr>
            <a:spLocks noGrp="1" noChangeArrowheads="1"/>
          </p:cNvSpPr>
          <p:nvPr>
            <p:ph type="title"/>
          </p:nvPr>
        </p:nvSpPr>
        <p:spPr/>
        <p:txBody>
          <a:bodyPr/>
          <a:lstStyle/>
          <a:p>
            <a:r>
              <a:rPr lang="zh-CN" altLang="en-US">
                <a:solidFill>
                  <a:srgbClr val="FFFF00"/>
                </a:solidFill>
              </a:rPr>
              <a:t>相关链接</a:t>
            </a:r>
            <a:r>
              <a:rPr lang="en-US" altLang="zh-CN">
                <a:solidFill>
                  <a:srgbClr val="FFFF00"/>
                </a:solidFill>
              </a:rPr>
              <a:t>(1)</a:t>
            </a:r>
          </a:p>
        </p:txBody>
      </p:sp>
      <p:sp>
        <p:nvSpPr>
          <p:cNvPr id="86018" name="Text Placeholder 1071106">
            <a:extLst>
              <a:ext uri="{FF2B5EF4-FFF2-40B4-BE49-F238E27FC236}">
                <a16:creationId xmlns:a16="http://schemas.microsoft.com/office/drawing/2014/main" id="{195EC9A4-6F5E-9270-F0F0-F55DE6F9023E}"/>
              </a:ext>
            </a:extLst>
          </p:cNvPr>
          <p:cNvSpPr>
            <a:spLocks noGrp="1" noChangeArrowheads="1"/>
          </p:cNvSpPr>
          <p:nvPr>
            <p:ph type="body" idx="1"/>
          </p:nvPr>
        </p:nvSpPr>
        <p:spPr/>
        <p:txBody>
          <a:bodyPr/>
          <a:lstStyle/>
          <a:p>
            <a:pPr>
              <a:lnSpc>
                <a:spcPct val="80000"/>
              </a:lnSpc>
            </a:pPr>
            <a:r>
              <a:rPr lang="zh-CN" altLang="en-US" b="1"/>
              <a:t>张曙光：</a:t>
            </a:r>
            <a:r>
              <a:rPr lang="en-US" altLang="zh-CN" b="1"/>
              <a:t>《</a:t>
            </a:r>
            <a:r>
              <a:rPr lang="zh-CN" altLang="en-US" b="1"/>
              <a:t>市场化与宏观稳定</a:t>
            </a:r>
            <a:r>
              <a:rPr lang="en-US" altLang="zh-CN" b="1"/>
              <a:t>》</a:t>
            </a:r>
            <a:r>
              <a:rPr lang="zh-CN" altLang="en-US" b="1"/>
              <a:t>，社会科学文献出版社，</a:t>
            </a:r>
            <a:r>
              <a:rPr lang="en-US" altLang="zh-CN" b="1"/>
              <a:t>2002</a:t>
            </a:r>
            <a:r>
              <a:rPr lang="zh-CN" altLang="en-US" b="1"/>
              <a:t>年，第</a:t>
            </a:r>
            <a:r>
              <a:rPr lang="en-US" altLang="zh-CN" b="1"/>
              <a:t>183-189</a:t>
            </a:r>
            <a:r>
              <a:rPr lang="zh-CN" altLang="en-US" b="1"/>
              <a:t>页。</a:t>
            </a:r>
            <a:r>
              <a:rPr lang="en-US" altLang="zh-CN" b="1"/>
              <a:t>——</a:t>
            </a:r>
            <a:r>
              <a:rPr lang="zh-CN" altLang="en-US" b="1"/>
              <a:t>摘编</a:t>
            </a:r>
          </a:p>
          <a:p>
            <a:pPr>
              <a:lnSpc>
                <a:spcPct val="80000"/>
              </a:lnSpc>
            </a:pPr>
            <a:r>
              <a:rPr lang="zh-CN" altLang="en-US" b="1"/>
              <a:t>自</a:t>
            </a:r>
            <a:r>
              <a:rPr lang="en-US" altLang="zh-CN" b="1"/>
              <a:t>1997</a:t>
            </a:r>
            <a:r>
              <a:rPr lang="zh-CN" altLang="en-US" b="1"/>
              <a:t>年年底至</a:t>
            </a:r>
            <a:r>
              <a:rPr lang="en-US" altLang="zh-CN" b="1"/>
              <a:t>1998</a:t>
            </a:r>
            <a:r>
              <a:rPr lang="zh-CN" altLang="en-US" b="1"/>
              <a:t>年初，中国出现持续的通货紧缩局面。为了扭转这一局面，中央政府采用了扩张性的宏观经济政策。然而，尽管连续</a:t>
            </a:r>
            <a:r>
              <a:rPr lang="en-US" altLang="zh-CN" b="1"/>
              <a:t>6</a:t>
            </a:r>
            <a:r>
              <a:rPr lang="zh-CN" altLang="en-US" b="1"/>
              <a:t>次降息并征收了利息税，资本市场却反应平平，消费也未大幅增长。由于利率已降得很低，货币政策已没有多大空间，这是凸现了财政政策的作用。</a:t>
            </a:r>
          </a:p>
          <a:p>
            <a:pPr>
              <a:lnSpc>
                <a:spcPct val="80000"/>
              </a:lnSpc>
              <a:buFont typeface="Arial" panose="020B0604020202020204" pitchFamily="34" charset="0"/>
              <a:buNone/>
            </a:pPr>
            <a:r>
              <a:rPr lang="zh-CN" altLang="en-US" b="1"/>
              <a:t>             扩张性财政政策的主要形式，就是通过政府对公共工程的投资，引起一个投资增量。由于投资就是要购买产品和劳务，从而会增加提供这些产品和劳务的人的收入，从而进一步增加次级消费，结果又会增加其他人收入。如此循环下去，就会形成数倍于投资增量的需求，这个倍数就是乘数。</a:t>
            </a:r>
          </a:p>
        </p:txBody>
      </p:sp>
      <p:sp>
        <p:nvSpPr>
          <p:cNvPr id="86019" name="Slide Number Placeholder 1">
            <a:extLst>
              <a:ext uri="{FF2B5EF4-FFF2-40B4-BE49-F238E27FC236}">
                <a16:creationId xmlns:a16="http://schemas.microsoft.com/office/drawing/2014/main" id="{BD638DB2-5660-BE87-D32A-05A40B8D9E6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B61BF07D-8CAD-45A0-B41C-C08338E1B513}" type="slidenum">
              <a:rPr lang="en-AU" altLang="zh-CN" sz="1400" i="0">
                <a:latin typeface="Arial" panose="020B0604020202020204" pitchFamily="34" charset="0"/>
              </a:rPr>
              <a:pPr algn="r"/>
              <a:t>74</a:t>
            </a:fld>
            <a:endParaRPr lang="en-AU" altLang="zh-CN" sz="1400" i="0">
              <a:latin typeface="Arial" panose="020B0604020202020204" pitchFamily="34" charset="0"/>
            </a:endParaRPr>
          </a:p>
        </p:txBody>
      </p:sp>
    </p:spTree>
  </p:cSld>
  <p:clrMapOvr>
    <a:masterClrMapping/>
  </p:clrMapOvr>
  <p:transition spd="med">
    <p:zoom/>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Title 1072129">
            <a:extLst>
              <a:ext uri="{FF2B5EF4-FFF2-40B4-BE49-F238E27FC236}">
                <a16:creationId xmlns:a16="http://schemas.microsoft.com/office/drawing/2014/main" id="{6C244FDA-026F-2A22-6B97-4FAF41CA1278}"/>
              </a:ext>
            </a:extLst>
          </p:cNvPr>
          <p:cNvSpPr>
            <a:spLocks noGrp="1" noChangeArrowheads="1"/>
          </p:cNvSpPr>
          <p:nvPr>
            <p:ph type="title"/>
          </p:nvPr>
        </p:nvSpPr>
        <p:spPr/>
        <p:txBody>
          <a:bodyPr/>
          <a:lstStyle/>
          <a:p>
            <a:r>
              <a:rPr lang="zh-CN" altLang="en-US">
                <a:solidFill>
                  <a:srgbClr val="FFFF00"/>
                </a:solidFill>
              </a:rPr>
              <a:t>相关链接</a:t>
            </a:r>
            <a:r>
              <a:rPr lang="en-US" altLang="zh-CN">
                <a:solidFill>
                  <a:srgbClr val="FFFF00"/>
                </a:solidFill>
              </a:rPr>
              <a:t>(2)</a:t>
            </a:r>
          </a:p>
        </p:txBody>
      </p:sp>
      <p:sp>
        <p:nvSpPr>
          <p:cNvPr id="87042" name="Text Placeholder 1072130">
            <a:extLst>
              <a:ext uri="{FF2B5EF4-FFF2-40B4-BE49-F238E27FC236}">
                <a16:creationId xmlns:a16="http://schemas.microsoft.com/office/drawing/2014/main" id="{01C3D401-82A3-9F73-8E6D-9889CBBD1598}"/>
              </a:ext>
            </a:extLst>
          </p:cNvPr>
          <p:cNvSpPr>
            <a:spLocks noGrp="1" noChangeArrowheads="1"/>
          </p:cNvSpPr>
          <p:nvPr>
            <p:ph type="body" idx="1"/>
          </p:nvPr>
        </p:nvSpPr>
        <p:spPr/>
        <p:txBody>
          <a:bodyPr/>
          <a:lstStyle/>
          <a:p>
            <a:pPr>
              <a:lnSpc>
                <a:spcPct val="80000"/>
              </a:lnSpc>
              <a:buFont typeface="Arial" panose="020B0604020202020204" pitchFamily="34" charset="0"/>
              <a:buNone/>
            </a:pPr>
            <a:r>
              <a:rPr lang="zh-CN" altLang="en-US" b="1"/>
              <a:t>            可见，扩张性的宏观财政政策对社会产出的影响，主要取决于投资增量的大小与乘数的大小。</a:t>
            </a:r>
          </a:p>
          <a:p>
            <a:pPr>
              <a:lnSpc>
                <a:spcPct val="80000"/>
              </a:lnSpc>
              <a:buFont typeface="Arial" panose="020B0604020202020204" pitchFamily="34" charset="0"/>
              <a:buNone/>
            </a:pPr>
            <a:r>
              <a:rPr lang="zh-CN" altLang="en-US" b="1"/>
              <a:t>            那么，</a:t>
            </a:r>
            <a:r>
              <a:rPr lang="zh-CN" altLang="en-US" b="1">
                <a:solidFill>
                  <a:srgbClr val="00FF00"/>
                </a:solidFill>
              </a:rPr>
              <a:t>什么决定了投资乘数的大小呢？</a:t>
            </a:r>
            <a:r>
              <a:rPr lang="zh-CN" altLang="en-US" b="1"/>
              <a:t>主要有两个：一是边际消费倾向。边际消费倾向越大，乘数越大。边际消费倾向不是一成不变，而是与收入增长速度、交易费用有关。二是产品和服务的周转次数。由于凯恩斯没有时间概念，所以没有纳入他的公式。周转次数越多，乘数越大。</a:t>
            </a:r>
          </a:p>
          <a:p>
            <a:pPr>
              <a:lnSpc>
                <a:spcPct val="80000"/>
              </a:lnSpc>
              <a:buFont typeface="Arial" panose="020B0604020202020204" pitchFamily="34" charset="0"/>
              <a:buNone/>
            </a:pPr>
            <a:r>
              <a:rPr lang="zh-CN" altLang="en-US" b="1"/>
              <a:t>             在</a:t>
            </a:r>
            <a:r>
              <a:rPr lang="zh-CN" altLang="en-US" b="1">
                <a:solidFill>
                  <a:srgbClr val="00FF00"/>
                </a:solidFill>
              </a:rPr>
              <a:t>边际消费倾向和次级消费的循环次数背后又是什么呢？</a:t>
            </a:r>
            <a:r>
              <a:rPr lang="zh-CN" altLang="en-US" b="1"/>
              <a:t>一个比较重要的因素是经济活动的交易费用。因为：第一，交易费用过高意味着社会福利损失和实际收入的减少；第二，交易困难使边际消费倾向下降，第三，交易困难也会使次级消费的循环速度下降。</a:t>
            </a:r>
          </a:p>
          <a:p>
            <a:pPr>
              <a:lnSpc>
                <a:spcPct val="80000"/>
              </a:lnSpc>
              <a:buFont typeface="Arial" panose="020B0604020202020204" pitchFamily="34" charset="0"/>
              <a:buNone/>
            </a:pPr>
            <a:r>
              <a:rPr lang="zh-CN" altLang="en-US" sz="1800"/>
              <a:t>            </a:t>
            </a:r>
          </a:p>
        </p:txBody>
      </p:sp>
      <p:sp>
        <p:nvSpPr>
          <p:cNvPr id="87043" name="Slide Number Placeholder 1">
            <a:extLst>
              <a:ext uri="{FF2B5EF4-FFF2-40B4-BE49-F238E27FC236}">
                <a16:creationId xmlns:a16="http://schemas.microsoft.com/office/drawing/2014/main" id="{ACCBD65E-6CE7-EE07-90EE-63B049F468C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9A4C9FEC-CB56-41D9-838A-01E733D4CD40}" type="slidenum">
              <a:rPr lang="en-AU" altLang="zh-CN" sz="1400" i="0">
                <a:latin typeface="Arial" panose="020B0604020202020204" pitchFamily="34" charset="0"/>
              </a:rPr>
              <a:pPr algn="r"/>
              <a:t>75</a:t>
            </a:fld>
            <a:endParaRPr lang="en-AU" altLang="zh-CN" sz="1400" i="0">
              <a:latin typeface="Arial" panose="020B0604020202020204" pitchFamily="34" charset="0"/>
            </a:endParaRPr>
          </a:p>
        </p:txBody>
      </p:sp>
    </p:spTree>
  </p:cSld>
  <p:clrMapOvr>
    <a:masterClrMapping/>
  </p:clrMapOvr>
  <p:transition spd="med">
    <p:zoom/>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Title 1073153">
            <a:extLst>
              <a:ext uri="{FF2B5EF4-FFF2-40B4-BE49-F238E27FC236}">
                <a16:creationId xmlns:a16="http://schemas.microsoft.com/office/drawing/2014/main" id="{6356FB42-B363-7F01-8910-F12F93696D31}"/>
              </a:ext>
            </a:extLst>
          </p:cNvPr>
          <p:cNvSpPr>
            <a:spLocks noGrp="1" noChangeArrowheads="1"/>
          </p:cNvSpPr>
          <p:nvPr>
            <p:ph type="title"/>
          </p:nvPr>
        </p:nvSpPr>
        <p:spPr/>
        <p:txBody>
          <a:bodyPr/>
          <a:lstStyle/>
          <a:p>
            <a:r>
              <a:rPr lang="zh-CN" altLang="en-US">
                <a:solidFill>
                  <a:srgbClr val="FFFF00"/>
                </a:solidFill>
              </a:rPr>
              <a:t>相关链接</a:t>
            </a:r>
            <a:r>
              <a:rPr lang="en-US" altLang="zh-CN">
                <a:solidFill>
                  <a:srgbClr val="FFFF00"/>
                </a:solidFill>
              </a:rPr>
              <a:t>(3)</a:t>
            </a:r>
          </a:p>
        </p:txBody>
      </p:sp>
      <p:sp>
        <p:nvSpPr>
          <p:cNvPr id="88066" name="Text Placeholder 1073154">
            <a:extLst>
              <a:ext uri="{FF2B5EF4-FFF2-40B4-BE49-F238E27FC236}">
                <a16:creationId xmlns:a16="http://schemas.microsoft.com/office/drawing/2014/main" id="{7EA0AF95-4AB6-BD6E-605B-E836872FA6A2}"/>
              </a:ext>
            </a:extLst>
          </p:cNvPr>
          <p:cNvSpPr>
            <a:spLocks noGrp="1" noChangeArrowheads="1"/>
          </p:cNvSpPr>
          <p:nvPr>
            <p:ph type="body" idx="1"/>
          </p:nvPr>
        </p:nvSpPr>
        <p:spPr/>
        <p:txBody>
          <a:bodyPr/>
          <a:lstStyle/>
          <a:p>
            <a:pPr>
              <a:lnSpc>
                <a:spcPct val="90000"/>
              </a:lnSpc>
            </a:pPr>
            <a:r>
              <a:rPr lang="zh-CN" altLang="en-US" b="1"/>
              <a:t>       决定交易费用的主要是技术因素和制度因素，在短期内主要是制度因素。</a:t>
            </a:r>
          </a:p>
          <a:p>
            <a:pPr>
              <a:lnSpc>
                <a:spcPct val="90000"/>
              </a:lnSpc>
            </a:pPr>
            <a:r>
              <a:rPr lang="zh-CN" altLang="en-US" b="1"/>
              <a:t>        从</a:t>
            </a:r>
            <a:r>
              <a:rPr lang="en-US" altLang="zh-CN" b="1"/>
              <a:t>1998-1999</a:t>
            </a:r>
            <a:r>
              <a:rPr lang="zh-CN" altLang="en-US" b="1"/>
              <a:t>年，中国政府实施了扩张性的财政政策，但没有产生预期的效果。人们可以猜测这与乘数较小甚至变小有关。乘数变小与制度因素有关。我国先后采取干预市场制度的措施。（如：重新垄断粮食收购；压抑和取缔民间金融机构等）</a:t>
            </a:r>
          </a:p>
          <a:p>
            <a:pPr>
              <a:lnSpc>
                <a:spcPct val="90000"/>
              </a:lnSpc>
            </a:pPr>
            <a:r>
              <a:rPr lang="zh-CN" altLang="en-US" b="1"/>
              <a:t>       实际上，这种猜测是有道理的。据统计，我国城镇居民的边际消费倾向由</a:t>
            </a:r>
            <a:r>
              <a:rPr lang="en-US" altLang="zh-CN" b="1"/>
              <a:t>1997</a:t>
            </a:r>
            <a:r>
              <a:rPr lang="zh-CN" altLang="en-US" b="1"/>
              <a:t>年的</a:t>
            </a:r>
            <a:r>
              <a:rPr lang="en-US" altLang="zh-CN" b="1"/>
              <a:t>0.72</a:t>
            </a:r>
            <a:r>
              <a:rPr lang="zh-CN" altLang="en-US" b="1"/>
              <a:t>降至</a:t>
            </a:r>
            <a:r>
              <a:rPr lang="en-US" altLang="zh-CN" b="1"/>
              <a:t>1998</a:t>
            </a:r>
            <a:r>
              <a:rPr lang="zh-CN" altLang="en-US" b="1"/>
              <a:t>年的</a:t>
            </a:r>
            <a:r>
              <a:rPr lang="en-US" altLang="zh-CN" b="1"/>
              <a:t>0.54</a:t>
            </a:r>
            <a:r>
              <a:rPr lang="zh-CN" altLang="en-US" b="1"/>
              <a:t>，农村的由</a:t>
            </a:r>
            <a:r>
              <a:rPr lang="en-US" altLang="zh-CN" b="1"/>
              <a:t>0.61</a:t>
            </a:r>
            <a:r>
              <a:rPr lang="zh-CN" altLang="en-US" b="1"/>
              <a:t>降至</a:t>
            </a:r>
            <a:r>
              <a:rPr lang="en-US" altLang="zh-CN" b="1"/>
              <a:t>-0.36</a:t>
            </a:r>
            <a:r>
              <a:rPr lang="zh-CN" altLang="en-US" b="1"/>
              <a:t>。则投资乘数分别由</a:t>
            </a:r>
            <a:r>
              <a:rPr lang="en-US" altLang="zh-CN" b="1"/>
              <a:t>3.57</a:t>
            </a:r>
            <a:r>
              <a:rPr lang="zh-CN" altLang="en-US" b="1"/>
              <a:t>降至</a:t>
            </a:r>
            <a:r>
              <a:rPr lang="en-US" altLang="zh-CN" b="1"/>
              <a:t>2.17</a:t>
            </a:r>
            <a:r>
              <a:rPr lang="zh-CN" altLang="en-US" b="1"/>
              <a:t>和</a:t>
            </a:r>
            <a:r>
              <a:rPr lang="en-US" altLang="zh-CN" b="1"/>
              <a:t>2.56</a:t>
            </a:r>
            <a:r>
              <a:rPr lang="zh-CN" altLang="en-US" b="1"/>
              <a:t>降至</a:t>
            </a:r>
            <a:r>
              <a:rPr lang="en-US" altLang="zh-CN" b="1"/>
              <a:t>0.74</a:t>
            </a:r>
            <a:r>
              <a:rPr lang="zh-CN" altLang="en-US" b="1"/>
              <a:t>。如果加权平均，边际消费倾向由</a:t>
            </a:r>
            <a:r>
              <a:rPr lang="en-US" altLang="zh-CN" b="1"/>
              <a:t>0.67</a:t>
            </a:r>
            <a:r>
              <a:rPr lang="zh-CN" altLang="en-US" b="1"/>
              <a:t>降至</a:t>
            </a:r>
            <a:r>
              <a:rPr lang="en-US" altLang="zh-CN" b="1"/>
              <a:t>0.11</a:t>
            </a:r>
            <a:r>
              <a:rPr lang="zh-CN" altLang="en-US" b="1"/>
              <a:t>，投资乘数由</a:t>
            </a:r>
            <a:r>
              <a:rPr lang="en-US" altLang="zh-CN" b="1"/>
              <a:t>3.03</a:t>
            </a:r>
            <a:r>
              <a:rPr lang="zh-CN" altLang="en-US" b="1"/>
              <a:t>降至</a:t>
            </a:r>
            <a:r>
              <a:rPr lang="en-US" altLang="zh-CN" b="1"/>
              <a:t>1.12</a:t>
            </a:r>
            <a:r>
              <a:rPr lang="zh-CN" altLang="en-US" b="1"/>
              <a:t>。则财政政策几乎不起作用。</a:t>
            </a:r>
          </a:p>
        </p:txBody>
      </p:sp>
      <p:sp>
        <p:nvSpPr>
          <p:cNvPr id="88067" name="Slide Number Placeholder 1">
            <a:extLst>
              <a:ext uri="{FF2B5EF4-FFF2-40B4-BE49-F238E27FC236}">
                <a16:creationId xmlns:a16="http://schemas.microsoft.com/office/drawing/2014/main" id="{5B5278E3-6EB8-80C3-17B2-D2ABEC7AD5B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eaLnBrk="0" hangingPunct="0">
              <a:defRPr sz="2000" i="1">
                <a:solidFill>
                  <a:srgbClr val="FFFFFF"/>
                </a:solidFill>
                <a:latin typeface="Times New Roman" panose="02020603050405020304" pitchFamily="18" charset="0"/>
              </a:defRPr>
            </a:lvl1pPr>
            <a:lvl2pPr algn="ctr" eaLnBrk="0" hangingPunct="0">
              <a:defRPr sz="2000" i="1">
                <a:solidFill>
                  <a:srgbClr val="FFFFFF"/>
                </a:solidFill>
                <a:latin typeface="Times New Roman" panose="02020603050405020304" pitchFamily="18" charset="0"/>
              </a:defRPr>
            </a:lvl2pPr>
            <a:lvl3pPr algn="ctr" eaLnBrk="0" hangingPunct="0">
              <a:defRPr sz="2000" i="1">
                <a:solidFill>
                  <a:srgbClr val="FFFFFF"/>
                </a:solidFill>
                <a:latin typeface="Times New Roman" panose="02020603050405020304" pitchFamily="18" charset="0"/>
              </a:defRPr>
            </a:lvl3pPr>
            <a:lvl4pPr algn="ctr" eaLnBrk="0" hangingPunct="0">
              <a:defRPr sz="2000" i="1">
                <a:solidFill>
                  <a:srgbClr val="FFFFFF"/>
                </a:solidFill>
                <a:latin typeface="Times New Roman" panose="02020603050405020304" pitchFamily="18" charset="0"/>
              </a:defRPr>
            </a:lvl4pPr>
            <a:lvl5pPr algn="ctr" eaLnBrk="0" hangingPunct="0">
              <a:defRPr sz="2000" i="1">
                <a:solidFill>
                  <a:srgbClr val="FFFFFF"/>
                </a:solidFill>
                <a:latin typeface="Times New Roman" panose="02020603050405020304" pitchFamily="18" charset="0"/>
              </a:defRPr>
            </a:lvl5pPr>
            <a:lvl6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6pPr>
            <a:lvl7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7pPr>
            <a:lvl8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8pPr>
            <a:lvl9pPr algn="ctr" eaLnBrk="0" fontAlgn="base" hangingPunct="0">
              <a:lnSpc>
                <a:spcPct val="120000"/>
              </a:lnSpc>
              <a:spcBef>
                <a:spcPct val="45000"/>
              </a:spcBef>
              <a:spcAft>
                <a:spcPct val="0"/>
              </a:spcAft>
              <a:buFont typeface="Arial" panose="020B0604020202020204" pitchFamily="34" charset="0"/>
              <a:defRPr sz="2000" i="1">
                <a:solidFill>
                  <a:srgbClr val="FFFFFF"/>
                </a:solidFill>
                <a:latin typeface="Times New Roman" panose="02020603050405020304" pitchFamily="18" charset="0"/>
              </a:defRPr>
            </a:lvl9pPr>
          </a:lstStyle>
          <a:p>
            <a:pPr algn="r"/>
            <a:r>
              <a:rPr lang="en-AU" altLang="zh-CN" sz="1400" i="0">
                <a:latin typeface="Arial" panose="020B0604020202020204" pitchFamily="34" charset="0"/>
              </a:rPr>
              <a:t> </a:t>
            </a:r>
            <a:fld id="{4109B657-D2D0-439E-B7BA-5108A2F24685}" type="slidenum">
              <a:rPr lang="en-AU" altLang="zh-CN" sz="1400" i="0">
                <a:latin typeface="Arial" panose="020B0604020202020204" pitchFamily="34" charset="0"/>
              </a:rPr>
              <a:pPr algn="r"/>
              <a:t>76</a:t>
            </a:fld>
            <a:endParaRPr lang="en-AU" altLang="zh-CN" sz="1400" i="0">
              <a:latin typeface="Arial" panose="020B0604020202020204" pitchFamily="34" charset="0"/>
            </a:endParaRPr>
          </a:p>
        </p:txBody>
      </p:sp>
    </p:spTree>
  </p:cSld>
  <p:clrMapOvr>
    <a:masterClrMapping/>
  </p:clrMapOvr>
  <p:transition spd="med">
    <p:zoom/>
  </p:transition>
</p:sld>
</file>

<file path=ppt/theme/theme1.xml><?xml version="1.0" encoding="utf-8"?>
<a:theme xmlns:a="http://schemas.openxmlformats.org/drawingml/2006/main" name="presentation template 2002">
  <a:themeElements>
    <a:clrScheme name="">
      <a:dk1>
        <a:srgbClr val="FFFFFF"/>
      </a:dk1>
      <a:lt1>
        <a:srgbClr val="0F3A68"/>
      </a:lt1>
      <a:dk2>
        <a:srgbClr val="FFFFFF"/>
      </a:dk2>
      <a:lt2>
        <a:srgbClr val="220011"/>
      </a:lt2>
      <a:accent1>
        <a:srgbClr val="CAD704"/>
      </a:accent1>
      <a:accent2>
        <a:srgbClr val="204658"/>
      </a:accent2>
      <a:accent3>
        <a:srgbClr val="AAAEB9"/>
      </a:accent3>
      <a:accent4>
        <a:srgbClr val="DCDCDC"/>
      </a:accent4>
      <a:accent5>
        <a:srgbClr val="E1E8AA"/>
      </a:accent5>
      <a:accent6>
        <a:srgbClr val="1C3E4E"/>
      </a:accent6>
      <a:hlink>
        <a:srgbClr val="FFC94C"/>
      </a:hlink>
      <a:folHlink>
        <a:srgbClr val="F07600"/>
      </a:folHlink>
    </a:clrScheme>
    <a:fontScheme name="">
      <a:majorFont>
        <a:latin typeface="Arial"/>
        <a:ea typeface="方正姚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presentation template 2002 1">
        <a:dk1>
          <a:srgbClr val="220011"/>
        </a:dk1>
        <a:lt1>
          <a:srgbClr val="FFFFCC"/>
        </a:lt1>
        <a:dk2>
          <a:srgbClr val="660033"/>
        </a:dk2>
        <a:lt2>
          <a:srgbClr val="FFCC00"/>
        </a:lt2>
        <a:accent1>
          <a:srgbClr val="CC0099"/>
        </a:accent1>
        <a:accent2>
          <a:srgbClr val="56002B"/>
        </a:accent2>
        <a:accent3>
          <a:srgbClr val="B8AAAD"/>
        </a:accent3>
        <a:accent4>
          <a:srgbClr val="DADAAE"/>
        </a:accent4>
        <a:accent5>
          <a:srgbClr val="E2AACA"/>
        </a:accent5>
        <a:accent6>
          <a:srgbClr val="4D0026"/>
        </a:accent6>
        <a:hlink>
          <a:srgbClr val="9C004E"/>
        </a:hlink>
        <a:folHlink>
          <a:srgbClr val="FF6600"/>
        </a:folHlink>
      </a:clrScheme>
      <a:clrMap bg1="dk2" tx1="lt1" bg2="dk1" tx2="lt2" accent1="accent1" accent2="accent2" accent3="accent3" accent4="accent4" accent5="accent5" accent6="accent6" hlink="hlink" folHlink="folHlink"/>
    </a:extraClrScheme>
    <a:extraClrScheme>
      <a:clrScheme name="presentation template 2002 2">
        <a:dk1>
          <a:srgbClr val="000F1E"/>
        </a:dk1>
        <a:lt1>
          <a:srgbClr val="FFFFFF"/>
        </a:lt1>
        <a:dk2>
          <a:srgbClr val="003366"/>
        </a:dk2>
        <a:lt2>
          <a:srgbClr val="33CCCC"/>
        </a:lt2>
        <a:accent1>
          <a:srgbClr val="006699"/>
        </a:accent1>
        <a:accent2>
          <a:srgbClr val="003366"/>
        </a:accent2>
        <a:accent3>
          <a:srgbClr val="AAADB8"/>
        </a:accent3>
        <a:accent4>
          <a:srgbClr val="DADADA"/>
        </a:accent4>
        <a:accent5>
          <a:srgbClr val="AAB8CA"/>
        </a:accent5>
        <a:accent6>
          <a:srgbClr val="002D5C"/>
        </a:accent6>
        <a:hlink>
          <a:srgbClr val="0099CC"/>
        </a:hlink>
        <a:folHlink>
          <a:srgbClr val="009999"/>
        </a:folHlink>
      </a:clrScheme>
      <a:clrMap bg1="dk2" tx1="lt1" bg2="dk1" tx2="lt2" accent1="accent1" accent2="accent2" accent3="accent3" accent4="accent4" accent5="accent5" accent6="accent6" hlink="hlink" folHlink="folHlink"/>
    </a:extraClrScheme>
    <a:extraClrScheme>
      <a:clrScheme name="presentation template 2002 3">
        <a:dk1>
          <a:srgbClr val="002F2E"/>
        </a:dk1>
        <a:lt1>
          <a:srgbClr val="FFFFFF"/>
        </a:lt1>
        <a:dk2>
          <a:srgbClr val="008080"/>
        </a:dk2>
        <a:lt2>
          <a:srgbClr val="66FFCC"/>
        </a:lt2>
        <a:accent1>
          <a:srgbClr val="0099CC"/>
        </a:accent1>
        <a:accent2>
          <a:srgbClr val="005250"/>
        </a:accent2>
        <a:accent3>
          <a:srgbClr val="AAC0C0"/>
        </a:accent3>
        <a:accent4>
          <a:srgbClr val="DADADA"/>
        </a:accent4>
        <a:accent5>
          <a:srgbClr val="AACAE2"/>
        </a:accent5>
        <a:accent6>
          <a:srgbClr val="004948"/>
        </a:accent6>
        <a:hlink>
          <a:srgbClr val="00CC99"/>
        </a:hlink>
        <a:folHlink>
          <a:srgbClr val="009999"/>
        </a:folHlink>
      </a:clrScheme>
      <a:clrMap bg1="dk2" tx1="lt1" bg2="dk1" tx2="lt2" accent1="accent1" accent2="accent2" accent3="accent3" accent4="accent4" accent5="accent5" accent6="accent6" hlink="hlink" folHlink="folHlink"/>
    </a:extraClrScheme>
    <a:extraClrScheme>
      <a:clrScheme name="presentation template 2002 4">
        <a:dk1>
          <a:srgbClr val="000022"/>
        </a:dk1>
        <a:lt1>
          <a:srgbClr val="FFFFFF"/>
        </a:lt1>
        <a:dk2>
          <a:srgbClr val="000066"/>
        </a:dk2>
        <a:lt2>
          <a:srgbClr val="FFCC00"/>
        </a:lt2>
        <a:accent1>
          <a:srgbClr val="666699"/>
        </a:accent1>
        <a:accent2>
          <a:srgbClr val="000048"/>
        </a:accent2>
        <a:accent3>
          <a:srgbClr val="AAAAB8"/>
        </a:accent3>
        <a:accent4>
          <a:srgbClr val="DADADA"/>
        </a:accent4>
        <a:accent5>
          <a:srgbClr val="B8B8CA"/>
        </a:accent5>
        <a:accent6>
          <a:srgbClr val="000040"/>
        </a:accent6>
        <a:hlink>
          <a:srgbClr val="9999FF"/>
        </a:hlink>
        <a:folHlink>
          <a:srgbClr val="000099"/>
        </a:folHlink>
      </a:clrScheme>
      <a:clrMap bg1="dk2" tx1="lt1" bg2="dk1" tx2="lt2" accent1="accent1" accent2="accent2" accent3="accent3" accent4="accent4" accent5="accent5" accent6="accent6" hlink="hlink" folHlink="folHlink"/>
    </a:extraClrScheme>
    <a:extraClrScheme>
      <a:clrScheme name="presentation template 2002 5">
        <a:dk1>
          <a:srgbClr val="663300"/>
        </a:dk1>
        <a:lt1>
          <a:srgbClr val="FFFFFF"/>
        </a:lt1>
        <a:dk2>
          <a:srgbClr val="000000"/>
        </a:dk2>
        <a:lt2>
          <a:srgbClr val="FFFF99"/>
        </a:lt2>
        <a:accent1>
          <a:srgbClr val="FFCC66"/>
        </a:accent1>
        <a:accent2>
          <a:srgbClr val="FFFFCC"/>
        </a:accent2>
        <a:accent3>
          <a:srgbClr val="FFFFFF"/>
        </a:accent3>
        <a:accent4>
          <a:srgbClr val="562A00"/>
        </a:accent4>
        <a:accent5>
          <a:srgbClr val="FFE2B8"/>
        </a:accent5>
        <a:accent6>
          <a:srgbClr val="E7E7B9"/>
        </a:accent6>
        <a:hlink>
          <a:srgbClr val="FFCC00"/>
        </a:hlink>
        <a:folHlink>
          <a:srgbClr val="FF7C80"/>
        </a:folHlink>
      </a:clrScheme>
      <a:clrMap bg1="lt1" tx1="dk1" bg2="lt2" tx2="dk2" accent1="accent1" accent2="accent2" accent3="accent3" accent4="accent4" accent5="accent5" accent6="accent6" hlink="hlink" folHlink="folHlink"/>
    </a:extraClrScheme>
    <a:extraClrScheme>
      <a:clrScheme name="presentation template 2002 6">
        <a:dk1>
          <a:srgbClr val="000000"/>
        </a:dk1>
        <a:lt1>
          <a:srgbClr val="FFFFFF"/>
        </a:lt1>
        <a:dk2>
          <a:srgbClr val="000000"/>
        </a:dk2>
        <a:lt2>
          <a:srgbClr val="C0C0C0"/>
        </a:lt2>
        <a:accent1>
          <a:srgbClr val="CBCBCB"/>
        </a:accent1>
        <a:accent2>
          <a:srgbClr val="EAEAEA"/>
        </a:accent2>
        <a:accent3>
          <a:srgbClr val="FFFFFF"/>
        </a:accent3>
        <a:accent4>
          <a:srgbClr val="000000"/>
        </a:accent4>
        <a:accent5>
          <a:srgbClr val="E2E2E2"/>
        </a:accent5>
        <a:accent6>
          <a:srgbClr val="D4D4D4"/>
        </a:accent6>
        <a:hlink>
          <a:srgbClr val="4D4D4D"/>
        </a:hlink>
        <a:folHlink>
          <a:srgbClr val="868686"/>
        </a:folHlink>
      </a:clrScheme>
      <a:clrMap bg1="lt1" tx1="dk1" bg2="lt2" tx2="dk2" accent1="accent1" accent2="accent2" accent3="accent3" accent4="accent4" accent5="accent5" accent6="accent6" hlink="hlink" folHlink="folHlink"/>
    </a:extraClrScheme>
    <a:extraClrScheme>
      <a:clrScheme name="presentation template 2002 7">
        <a:dk1>
          <a:srgbClr val="220011"/>
        </a:dk1>
        <a:lt1>
          <a:srgbClr val="FFFFFF"/>
        </a:lt1>
        <a:dk2>
          <a:srgbClr val="0F3A68"/>
        </a:dk2>
        <a:lt2>
          <a:srgbClr val="FFFFFF"/>
        </a:lt2>
        <a:accent1>
          <a:srgbClr val="CAD704"/>
        </a:accent1>
        <a:accent2>
          <a:srgbClr val="204658"/>
        </a:accent2>
        <a:accent3>
          <a:srgbClr val="AAAEB9"/>
        </a:accent3>
        <a:accent4>
          <a:srgbClr val="DADADA"/>
        </a:accent4>
        <a:accent5>
          <a:srgbClr val="E1E8AA"/>
        </a:accent5>
        <a:accent6>
          <a:srgbClr val="1C3F4F"/>
        </a:accent6>
        <a:hlink>
          <a:srgbClr val="9C004E"/>
        </a:hlink>
        <a:folHlink>
          <a:srgbClr val="FF6600"/>
        </a:folHlink>
      </a:clrScheme>
      <a:clrMap bg1="dk2" tx1="lt1" bg2="dk1" tx2="lt2" accent1="accent1" accent2="accent2" accent3="accent3" accent4="accent4" accent5="accent5" accent6="accent6" hlink="hlink" folHlink="folHlink"/>
    </a:extraClrScheme>
    <a:extraClrScheme>
      <a:clrScheme name="presentation template 2002 8">
        <a:dk1>
          <a:srgbClr val="220011"/>
        </a:dk1>
        <a:lt1>
          <a:srgbClr val="FFFFFF"/>
        </a:lt1>
        <a:dk2>
          <a:srgbClr val="0F3A68"/>
        </a:dk2>
        <a:lt2>
          <a:srgbClr val="FFFFFF"/>
        </a:lt2>
        <a:accent1>
          <a:srgbClr val="CAD704"/>
        </a:accent1>
        <a:accent2>
          <a:srgbClr val="204658"/>
        </a:accent2>
        <a:accent3>
          <a:srgbClr val="AAAEB9"/>
        </a:accent3>
        <a:accent4>
          <a:srgbClr val="DADADA"/>
        </a:accent4>
        <a:accent5>
          <a:srgbClr val="E1E8AA"/>
        </a:accent5>
        <a:accent6>
          <a:srgbClr val="1C3F4F"/>
        </a:accent6>
        <a:hlink>
          <a:srgbClr val="FFC94C"/>
        </a:hlink>
        <a:folHlink>
          <a:srgbClr val="F076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4_自定义设计方案">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4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4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4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4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4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4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4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4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4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4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4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4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自定义设计方案">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3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自定义设计方案">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_自定义设计方案">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自定义设计方案">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D:\To be Backed up - 140102\EDS\Re-usable\Template\presentation template 2002.pot</Template>
  <TotalTime>0</TotalTime>
  <Pages>0</Pages>
  <Words>5241</Words>
  <Characters>0</Characters>
  <Application>Microsoft Office PowerPoint</Application>
  <DocSecurity>0</DocSecurity>
  <PresentationFormat>全屏显示(4:3)</PresentationFormat>
  <Lines>0</Lines>
  <Paragraphs>727</Paragraphs>
  <Slides>76</Slides>
  <Notes>1</Notes>
  <HiddenSlides>0</HiddenSlides>
  <MMClips>0</MMClips>
  <ScaleCrop>true</ScaleCrop>
  <HeadingPairs>
    <vt:vector size="8" baseType="variant">
      <vt:variant>
        <vt:lpstr>已用的字体</vt:lpstr>
      </vt:variant>
      <vt:variant>
        <vt:i4>10</vt:i4>
      </vt:variant>
      <vt:variant>
        <vt:lpstr>主题</vt:lpstr>
      </vt:variant>
      <vt:variant>
        <vt:i4>6</vt:i4>
      </vt:variant>
      <vt:variant>
        <vt:lpstr>嵌入 OLE 服务器</vt:lpstr>
      </vt:variant>
      <vt:variant>
        <vt:i4>2</vt:i4>
      </vt:variant>
      <vt:variant>
        <vt:lpstr>幻灯片标题</vt:lpstr>
      </vt:variant>
      <vt:variant>
        <vt:i4>76</vt:i4>
      </vt:variant>
    </vt:vector>
  </HeadingPairs>
  <TitlesOfParts>
    <vt:vector size="94" baseType="lpstr">
      <vt:lpstr>Arial</vt:lpstr>
      <vt:lpstr>宋体</vt:lpstr>
      <vt:lpstr>Wingdings</vt:lpstr>
      <vt:lpstr>Times New Roman</vt:lpstr>
      <vt:lpstr>方正姚体</vt:lpstr>
      <vt:lpstr>华文隶书</vt:lpstr>
      <vt:lpstr>华文新魏</vt:lpstr>
      <vt:lpstr>楷体_GB2312</vt:lpstr>
      <vt:lpstr>黑体</vt:lpstr>
      <vt:lpstr>Tahoma</vt:lpstr>
      <vt:lpstr>presentation template 2002</vt:lpstr>
      <vt:lpstr>4_自定义设计方案</vt:lpstr>
      <vt:lpstr>3_自定义设计方案</vt:lpstr>
      <vt:lpstr>2_自定义设计方案</vt:lpstr>
      <vt:lpstr>1_自定义设计方案</vt:lpstr>
      <vt:lpstr>自定义设计方案</vt:lpstr>
      <vt:lpstr>Microsoft Graph Chart</vt:lpstr>
      <vt:lpstr>Equation.3</vt:lpstr>
      <vt:lpstr>第三讲  简单国民收入决定模型 </vt:lpstr>
      <vt:lpstr>第三讲 简单国民收入决定模型</vt:lpstr>
      <vt:lpstr>第三讲 简单国民收入决定模型</vt:lpstr>
      <vt:lpstr>3.1 简单国民收入决定理论的基本假设</vt:lpstr>
      <vt:lpstr>3.2 均衡产出</vt:lpstr>
      <vt:lpstr>3.2.1 总供给与总产出（1）</vt:lpstr>
      <vt:lpstr>3.2.1 总供给与总产出（2）</vt:lpstr>
      <vt:lpstr>3.2.2 总需求与总支出</vt:lpstr>
      <vt:lpstr>3.2.3 总支出决定总产出</vt:lpstr>
      <vt:lpstr>PowerPoint 演示文稿</vt:lpstr>
      <vt:lpstr>3.3  消费函数与储蓄函数</vt:lpstr>
      <vt:lpstr>PowerPoint 演示文稿</vt:lpstr>
      <vt:lpstr>PowerPoint 演示文稿</vt:lpstr>
      <vt:lpstr>PowerPoint 演示文稿</vt:lpstr>
      <vt:lpstr>PowerPoint 演示文稿</vt:lpstr>
      <vt:lpstr>3.3.2 凯恩斯的消费函数——绝对收入假说</vt:lpstr>
      <vt:lpstr>3.3.2 凯恩斯的消费函数——绝对收入假说</vt:lpstr>
      <vt:lpstr>3.3.3 线性消费函数（1）</vt:lpstr>
      <vt:lpstr>3.3.3 线性消费函数（2）</vt:lpstr>
      <vt:lpstr>3.3.3 线性消费函数（4）</vt:lpstr>
      <vt:lpstr>3.3.４ 储蓄函数</vt:lpstr>
      <vt:lpstr>PowerPoint 演示文稿</vt:lpstr>
      <vt:lpstr>PowerPoint 演示文稿</vt:lpstr>
      <vt:lpstr>储蓄函数</vt:lpstr>
      <vt:lpstr>PowerPoint 演示文稿</vt:lpstr>
      <vt:lpstr>消费函数与储蓄函数的关系</vt:lpstr>
      <vt:lpstr>3.3.５ 消费函数之谜与其它消费函数</vt:lpstr>
      <vt:lpstr>PowerPoint 演示文稿</vt:lpstr>
      <vt:lpstr>消费函数之谜</vt:lpstr>
      <vt:lpstr>绝对收入假说对消费函数之谜的解释</vt:lpstr>
      <vt:lpstr>消费函数之谜</vt:lpstr>
      <vt:lpstr>相对收入假说</vt:lpstr>
      <vt:lpstr>相对收入假说</vt:lpstr>
      <vt:lpstr>终身收入假说</vt:lpstr>
      <vt:lpstr>终身收入假说</vt:lpstr>
      <vt:lpstr>PowerPoint 演示文稿</vt:lpstr>
      <vt:lpstr>永久收入假说</vt:lpstr>
      <vt:lpstr>永久收入假说</vt:lpstr>
      <vt:lpstr>PowerPoint 演示文稿</vt:lpstr>
      <vt:lpstr>影响消费的其他因素</vt:lpstr>
      <vt:lpstr>3.4 两部门经济中国民收入的决定</vt:lpstr>
      <vt:lpstr>3.4.1 使用消费函数决定收入(1)</vt:lpstr>
      <vt:lpstr>使用消费函数决定收入(2)</vt:lpstr>
      <vt:lpstr>PowerPoint 演示文稿</vt:lpstr>
      <vt:lpstr>PowerPoint 演示文稿</vt:lpstr>
      <vt:lpstr>3.4.1 使用消费函数决定收入(3)</vt:lpstr>
      <vt:lpstr>3.4.2 使用储蓄函数决定收入（1）</vt:lpstr>
      <vt:lpstr>3.4.2 使用储蓄函数决定收入（1）</vt:lpstr>
      <vt:lpstr>3.4.3 基本结论</vt:lpstr>
      <vt:lpstr>3.5 三部门经济与财政政策效应</vt:lpstr>
      <vt:lpstr>３.５.１乘数原理</vt:lpstr>
      <vt:lpstr>PowerPoint 演示文稿</vt:lpstr>
      <vt:lpstr>PowerPoint 演示文稿</vt:lpstr>
      <vt:lpstr>PowerPoint 演示文稿</vt:lpstr>
      <vt:lpstr>3.5.2 三部门经济的国民收入决定</vt:lpstr>
      <vt:lpstr>PowerPoint 演示文稿</vt:lpstr>
      <vt:lpstr>1）定量税</vt:lpstr>
      <vt:lpstr>2)比例税</vt:lpstr>
      <vt:lpstr>PowerPoint 演示文稿</vt:lpstr>
      <vt:lpstr>3.5.3三部门经济中的各种乘数 </vt:lpstr>
      <vt:lpstr>2、税收乘数</vt:lpstr>
      <vt:lpstr>3、转移支付乘数</vt:lpstr>
      <vt:lpstr>4、平衡预算乘数</vt:lpstr>
      <vt:lpstr>PowerPoint 演示文稿</vt:lpstr>
      <vt:lpstr>T=T0总额税时的均衡收入</vt:lpstr>
      <vt:lpstr>例题1</vt:lpstr>
      <vt:lpstr>例题2</vt:lpstr>
      <vt:lpstr>T=0.2Y比例税时的均衡收入</vt:lpstr>
      <vt:lpstr>总结：</vt:lpstr>
      <vt:lpstr>PowerPoint 演示文稿</vt:lpstr>
      <vt:lpstr>乘数理论的适用性</vt:lpstr>
      <vt:lpstr>作业</vt:lpstr>
      <vt:lpstr>作业</vt:lpstr>
      <vt:lpstr>相关链接(1)</vt:lpstr>
      <vt:lpstr>相关链接(2)</vt:lpstr>
      <vt:lpstr>相关链接(3)</vt:lpstr>
    </vt:vector>
  </TitlesOfParts>
  <Manager/>
  <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第三讲  简单国民收入决定模型 </dc:title>
  <dc:subject/>
  <dc:creator>Li Zhiqiang</dc:creator>
  <cp:keywords/>
  <dc:description/>
  <cp:lastModifiedBy>智强 李</cp:lastModifiedBy>
  <cp:revision>1080</cp:revision>
  <cp:lastPrinted>2001-08-16T18:59:48Z</cp:lastPrinted>
  <dcterms:created xsi:type="dcterms:W3CDTF">2002-03-04T03:13:38Z</dcterms:created>
  <dcterms:modified xsi:type="dcterms:W3CDTF">2025-08-11T08:55:29Z</dcterms:modified>
  <cp:category/>
</cp:coreProperties>
</file>